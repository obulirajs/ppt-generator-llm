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tiff" ContentType="image/tiff"/>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367" r:id="rId4"/>
  </p:sldMasterIdLst>
  <p:notesMasterIdLst>
    <p:notesMasterId r:id="rId32"/>
  </p:notesMasterIdLst>
  <p:handoutMasterIdLst>
    <p:handoutMasterId r:id="rId33"/>
  </p:handoutMasterIdLst>
  <p:sldIdLst>
    <p:sldId id="257" r:id="rId5"/>
    <p:sldId id="277" r:id="rId6"/>
    <p:sldId id="900" r:id="rId7"/>
    <p:sldId id="279" r:id="rId8"/>
    <p:sldId id="899" r:id="rId9"/>
    <p:sldId id="887" r:id="rId10"/>
    <p:sldId id="295" r:id="rId11"/>
    <p:sldId id="297" r:id="rId12"/>
    <p:sldId id="904" r:id="rId13"/>
    <p:sldId id="906" r:id="rId14"/>
    <p:sldId id="907" r:id="rId15"/>
    <p:sldId id="290" r:id="rId16"/>
    <p:sldId id="891" r:id="rId17"/>
    <p:sldId id="892" r:id="rId18"/>
    <p:sldId id="903" r:id="rId19"/>
    <p:sldId id="287" r:id="rId20"/>
    <p:sldId id="280" r:id="rId21"/>
    <p:sldId id="908" r:id="rId22"/>
    <p:sldId id="281" r:id="rId23"/>
    <p:sldId id="889" r:id="rId24"/>
    <p:sldId id="886" r:id="rId25"/>
    <p:sldId id="784" r:id="rId26"/>
    <p:sldId id="883" r:id="rId27"/>
    <p:sldId id="300" r:id="rId28"/>
    <p:sldId id="301" r:id="rId29"/>
    <p:sldId id="264" r:id="rId30"/>
    <p:sldId id="266" r:id="rId31"/>
  </p:sldIdLst>
  <p:sldSz cx="9144000" cy="5143500" type="screen16x9"/>
  <p:notesSz cx="6858000" cy="9144000"/>
  <p:defaultTextStyle>
    <a:defPPr>
      <a:defRPr lang="en-US"/>
    </a:defPPr>
    <a:lvl1pPr algn="l" rtl="0" fontAlgn="base">
      <a:spcBef>
        <a:spcPct val="0"/>
      </a:spcBef>
      <a:spcAft>
        <a:spcPct val="0"/>
      </a:spcAft>
      <a:defRPr kern="1200">
        <a:solidFill>
          <a:schemeClr val="tx1"/>
        </a:solidFill>
        <a:latin typeface="Calibri" charset="0"/>
        <a:ea typeface="ＭＳ Ｐゴシック" charset="0"/>
        <a:cs typeface="ＭＳ Ｐゴシック" charset="0"/>
      </a:defRPr>
    </a:lvl1pPr>
    <a:lvl2pPr marL="455613" indent="1588" algn="l"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2813" indent="1588" algn="l"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0013" indent="1588" algn="l"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7213" indent="1588" algn="l"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p:defaultTextStyle>
  <p:extLst>
    <p:ext uri="{521415D9-36F7-43E2-AB2F-B90AF26B5E84}">
      <p14:sectionLst xmlns:p14="http://schemas.microsoft.com/office/powerpoint/2010/main">
        <p14:section name="Intro" id="{6262C295-8F30-4647-9A99-18B1FC122AED}">
          <p14:sldIdLst>
            <p14:sldId id="257"/>
            <p14:sldId id="277"/>
          </p14:sldIdLst>
        </p14:section>
        <p14:section name="Executive Summary" id="{DC932F80-3037-F64C-BCBF-694E35CB8EB8}">
          <p14:sldIdLst>
            <p14:sldId id="900"/>
          </p14:sldIdLst>
        </p14:section>
        <p14:section name="Current State Assessment" id="{B0BD0CF7-066D-F044-B264-F1BCD94C90FF}">
          <p14:sldIdLst>
            <p14:sldId id="279"/>
            <p14:sldId id="899"/>
          </p14:sldIdLst>
        </p14:section>
        <p14:section name="Value 1" id="{D5679CAA-6C30-054F-B86E-D50F7137208E}">
          <p14:sldIdLst>
            <p14:sldId id="887"/>
            <p14:sldId id="295"/>
            <p14:sldId id="297"/>
          </p14:sldIdLst>
        </p14:section>
        <p14:section name="Value 2" id="{546A62B6-F6D6-524D-A3D3-32F562BA9093}">
          <p14:sldIdLst>
            <p14:sldId id="904"/>
            <p14:sldId id="906"/>
            <p14:sldId id="907"/>
          </p14:sldIdLst>
        </p14:section>
        <p14:section name="Performance" id="{303B14BB-84DC-384B-B4B6-B27707392A5A}">
          <p14:sldIdLst>
            <p14:sldId id="290"/>
            <p14:sldId id="891"/>
            <p14:sldId id="892"/>
            <p14:sldId id="903"/>
          </p14:sldIdLst>
        </p14:section>
        <p14:section name="Pricing Strategy" id="{C452CB5F-B01A-C447-B132-945AEC92B063}">
          <p14:sldIdLst>
            <p14:sldId id="287"/>
            <p14:sldId id="280"/>
            <p14:sldId id="908"/>
            <p14:sldId id="281"/>
          </p14:sldIdLst>
        </p14:section>
        <p14:section name="Protfolio Mgmt" id="{F31D21CF-B3BA-6448-A410-C37BAF085A9E}">
          <p14:sldIdLst>
            <p14:sldId id="889"/>
          </p14:sldIdLst>
        </p14:section>
        <p14:section name="Product Position" id="{1227D0AE-781D-C047-8E11-12DD8400E065}">
          <p14:sldIdLst>
            <p14:sldId id="886"/>
            <p14:sldId id="784"/>
            <p14:sldId id="883"/>
          </p14:sldIdLst>
        </p14:section>
        <p14:section name="Working Sessions" id="{BE4C00A0-F6CD-E54C-8DF5-E29D920791A2}">
          <p14:sldIdLst/>
        </p14:section>
        <p14:section name="Appendix" id="{C45DE13E-8123-2147-AFEB-036E7F18D404}">
          <p14:sldIdLst>
            <p14:sldId id="300"/>
            <p14:sldId id="301"/>
            <p14:sldId id="264"/>
            <p14:sldId id="266"/>
          </p14:sldIdLst>
        </p14:section>
      </p14:sectionLst>
    </p:ext>
    <p:ext uri="{EFAFB233-063F-42B5-8137-9DF3F51BA10A}">
      <p15:sldGuideLst xmlns:p15="http://schemas.microsoft.com/office/powerpoint/2012/main">
        <p15:guide id="1" orient="horz" pos="527">
          <p15:clr>
            <a:srgbClr val="A4A3A4"/>
          </p15:clr>
        </p15:guide>
        <p15:guide id="2" pos="2881">
          <p15:clr>
            <a:srgbClr val="A4A3A4"/>
          </p15:clr>
        </p15:guide>
      </p15:sldGuideLst>
    </p:ext>
    <p:ext uri="{2D200454-40CA-4A62-9FC3-DE9A4176ACB9}">
      <p15:notesGuideLst xmlns:p15="http://schemas.microsoft.com/office/powerpoint/2012/main">
        <p15:guide id="1" orient="horz" pos="1958">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17171"/>
    <a:srgbClr val="727272"/>
    <a:srgbClr val="00C6DB"/>
    <a:srgbClr val="0087F1"/>
    <a:srgbClr val="097AF5"/>
    <a:srgbClr val="F8F8F8"/>
    <a:srgbClr val="0979F5"/>
    <a:srgbClr val="0F60F2"/>
    <a:srgbClr val="4B88F5"/>
    <a:srgbClr val="3585C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31D6318-A460-E34E-8B81-F43752185E4C}" v="123" dt="2018-05-17T21:18:21.21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04" autoAdjust="0"/>
    <p:restoredTop sz="78231" autoAdjust="0"/>
  </p:normalViewPr>
  <p:slideViewPr>
    <p:cSldViewPr snapToGrid="0" showGuides="1">
      <p:cViewPr varScale="1">
        <p:scale>
          <a:sx n="126" d="100"/>
          <a:sy n="126" d="100"/>
        </p:scale>
        <p:origin x="1576" y="176"/>
      </p:cViewPr>
      <p:guideLst>
        <p:guide orient="horz" pos="527"/>
        <p:guide pos="2881"/>
      </p:guideLst>
    </p:cSldViewPr>
  </p:slideViewPr>
  <p:outlineViewPr>
    <p:cViewPr>
      <p:scale>
        <a:sx n="33" d="100"/>
        <a:sy n="33" d="100"/>
      </p:scale>
      <p:origin x="0" y="0"/>
    </p:cViewPr>
  </p:outlineViewPr>
  <p:notesTextViewPr>
    <p:cViewPr>
      <p:scale>
        <a:sx n="1" d="1"/>
        <a:sy n="1" d="1"/>
      </p:scale>
      <p:origin x="0" y="0"/>
    </p:cViewPr>
  </p:notesTextViewPr>
  <p:sorterViewPr>
    <p:cViewPr>
      <p:scale>
        <a:sx n="170" d="100"/>
        <a:sy n="170" d="100"/>
      </p:scale>
      <p:origin x="0" y="5376"/>
    </p:cViewPr>
  </p:sorterViewPr>
  <p:notesViewPr>
    <p:cSldViewPr snapToGrid="0" showGuides="1">
      <p:cViewPr varScale="1">
        <p:scale>
          <a:sx n="82" d="100"/>
          <a:sy n="82" d="100"/>
        </p:scale>
        <p:origin x="2656" y="168"/>
      </p:cViewPr>
      <p:guideLst>
        <p:guide orient="horz" pos="1958"/>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handoutMaster" Target="handoutMasters/handoutMaster1.xml"/><Relationship Id="rId38"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s>
</file>

<file path=ppt/charts/_rels/chart1.xml.rels><?xml version="1.0" encoding="UTF-8" standalone="yes"?>
<Relationships xmlns="http://schemas.openxmlformats.org/package/2006/relationships"><Relationship Id="rId3" Type="http://schemas.openxmlformats.org/officeDocument/2006/relationships/oleObject" Target="file:////Users\orenlavie\Downloads\OLSCAug2017MCHELOCv_2.csv"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dirty="0">
                <a:solidFill>
                  <a:srgbClr val="6CB644"/>
                </a:solidFill>
              </a:rPr>
              <a:t>Rate</a:t>
            </a:r>
            <a:r>
              <a:rPr lang="en-US" baseline="0" dirty="0">
                <a:solidFill>
                  <a:srgbClr val="6CB644"/>
                </a:solidFill>
              </a:rPr>
              <a:t> Changes </a:t>
            </a:r>
            <a:r>
              <a:rPr lang="en-US" baseline="0" dirty="0"/>
              <a:t>and </a:t>
            </a:r>
            <a:r>
              <a:rPr lang="en-US" baseline="0" dirty="0">
                <a:solidFill>
                  <a:srgbClr val="7CA1F8"/>
                </a:solidFill>
              </a:rPr>
              <a:t>Volume</a:t>
            </a:r>
            <a:r>
              <a:rPr lang="en-US" baseline="0" dirty="0"/>
              <a:t> by Transaction Amount</a:t>
            </a:r>
            <a:endParaRPr lang="en-US" dirty="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spPr>
            <a:solidFill>
              <a:srgbClr val="00B050"/>
            </a:solidFill>
            <a:ln>
              <a:noFill/>
            </a:ln>
            <a:effectLst/>
          </c:spPr>
          <c:invertIfNegative val="0"/>
          <c:cat>
            <c:strRef>
              <c:f>Sheet1!$B$16:$B$21</c:f>
              <c:strCache>
                <c:ptCount val="6"/>
                <c:pt idx="0">
                  <c:v>0-24.99K</c:v>
                </c:pt>
                <c:pt idx="1">
                  <c:v>25K-49.99K</c:v>
                </c:pt>
                <c:pt idx="2">
                  <c:v>50K-99.99K</c:v>
                </c:pt>
                <c:pt idx="3">
                  <c:v>100K-149.99K</c:v>
                </c:pt>
                <c:pt idx="4">
                  <c:v>150K-249.99K</c:v>
                </c:pt>
                <c:pt idx="5">
                  <c:v>250K-499.99K</c:v>
                </c:pt>
              </c:strCache>
            </c:strRef>
          </c:cat>
          <c:val>
            <c:numRef>
              <c:f>Sheet1!$C$16:$C$21</c:f>
              <c:numCache>
                <c:formatCode>0.00%</c:formatCode>
                <c:ptCount val="6"/>
                <c:pt idx="0">
                  <c:v>7.0821936423838697E-3</c:v>
                </c:pt>
                <c:pt idx="1">
                  <c:v>2.7165137237433003E-4</c:v>
                </c:pt>
                <c:pt idx="2">
                  <c:v>-1.02133543260385E-3</c:v>
                </c:pt>
                <c:pt idx="3">
                  <c:v>-1.9773383443626798E-3</c:v>
                </c:pt>
                <c:pt idx="4">
                  <c:v>-3.68123404786225E-3</c:v>
                </c:pt>
                <c:pt idx="5">
                  <c:v>-4.2556827994228302E-3</c:v>
                </c:pt>
              </c:numCache>
            </c:numRef>
          </c:val>
          <c:extLst>
            <c:ext xmlns:c16="http://schemas.microsoft.com/office/drawing/2014/chart" uri="{C3380CC4-5D6E-409C-BE32-E72D297353CC}">
              <c16:uniqueId val="{00000000-4BBB-BE43-A1BE-16B21A598A3E}"/>
            </c:ext>
          </c:extLst>
        </c:ser>
        <c:dLbls>
          <c:showLegendKey val="0"/>
          <c:showVal val="0"/>
          <c:showCatName val="0"/>
          <c:showSerName val="0"/>
          <c:showPercent val="0"/>
          <c:showBubbleSize val="0"/>
        </c:dLbls>
        <c:gapWidth val="219"/>
        <c:overlap val="-27"/>
        <c:axId val="-760983792"/>
        <c:axId val="-435269424"/>
      </c:barChart>
      <c:catAx>
        <c:axId val="-760983792"/>
        <c:scaling>
          <c:orientation val="minMax"/>
        </c:scaling>
        <c:delete val="0"/>
        <c:axPos val="b"/>
        <c:numFmt formatCode="General" sourceLinked="1"/>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35269424"/>
        <c:crosses val="autoZero"/>
        <c:auto val="1"/>
        <c:lblAlgn val="ctr"/>
        <c:lblOffset val="100"/>
        <c:noMultiLvlLbl val="0"/>
      </c:catAx>
      <c:valAx>
        <c:axId val="-435269424"/>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dirty="0"/>
                  <a:t>Rate Change</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6098379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100">
                <a:solidFill>
                  <a:srgbClr val="545454"/>
                </a:solidFill>
                <a:latin typeface="Open Sans"/>
                <a:ea typeface="+mn-ea"/>
                <a:cs typeface="+mn-cs"/>
              </a:defRPr>
            </a:lvl1pPr>
          </a:lstStyle>
          <a:p>
            <a:pPr>
              <a:defRPr/>
            </a:pPr>
            <a:endParaRPr lang="en-US" dirty="0">
              <a:solidFill>
                <a:srgbClr val="8D95A4"/>
              </a:solidFill>
              <a:latin typeface="Trebuchet MS"/>
              <a:cs typeface="Trebuchet MS"/>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100">
                <a:solidFill>
                  <a:srgbClr val="545454"/>
                </a:solidFill>
                <a:latin typeface="Open Sans"/>
                <a:ea typeface="+mn-ea"/>
                <a:cs typeface="+mn-cs"/>
              </a:defRPr>
            </a:lvl1pPr>
          </a:lstStyle>
          <a:p>
            <a:pPr>
              <a:defRPr/>
            </a:pPr>
            <a:fld id="{32DE3CDD-5A29-EA43-8ED5-90346A3306F1}" type="datetimeFigureOut">
              <a:rPr lang="en-US">
                <a:solidFill>
                  <a:srgbClr val="8D95A4"/>
                </a:solidFill>
                <a:latin typeface="Trebuchet MS"/>
                <a:cs typeface="Trebuchet MS"/>
              </a:rPr>
              <a:pPr>
                <a:defRPr/>
              </a:pPr>
              <a:t>10/24/25</a:t>
            </a:fld>
            <a:endParaRPr lang="en-US" dirty="0">
              <a:solidFill>
                <a:srgbClr val="8D95A4"/>
              </a:solidFill>
              <a:latin typeface="Trebuchet MS"/>
              <a:cs typeface="Trebuchet MS"/>
            </a:endParaRPr>
          </a:p>
        </p:txBody>
      </p:sp>
      <p:sp>
        <p:nvSpPr>
          <p:cNvPr id="4" name="Footer Placeholder 3"/>
          <p:cNvSpPr>
            <a:spLocks noGrp="1"/>
          </p:cNvSpPr>
          <p:nvPr>
            <p:ph type="ftr" sz="quarter" idx="2"/>
          </p:nvPr>
        </p:nvSpPr>
        <p:spPr>
          <a:xfrm>
            <a:off x="0" y="8685213"/>
            <a:ext cx="3886200" cy="457200"/>
          </a:xfrm>
          <a:prstGeom prst="rect">
            <a:avLst/>
          </a:prstGeom>
        </p:spPr>
        <p:txBody>
          <a:bodyPr vert="horz" lIns="91440" tIns="45720" rIns="91440" bIns="45720" rtlCol="0" anchor="b"/>
          <a:lstStyle>
            <a:lvl1pPr algn="l" fontAlgn="auto">
              <a:spcBef>
                <a:spcPts val="0"/>
              </a:spcBef>
              <a:spcAft>
                <a:spcPts val="0"/>
              </a:spcAft>
              <a:defRPr sz="1100">
                <a:solidFill>
                  <a:srgbClr val="545454"/>
                </a:solidFill>
                <a:latin typeface="Open Sans"/>
                <a:ea typeface="+mn-ea"/>
                <a:cs typeface="+mn-cs"/>
              </a:defRPr>
            </a:lvl1pPr>
          </a:lstStyle>
          <a:p>
            <a:pPr>
              <a:defRPr/>
            </a:pPr>
            <a:r>
              <a:rPr lang="en-US" dirty="0">
                <a:solidFill>
                  <a:srgbClr val="8D95A4"/>
                </a:solidFill>
                <a:latin typeface="Trebuchet MS"/>
                <a:cs typeface="Trebuchet MS"/>
              </a:rPr>
              <a:t>Copyright © Nomis Solutions, Inc. All rights reserved.</a:t>
            </a: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100">
                <a:solidFill>
                  <a:srgbClr val="545454"/>
                </a:solidFill>
                <a:latin typeface="Open Sans"/>
                <a:ea typeface="+mn-ea"/>
                <a:cs typeface="+mn-cs"/>
              </a:defRPr>
            </a:lvl1pPr>
          </a:lstStyle>
          <a:p>
            <a:pPr>
              <a:defRPr/>
            </a:pPr>
            <a:fld id="{288E291E-F45C-FD4A-B2A4-D6309B3B8960}" type="slidenum">
              <a:rPr lang="en-US">
                <a:solidFill>
                  <a:srgbClr val="8D95A4"/>
                </a:solidFill>
                <a:latin typeface="Trebuchet MS"/>
                <a:cs typeface="Trebuchet MS"/>
              </a:rPr>
              <a:pPr>
                <a:defRPr/>
              </a:pPr>
              <a:t>‹#›</a:t>
            </a:fld>
            <a:endParaRPr lang="en-US" dirty="0">
              <a:solidFill>
                <a:srgbClr val="8D95A4"/>
              </a:solidFill>
              <a:latin typeface="Trebuchet MS"/>
              <a:cs typeface="Trebuchet MS"/>
            </a:endParaRPr>
          </a:p>
        </p:txBody>
      </p:sp>
    </p:spTree>
    <p:extLst>
      <p:ext uri="{BB962C8B-B14F-4D97-AF65-F5344CB8AC3E}">
        <p14:creationId xmlns:p14="http://schemas.microsoft.com/office/powerpoint/2010/main" val="410443894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100">
                <a:solidFill>
                  <a:srgbClr val="8D95A4"/>
                </a:solidFill>
                <a:latin typeface="Trebuchet MS"/>
                <a:ea typeface="+mn-ea"/>
                <a:cs typeface="+mn-cs"/>
              </a:defRPr>
            </a:lvl1pPr>
          </a:lstStyle>
          <a:p>
            <a:pPr>
              <a:defRPr/>
            </a:pPr>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100">
                <a:solidFill>
                  <a:srgbClr val="8D95A4"/>
                </a:solidFill>
                <a:latin typeface="Trebuchet MS"/>
                <a:ea typeface="+mn-ea"/>
                <a:cs typeface="+mn-cs"/>
              </a:defRPr>
            </a:lvl1pPr>
          </a:lstStyle>
          <a:p>
            <a:pPr>
              <a:defRPr/>
            </a:pPr>
            <a:fld id="{6AED3C04-F82B-6741-872E-46C4805EA5A6}" type="datetimeFigureOut">
              <a:rPr lang="en-US" smtClean="0"/>
              <a:pPr>
                <a:defRPr/>
              </a:pPr>
              <a:t>10/24/25</a:t>
            </a:fld>
            <a:endParaRPr lang="en-US" dirty="0"/>
          </a:p>
        </p:txBody>
      </p:sp>
      <p:sp>
        <p:nvSpPr>
          <p:cNvPr id="4" name="Slide Image Placeholder 3"/>
          <p:cNvSpPr>
            <a:spLocks noGrp="1" noRot="1" noChangeAspect="1"/>
          </p:cNvSpPr>
          <p:nvPr>
            <p:ph type="sldImg" idx="2"/>
          </p:nvPr>
        </p:nvSpPr>
        <p:spPr>
          <a:xfrm>
            <a:off x="706112" y="1097318"/>
            <a:ext cx="5445775" cy="3063249"/>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846317"/>
            <a:ext cx="5486400" cy="3611883"/>
          </a:xfrm>
          <a:prstGeom prst="rect">
            <a:avLst/>
          </a:prstGeom>
        </p:spPr>
        <p:txBody>
          <a:bodyPr vert="horz" lIns="91440" tIns="45720" rIns="91440" bIns="45720" rtlCol="0"/>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100">
                <a:solidFill>
                  <a:srgbClr val="8D95A4"/>
                </a:solidFill>
                <a:latin typeface="Trebuchet MS"/>
                <a:ea typeface="+mn-ea"/>
                <a:cs typeface="+mn-cs"/>
              </a:defRPr>
            </a:lvl1pPr>
          </a:lstStyle>
          <a:p>
            <a:pPr>
              <a:defRPr/>
            </a:pPr>
            <a:fld id="{DF21AEC2-E797-704C-B342-FC300ACB0B81}" type="slidenum">
              <a:rPr lang="en-US" smtClean="0"/>
              <a:pPr>
                <a:defRPr/>
              </a:pPr>
              <a:t>‹#›</a:t>
            </a:fld>
            <a:endParaRPr lang="en-US" dirty="0"/>
          </a:p>
        </p:txBody>
      </p:sp>
      <p:sp>
        <p:nvSpPr>
          <p:cNvPr id="9" name="Footer Placeholder 3"/>
          <p:cNvSpPr txBox="1">
            <a:spLocks/>
          </p:cNvSpPr>
          <p:nvPr/>
        </p:nvSpPr>
        <p:spPr>
          <a:xfrm>
            <a:off x="0" y="8685213"/>
            <a:ext cx="3886200" cy="457200"/>
          </a:xfrm>
          <a:prstGeom prst="rect">
            <a:avLst/>
          </a:prstGeom>
        </p:spPr>
        <p:txBody>
          <a:bodyPr anchor="b"/>
          <a:lstStyle>
            <a:defPPr>
              <a:defRPr lang="en-US"/>
            </a:defPPr>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spcBef>
                <a:spcPts val="0"/>
              </a:spcBef>
              <a:spcAft>
                <a:spcPts val="0"/>
              </a:spcAft>
              <a:defRPr/>
            </a:pPr>
            <a:r>
              <a:rPr lang="en-US" sz="1100" dirty="0">
                <a:solidFill>
                  <a:srgbClr val="8D95A4"/>
                </a:solidFill>
                <a:latin typeface="Trebuchet MS"/>
              </a:rPr>
              <a:t>Copyright © Nomis Solutions, Inc. All rights reserved.</a:t>
            </a:r>
          </a:p>
        </p:txBody>
      </p:sp>
    </p:spTree>
    <p:extLst>
      <p:ext uri="{BB962C8B-B14F-4D97-AF65-F5344CB8AC3E}">
        <p14:creationId xmlns:p14="http://schemas.microsoft.com/office/powerpoint/2010/main" val="267696216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400" kern="1200">
        <a:solidFill>
          <a:srgbClr val="1C1C1C"/>
        </a:solidFill>
        <a:latin typeface="Trebuchet MS"/>
        <a:ea typeface="ＭＳ Ｐゴシック" charset="0"/>
        <a:cs typeface="ＭＳ Ｐゴシック" charset="0"/>
      </a:defRPr>
    </a:lvl1pPr>
    <a:lvl2pPr marL="173038" algn="l" rtl="0" eaLnBrk="0" fontAlgn="base" hangingPunct="0">
      <a:spcBef>
        <a:spcPct val="30000"/>
      </a:spcBef>
      <a:spcAft>
        <a:spcPct val="0"/>
      </a:spcAft>
      <a:defRPr sz="1200" kern="1200">
        <a:solidFill>
          <a:srgbClr val="1C1C1C"/>
        </a:solidFill>
        <a:latin typeface="Trebuchet MS"/>
        <a:ea typeface="ＭＳ Ｐゴシック" charset="0"/>
        <a:cs typeface="+mn-cs"/>
      </a:defRPr>
    </a:lvl2pPr>
    <a:lvl3pPr marL="514350" algn="l" rtl="0" eaLnBrk="0" fontAlgn="base" hangingPunct="0">
      <a:spcBef>
        <a:spcPct val="30000"/>
      </a:spcBef>
      <a:spcAft>
        <a:spcPct val="0"/>
      </a:spcAft>
      <a:defRPr sz="1200" kern="1200">
        <a:solidFill>
          <a:srgbClr val="1C1C1C"/>
        </a:solidFill>
        <a:latin typeface="Trebuchet MS"/>
        <a:ea typeface="ＭＳ Ｐゴシック" charset="0"/>
        <a:cs typeface="+mn-cs"/>
      </a:defRPr>
    </a:lvl3pPr>
    <a:lvl4pPr marL="854075" algn="l" rtl="0" eaLnBrk="0" fontAlgn="base" hangingPunct="0">
      <a:spcBef>
        <a:spcPct val="30000"/>
      </a:spcBef>
      <a:spcAft>
        <a:spcPct val="0"/>
      </a:spcAft>
      <a:defRPr sz="1200" kern="1200">
        <a:solidFill>
          <a:srgbClr val="1C1C1C"/>
        </a:solidFill>
        <a:latin typeface="Trebuchet MS"/>
        <a:ea typeface="ＭＳ Ｐゴシック" charset="0"/>
        <a:cs typeface="+mn-cs"/>
      </a:defRPr>
    </a:lvl4pPr>
    <a:lvl5pPr marL="1195388" algn="l" rtl="0" eaLnBrk="0" fontAlgn="base" hangingPunct="0">
      <a:spcBef>
        <a:spcPct val="30000"/>
      </a:spcBef>
      <a:spcAft>
        <a:spcPct val="0"/>
      </a:spcAft>
      <a:defRPr sz="1200" kern="1200">
        <a:solidFill>
          <a:srgbClr val="1C1C1C"/>
        </a:solidFill>
        <a:latin typeface="Trebuchet MS"/>
        <a:ea typeface="ＭＳ Ｐゴシック" charset="0"/>
        <a:cs typeface="+mn-cs"/>
      </a:defRPr>
    </a:lvl5pPr>
    <a:lvl6pPr marL="2285600" algn="l" defTabSz="914240" rtl="0" eaLnBrk="1" latinLnBrk="0" hangingPunct="1">
      <a:defRPr sz="1200" kern="1200">
        <a:solidFill>
          <a:schemeClr val="tx1"/>
        </a:solidFill>
        <a:latin typeface="+mn-lt"/>
        <a:ea typeface="+mn-ea"/>
        <a:cs typeface="+mn-cs"/>
      </a:defRPr>
    </a:lvl6pPr>
    <a:lvl7pPr marL="2742720" algn="l" defTabSz="914240" rtl="0" eaLnBrk="1" latinLnBrk="0" hangingPunct="1">
      <a:defRPr sz="1200" kern="1200">
        <a:solidFill>
          <a:schemeClr val="tx1"/>
        </a:solidFill>
        <a:latin typeface="+mn-lt"/>
        <a:ea typeface="+mn-ea"/>
        <a:cs typeface="+mn-cs"/>
      </a:defRPr>
    </a:lvl7pPr>
    <a:lvl8pPr marL="3199840" algn="l" defTabSz="914240" rtl="0" eaLnBrk="1" latinLnBrk="0" hangingPunct="1">
      <a:defRPr sz="1200" kern="1200">
        <a:solidFill>
          <a:schemeClr val="tx1"/>
        </a:solidFill>
        <a:latin typeface="+mn-lt"/>
        <a:ea typeface="+mn-ea"/>
        <a:cs typeface="+mn-cs"/>
      </a:defRPr>
    </a:lvl8pPr>
    <a:lvl9pPr marL="3656960" algn="l" defTabSz="91424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06438" y="1096963"/>
            <a:ext cx="5445125" cy="3063875"/>
          </a:xfrm>
        </p:spPr>
      </p:sp>
      <p:sp>
        <p:nvSpPr>
          <p:cNvPr id="3" name="Notes Placeholder 2"/>
          <p:cNvSpPr>
            <a:spLocks noGrp="1"/>
          </p:cNvSpPr>
          <p:nvPr>
            <p:ph type="body" idx="1"/>
          </p:nvPr>
        </p:nvSpPr>
        <p:spPr/>
        <p:txBody>
          <a:bodyPr/>
          <a:lstStyle/>
          <a:p>
            <a:pPr marL="285750" indent="-285750">
              <a:buFont typeface="Arial" panose="020B0604020202020204" pitchFamily="34" charset="0"/>
              <a:buChar char="•"/>
            </a:pPr>
            <a:r>
              <a:rPr lang="en-US" dirty="0"/>
              <a:t>Nomis Partnership</a:t>
            </a:r>
          </a:p>
          <a:p>
            <a:pPr marL="458788" lvl="1" indent="-285750">
              <a:buFont typeface="Arial" panose="020B0604020202020204" pitchFamily="34" charset="0"/>
              <a:buChar char="•"/>
            </a:pPr>
            <a:r>
              <a:rPr lang="en-US" dirty="0"/>
              <a:t>What is the partnership</a:t>
            </a:r>
          </a:p>
          <a:p>
            <a:pPr marL="458788" lvl="1" indent="-285750">
              <a:buFont typeface="Arial" panose="020B0604020202020204" pitchFamily="34" charset="0"/>
              <a:buChar char="•"/>
            </a:pPr>
            <a:r>
              <a:rPr lang="en-US" dirty="0"/>
              <a:t>What has happened in the partnership</a:t>
            </a:r>
          </a:p>
          <a:p>
            <a:pPr marL="458788" lvl="1" indent="-285750">
              <a:buFont typeface="Arial" panose="020B0604020202020204" pitchFamily="34" charset="0"/>
              <a:buChar char="•"/>
            </a:pPr>
            <a:r>
              <a:rPr lang="en-US" dirty="0"/>
              <a:t>What are we working on to enhance the partnership</a:t>
            </a:r>
          </a:p>
          <a:p>
            <a:pPr marL="285750" lvl="0" indent="-285750">
              <a:buFont typeface="Arial" panose="020B0604020202020204" pitchFamily="34" charset="0"/>
              <a:buChar char="•"/>
            </a:pPr>
            <a:r>
              <a:rPr lang="en-US" dirty="0"/>
              <a:t>Market Insights* </a:t>
            </a:r>
          </a:p>
          <a:p>
            <a:pPr marL="458788" lvl="1" indent="-285750">
              <a:buFont typeface="Arial" panose="020B0604020202020204" pitchFamily="34" charset="0"/>
              <a:buChar char="•"/>
            </a:pPr>
            <a:r>
              <a:rPr lang="en-US" dirty="0"/>
              <a:t>Only have this section if ICON joins the meeting</a:t>
            </a:r>
          </a:p>
        </p:txBody>
      </p:sp>
      <p:sp>
        <p:nvSpPr>
          <p:cNvPr id="4" name="Slide Number Placeholder 3"/>
          <p:cNvSpPr>
            <a:spLocks noGrp="1"/>
          </p:cNvSpPr>
          <p:nvPr>
            <p:ph type="sldNum" sz="quarter" idx="10"/>
          </p:nvPr>
        </p:nvSpPr>
        <p:spPr/>
        <p:txBody>
          <a:bodyPr/>
          <a:lstStyle/>
          <a:p>
            <a:pPr>
              <a:defRPr/>
            </a:pPr>
            <a:fld id="{DF21AEC2-E797-704C-B342-FC300ACB0B81}" type="slidenum">
              <a:rPr lang="en-US" smtClean="0"/>
              <a:pPr>
                <a:defRPr/>
              </a:pPr>
              <a:t>2</a:t>
            </a:fld>
            <a:endParaRPr lang="en-US" dirty="0"/>
          </a:p>
        </p:txBody>
      </p:sp>
    </p:spTree>
    <p:extLst>
      <p:ext uri="{BB962C8B-B14F-4D97-AF65-F5344CB8AC3E}">
        <p14:creationId xmlns:p14="http://schemas.microsoft.com/office/powerpoint/2010/main" val="2660999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06438" y="1096963"/>
            <a:ext cx="5445125" cy="306387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DF21AEC2-E797-704C-B342-FC300ACB0B81}" type="slidenum">
              <a:rPr lang="en-US" smtClean="0"/>
              <a:pPr>
                <a:defRPr/>
              </a:pPr>
              <a:t>4</a:t>
            </a:fld>
            <a:endParaRPr lang="en-US" dirty="0"/>
          </a:p>
        </p:txBody>
      </p:sp>
    </p:spTree>
    <p:extLst>
      <p:ext uri="{BB962C8B-B14F-4D97-AF65-F5344CB8AC3E}">
        <p14:creationId xmlns:p14="http://schemas.microsoft.com/office/powerpoint/2010/main" val="22784083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06438" y="1096963"/>
            <a:ext cx="5445125" cy="3063875"/>
          </a:xfrm>
        </p:spPr>
      </p:sp>
      <p:sp>
        <p:nvSpPr>
          <p:cNvPr id="3" name="Notes Placeholder 2"/>
          <p:cNvSpPr>
            <a:spLocks noGrp="1"/>
          </p:cNvSpPr>
          <p:nvPr>
            <p:ph type="body" idx="1"/>
          </p:nvPr>
        </p:nvSpPr>
        <p:spPr/>
        <p:txBody>
          <a:bodyPr/>
          <a:lstStyle/>
          <a:p>
            <a:r>
              <a:rPr lang="en-US" dirty="0"/>
              <a:t>The page is to summarize the latest analysis, recommendations, implementation and results. Time line varies, based on the last review. </a:t>
            </a:r>
          </a:p>
        </p:txBody>
      </p:sp>
      <p:sp>
        <p:nvSpPr>
          <p:cNvPr id="4" name="Slide Number Placeholder 3"/>
          <p:cNvSpPr>
            <a:spLocks noGrp="1"/>
          </p:cNvSpPr>
          <p:nvPr>
            <p:ph type="sldNum" sz="quarter" idx="10"/>
          </p:nvPr>
        </p:nvSpPr>
        <p:spPr/>
        <p:txBody>
          <a:bodyPr/>
          <a:lstStyle/>
          <a:p>
            <a:pPr>
              <a:defRPr/>
            </a:pPr>
            <a:fld id="{DF21AEC2-E797-704C-B342-FC300ACB0B81}" type="slidenum">
              <a:rPr lang="en-US" smtClean="0"/>
              <a:pPr>
                <a:defRPr/>
              </a:pPr>
              <a:t>5</a:t>
            </a:fld>
            <a:endParaRPr lang="en-US" dirty="0"/>
          </a:p>
        </p:txBody>
      </p:sp>
    </p:spTree>
    <p:extLst>
      <p:ext uri="{BB962C8B-B14F-4D97-AF65-F5344CB8AC3E}">
        <p14:creationId xmlns:p14="http://schemas.microsoft.com/office/powerpoint/2010/main" val="14106907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06438" y="1096963"/>
            <a:ext cx="5445125" cy="306387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DF21AEC2-E797-704C-B342-FC300ACB0B81}" type="slidenum">
              <a:rPr lang="en-US" smtClean="0"/>
              <a:pPr>
                <a:defRPr/>
              </a:pPr>
              <a:t>8</a:t>
            </a:fld>
            <a:endParaRPr lang="en-US" dirty="0"/>
          </a:p>
        </p:txBody>
      </p:sp>
    </p:spTree>
    <p:extLst>
      <p:ext uri="{BB962C8B-B14F-4D97-AF65-F5344CB8AC3E}">
        <p14:creationId xmlns:p14="http://schemas.microsoft.com/office/powerpoint/2010/main" val="18951495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06438" y="1096963"/>
            <a:ext cx="5445125" cy="306387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DF21AEC2-E797-704C-B342-FC300ACB0B81}" type="slidenum">
              <a:rPr lang="en-US" smtClean="0"/>
              <a:pPr>
                <a:defRPr/>
              </a:pPr>
              <a:t>11</a:t>
            </a:fld>
            <a:endParaRPr lang="en-US" dirty="0"/>
          </a:p>
        </p:txBody>
      </p:sp>
    </p:spTree>
    <p:extLst>
      <p:ext uri="{BB962C8B-B14F-4D97-AF65-F5344CB8AC3E}">
        <p14:creationId xmlns:p14="http://schemas.microsoft.com/office/powerpoint/2010/main" val="29843173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06438" y="1096963"/>
            <a:ext cx="5445125" cy="306387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DF21AEC2-E797-704C-B342-FC300ACB0B81}" type="slidenum">
              <a:rPr lang="en-US" smtClean="0"/>
              <a:pPr>
                <a:defRPr/>
              </a:pPr>
              <a:t>17</a:t>
            </a:fld>
            <a:endParaRPr lang="en-US" dirty="0"/>
          </a:p>
        </p:txBody>
      </p:sp>
    </p:spTree>
    <p:extLst>
      <p:ext uri="{BB962C8B-B14F-4D97-AF65-F5344CB8AC3E}">
        <p14:creationId xmlns:p14="http://schemas.microsoft.com/office/powerpoint/2010/main" val="29973031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06438" y="1096963"/>
            <a:ext cx="5445125" cy="3063875"/>
          </a:xfrm>
        </p:spPr>
      </p:sp>
      <p:sp>
        <p:nvSpPr>
          <p:cNvPr id="3" name="Notes Placeholder 2"/>
          <p:cNvSpPr>
            <a:spLocks noGrp="1"/>
          </p:cNvSpPr>
          <p:nvPr>
            <p:ph type="body" idx="1"/>
          </p:nvPr>
        </p:nvSpPr>
        <p:spPr/>
        <p:txBody>
          <a:bodyPr/>
          <a:lstStyle/>
          <a:p>
            <a:r>
              <a:rPr lang="en-US" dirty="0"/>
              <a:t>Remember to make sure to tie to our pillars, change as needed</a:t>
            </a:r>
          </a:p>
          <a:p>
            <a:r>
              <a:rPr lang="en-US" dirty="0"/>
              <a:t>x</a:t>
            </a:r>
          </a:p>
        </p:txBody>
      </p:sp>
      <p:sp>
        <p:nvSpPr>
          <p:cNvPr id="4" name="Slide Number Placeholder 3"/>
          <p:cNvSpPr>
            <a:spLocks noGrp="1"/>
          </p:cNvSpPr>
          <p:nvPr>
            <p:ph type="sldNum" sz="quarter" idx="10"/>
          </p:nvPr>
        </p:nvSpPr>
        <p:spPr/>
        <p:txBody>
          <a:bodyPr/>
          <a:lstStyle/>
          <a:p>
            <a:pPr>
              <a:defRPr/>
            </a:pPr>
            <a:fld id="{DF21AEC2-E797-704C-B342-FC300ACB0B81}" type="slidenum">
              <a:rPr lang="en-US" smtClean="0"/>
              <a:pPr>
                <a:defRPr/>
              </a:pPr>
              <a:t>19</a:t>
            </a:fld>
            <a:endParaRPr lang="en-US" dirty="0"/>
          </a:p>
        </p:txBody>
      </p:sp>
    </p:spTree>
    <p:extLst>
      <p:ext uri="{BB962C8B-B14F-4D97-AF65-F5344CB8AC3E}">
        <p14:creationId xmlns:p14="http://schemas.microsoft.com/office/powerpoint/2010/main" val="25078395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06438" y="1096963"/>
            <a:ext cx="5445125" cy="306387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DF21AEC2-E797-704C-B342-FC300ACB0B81}" type="slidenum">
              <a:rPr lang="en-US" smtClean="0"/>
              <a:pPr>
                <a:defRPr/>
              </a:pPr>
              <a:t>20</a:t>
            </a:fld>
            <a:endParaRPr lang="en-US" dirty="0"/>
          </a:p>
        </p:txBody>
      </p:sp>
    </p:spTree>
    <p:extLst>
      <p:ext uri="{BB962C8B-B14F-4D97-AF65-F5344CB8AC3E}">
        <p14:creationId xmlns:p14="http://schemas.microsoft.com/office/powerpoint/2010/main" val="19453037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06438" y="1096963"/>
            <a:ext cx="5445125" cy="306387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DF21AEC2-E797-704C-B342-FC300ACB0B81}" type="slidenum">
              <a:rPr lang="en-US" smtClean="0"/>
              <a:pPr>
                <a:defRPr/>
              </a:pPr>
              <a:t>21</a:t>
            </a:fld>
            <a:endParaRPr lang="en-US" dirty="0"/>
          </a:p>
        </p:txBody>
      </p:sp>
    </p:spTree>
    <p:extLst>
      <p:ext uri="{BB962C8B-B14F-4D97-AF65-F5344CB8AC3E}">
        <p14:creationId xmlns:p14="http://schemas.microsoft.com/office/powerpoint/2010/main" val="3939858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06438" y="1096963"/>
            <a:ext cx="5445125" cy="3063875"/>
          </a:xfrm>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Globally Nomis has identified and played a part in implementing the journey from market generic prices through to customer centric pricing, through a consistent 4 phases of pricing maturity</a:t>
            </a:r>
          </a:p>
          <a:p>
            <a:pPr marL="171450" indent="-171450">
              <a:buFont typeface="Arial" panose="020B0604020202020204" pitchFamily="34" charset="0"/>
              <a:buChar char="•"/>
            </a:pPr>
            <a:r>
              <a:rPr lang="en-US" dirty="0"/>
              <a:t>Starting with market generic, market generic is where rates are defined at the national level based entirely on competitor information and few analytics</a:t>
            </a:r>
          </a:p>
          <a:p>
            <a:pPr marL="171450" indent="-171450">
              <a:buFont typeface="Arial" panose="020B0604020202020204" pitchFamily="34" charset="0"/>
              <a:buChar char="•"/>
            </a:pPr>
            <a:r>
              <a:rPr lang="en-US" dirty="0"/>
              <a:t>Product centric is the ability to incorporate product attributes into the price setting process, although banks have typically achieved this, they have struggled to operationalize it due to limitations and disconnect in their end-to-end pricing capabilities. Before moving towards personalized/CC pricing, this E2E process has to be streamlined, no bank has managed to progress beyond product centric until connecting the back office and the front-line.</a:t>
            </a:r>
          </a:p>
          <a:p>
            <a:pPr marL="171450" lvl="0" indent="-171450">
              <a:buFont typeface="Arial" panose="020B0604020202020204" pitchFamily="34" charset="0"/>
              <a:buChar char="•"/>
            </a:pPr>
            <a:r>
              <a:rPr lang="en-US" dirty="0"/>
              <a:t>Personalized pricing, is the ability to tailor a price at the customer level based on a combination of product and customer attributes used to either analytically optimize rates, or set rules to adjust pricing accordingly. Personalized pricing capabilities allow the bank to both consider pricing at the enterprise level, and start to collect customer centric data (based on test and learn), which are critical to move to the next phase</a:t>
            </a:r>
          </a:p>
          <a:p>
            <a:pPr marL="171450" lvl="0" indent="-171450">
              <a:buFont typeface="Arial" panose="020B0604020202020204" pitchFamily="34" charset="0"/>
              <a:buChar char="•"/>
            </a:pPr>
            <a:r>
              <a:rPr lang="en-US" dirty="0"/>
              <a:t>Customer centric pricing, is the ability to define a price in the context of the clients needs, preferences, behaviours, life-stage and real-time situation that’s still in-line with bank objectives</a:t>
            </a:r>
          </a:p>
          <a:p>
            <a:pPr marL="171450" lvl="0" indent="-171450">
              <a:buFont typeface="Arial" panose="020B0604020202020204" pitchFamily="34" charset="0"/>
              <a:buChar char="•"/>
            </a:pPr>
            <a:r>
              <a:rPr lang="en-US" dirty="0"/>
              <a:t>Currently, Banks trailing the market average are largely due to the inability to operationalize granular pricing strategies</a:t>
            </a:r>
          </a:p>
        </p:txBody>
      </p:sp>
      <p:sp>
        <p:nvSpPr>
          <p:cNvPr id="4" name="Slide Number Placeholder 3"/>
          <p:cNvSpPr>
            <a:spLocks noGrp="1"/>
          </p:cNvSpPr>
          <p:nvPr>
            <p:ph type="sldNum" sz="quarter" idx="10"/>
          </p:nvPr>
        </p:nvSpPr>
        <p:spPr/>
        <p:txBody>
          <a:bodyPr/>
          <a:lstStyle/>
          <a:p>
            <a:fld id="{ECB1404B-3FB2-4C31-B455-56FF5AC17B85}" type="slidenum">
              <a:rPr lang="en-US" smtClean="0"/>
              <a:pPr/>
              <a:t>22</a:t>
            </a:fld>
            <a:endParaRPr lang="en-US" dirty="0"/>
          </a:p>
        </p:txBody>
      </p:sp>
    </p:spTree>
    <p:extLst>
      <p:ext uri="{BB962C8B-B14F-4D97-AF65-F5344CB8AC3E}">
        <p14:creationId xmlns:p14="http://schemas.microsoft.com/office/powerpoint/2010/main" val="30457369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06438" y="1096963"/>
            <a:ext cx="5445125" cy="3063875"/>
          </a:xfrm>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Customer centric pricing is not just about the customer! It’s about finding the sweet spot, a win-win, between the customer, bank and banker</a:t>
            </a:r>
          </a:p>
          <a:p>
            <a:pPr marL="171450" indent="-171450">
              <a:buFont typeface="Arial" panose="020B0604020202020204" pitchFamily="34" charset="0"/>
              <a:buChar char="•"/>
            </a:pPr>
            <a:r>
              <a:rPr lang="en-US" dirty="0"/>
              <a:t>In order to be successful on the journey, an E2E platform that considers the bank’s objective, the customer’s preferences needs and behaviours, and facilitates the right conversation by empowering the banker is key </a:t>
            </a:r>
          </a:p>
        </p:txBody>
      </p:sp>
      <p:sp>
        <p:nvSpPr>
          <p:cNvPr id="4" name="Slide Number Placeholder 3"/>
          <p:cNvSpPr>
            <a:spLocks noGrp="1"/>
          </p:cNvSpPr>
          <p:nvPr>
            <p:ph type="sldNum" sz="quarter" idx="10"/>
          </p:nvPr>
        </p:nvSpPr>
        <p:spPr/>
        <p:txBody>
          <a:bodyPr/>
          <a:lstStyle/>
          <a:p>
            <a:fld id="{ECB1404B-3FB2-4C31-B455-56FF5AC17B85}" type="slidenum">
              <a:rPr lang="en-US" smtClean="0"/>
              <a:pPr/>
              <a:t>23</a:t>
            </a:fld>
            <a:endParaRPr lang="en-US" dirty="0"/>
          </a:p>
        </p:txBody>
      </p:sp>
    </p:spTree>
    <p:extLst>
      <p:ext uri="{BB962C8B-B14F-4D97-AF65-F5344CB8AC3E}">
        <p14:creationId xmlns:p14="http://schemas.microsoft.com/office/powerpoint/2010/main" val="31326580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06438" y="1096963"/>
            <a:ext cx="5445125" cy="306387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DF21AEC2-E797-704C-B342-FC300ACB0B81}" type="slidenum">
              <a:rPr lang="en-US" smtClean="0"/>
              <a:pPr>
                <a:defRPr/>
              </a:pPr>
              <a:t>25</a:t>
            </a:fld>
            <a:endParaRPr lang="en-US" dirty="0"/>
          </a:p>
        </p:txBody>
      </p:sp>
    </p:spTree>
    <p:extLst>
      <p:ext uri="{BB962C8B-B14F-4D97-AF65-F5344CB8AC3E}">
        <p14:creationId xmlns:p14="http://schemas.microsoft.com/office/powerpoint/2010/main" val="17626716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7"/>
          <p:cNvSpPr>
            <a:spLocks noGrp="1" noChangeArrowheads="1"/>
          </p:cNvSpPr>
          <p:nvPr>
            <p:ph type="sldNum" sz="quarter" idx="5"/>
          </p:nvPr>
        </p:nvSpPr>
        <p:spPr/>
        <p:txBody>
          <a:bodyPr/>
          <a:lstStyle/>
          <a:p>
            <a:pPr>
              <a:defRPr/>
            </a:pPr>
            <a:fld id="{1D87BDCF-25EA-D444-8373-2AFED843C34E}" type="slidenum">
              <a:rPr lang="en-US">
                <a:solidFill>
                  <a:prstClr val="black"/>
                </a:solidFill>
              </a:rPr>
              <a:pPr>
                <a:defRPr/>
              </a:pPr>
              <a:t>26</a:t>
            </a:fld>
            <a:endParaRPr lang="en-US">
              <a:solidFill>
                <a:prstClr val="black"/>
              </a:solidFill>
            </a:endParaRPr>
          </a:p>
        </p:txBody>
      </p:sp>
      <p:sp>
        <p:nvSpPr>
          <p:cNvPr id="70658" name="Rectangle 7"/>
          <p:cNvSpPr txBox="1">
            <a:spLocks noGrp="1" noChangeArrowheads="1"/>
          </p:cNvSpPr>
          <p:nvPr/>
        </p:nvSpPr>
        <p:spPr bwMode="auto">
          <a:xfrm>
            <a:off x="3884613" y="8683625"/>
            <a:ext cx="2971800" cy="4587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91401" tIns="45700" rIns="91401" bIns="45700" anchor="b"/>
          <a:lstStyle>
            <a:lvl1pPr defTabSz="895350" eaLnBrk="0" hangingPunct="0">
              <a:defRPr sz="2400">
                <a:solidFill>
                  <a:schemeClr val="tx1"/>
                </a:solidFill>
                <a:latin typeface="Calibri" charset="0"/>
                <a:ea typeface="ＭＳ Ｐゴシック" charset="0"/>
                <a:cs typeface="ＭＳ Ｐゴシック" charset="0"/>
              </a:defRPr>
            </a:lvl1pPr>
            <a:lvl2pPr marL="742950" indent="-285750" defTabSz="895350" eaLnBrk="0" hangingPunct="0">
              <a:defRPr sz="2400">
                <a:solidFill>
                  <a:schemeClr val="tx1"/>
                </a:solidFill>
                <a:latin typeface="Calibri" charset="0"/>
                <a:ea typeface="ＭＳ Ｐゴシック" charset="0"/>
              </a:defRPr>
            </a:lvl2pPr>
            <a:lvl3pPr marL="1143000" indent="-228600" defTabSz="895350" eaLnBrk="0" hangingPunct="0">
              <a:defRPr sz="2400">
                <a:solidFill>
                  <a:schemeClr val="tx1"/>
                </a:solidFill>
                <a:latin typeface="Calibri" charset="0"/>
                <a:ea typeface="ＭＳ Ｐゴシック" charset="0"/>
              </a:defRPr>
            </a:lvl3pPr>
            <a:lvl4pPr marL="1600200" indent="-228600" defTabSz="895350" eaLnBrk="0" hangingPunct="0">
              <a:defRPr sz="2400">
                <a:solidFill>
                  <a:schemeClr val="tx1"/>
                </a:solidFill>
                <a:latin typeface="Calibri" charset="0"/>
                <a:ea typeface="ＭＳ Ｐゴシック" charset="0"/>
              </a:defRPr>
            </a:lvl4pPr>
            <a:lvl5pPr marL="2057400" indent="-228600" defTabSz="895350" eaLnBrk="0" hangingPunct="0">
              <a:defRPr sz="2400">
                <a:solidFill>
                  <a:schemeClr val="tx1"/>
                </a:solidFill>
                <a:latin typeface="Calibri" charset="0"/>
                <a:ea typeface="ＭＳ Ｐゴシック" charset="0"/>
              </a:defRPr>
            </a:lvl5pPr>
            <a:lvl6pPr marL="2514600" indent="-228600" defTabSz="895350" eaLnBrk="0" fontAlgn="base" hangingPunct="0">
              <a:spcBef>
                <a:spcPct val="0"/>
              </a:spcBef>
              <a:spcAft>
                <a:spcPct val="0"/>
              </a:spcAft>
              <a:defRPr sz="2400">
                <a:solidFill>
                  <a:schemeClr val="tx1"/>
                </a:solidFill>
                <a:latin typeface="Calibri" charset="0"/>
                <a:ea typeface="ＭＳ Ｐゴシック" charset="0"/>
              </a:defRPr>
            </a:lvl6pPr>
            <a:lvl7pPr marL="2971800" indent="-228600" defTabSz="895350" eaLnBrk="0" fontAlgn="base" hangingPunct="0">
              <a:spcBef>
                <a:spcPct val="0"/>
              </a:spcBef>
              <a:spcAft>
                <a:spcPct val="0"/>
              </a:spcAft>
              <a:defRPr sz="2400">
                <a:solidFill>
                  <a:schemeClr val="tx1"/>
                </a:solidFill>
                <a:latin typeface="Calibri" charset="0"/>
                <a:ea typeface="ＭＳ Ｐゴシック" charset="0"/>
              </a:defRPr>
            </a:lvl7pPr>
            <a:lvl8pPr marL="3429000" indent="-228600" defTabSz="895350" eaLnBrk="0" fontAlgn="base" hangingPunct="0">
              <a:spcBef>
                <a:spcPct val="0"/>
              </a:spcBef>
              <a:spcAft>
                <a:spcPct val="0"/>
              </a:spcAft>
              <a:defRPr sz="2400">
                <a:solidFill>
                  <a:schemeClr val="tx1"/>
                </a:solidFill>
                <a:latin typeface="Calibri" charset="0"/>
                <a:ea typeface="ＭＳ Ｐゴシック" charset="0"/>
              </a:defRPr>
            </a:lvl8pPr>
            <a:lvl9pPr marL="3886200" indent="-228600" defTabSz="895350" eaLnBrk="0" fontAlgn="base" hangingPunct="0">
              <a:spcBef>
                <a:spcPct val="0"/>
              </a:spcBef>
              <a:spcAft>
                <a:spcPct val="0"/>
              </a:spcAft>
              <a:defRPr sz="2400">
                <a:solidFill>
                  <a:schemeClr val="tx1"/>
                </a:solidFill>
                <a:latin typeface="Calibri" charset="0"/>
                <a:ea typeface="ＭＳ Ｐゴシック" charset="0"/>
              </a:defRPr>
            </a:lvl9pPr>
          </a:lstStyle>
          <a:p>
            <a:pPr algn="r" eaLnBrk="1" hangingPunct="1"/>
            <a:fld id="{FA7D3650-4A69-C24B-9EC1-94110F4B382B}" type="slidenum">
              <a:rPr lang="en-US" sz="1100">
                <a:solidFill>
                  <a:srgbClr val="000000"/>
                </a:solidFill>
                <a:cs typeface="Arial" charset="0"/>
              </a:rPr>
              <a:pPr algn="r" eaLnBrk="1" hangingPunct="1"/>
              <a:t>26</a:t>
            </a:fld>
            <a:endParaRPr lang="en-US" sz="1100">
              <a:solidFill>
                <a:srgbClr val="000000"/>
              </a:solidFill>
              <a:cs typeface="Arial" charset="0"/>
            </a:endParaRPr>
          </a:p>
        </p:txBody>
      </p:sp>
      <p:sp>
        <p:nvSpPr>
          <p:cNvPr id="70659" name="Rectangle 7"/>
          <p:cNvSpPr txBox="1">
            <a:spLocks noGrp="1" noChangeArrowheads="1"/>
          </p:cNvSpPr>
          <p:nvPr/>
        </p:nvSpPr>
        <p:spPr bwMode="auto">
          <a:xfrm>
            <a:off x="3881438" y="8683625"/>
            <a:ext cx="2974975" cy="4587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90287" tIns="45144" rIns="90287" bIns="45144" anchor="b"/>
          <a:lstStyle>
            <a:lvl1pPr defTabSz="900113" eaLnBrk="0" hangingPunct="0">
              <a:defRPr sz="2400">
                <a:solidFill>
                  <a:schemeClr val="tx1"/>
                </a:solidFill>
                <a:latin typeface="Calibri" charset="0"/>
                <a:ea typeface="ＭＳ Ｐゴシック" charset="0"/>
                <a:cs typeface="ＭＳ Ｐゴシック" charset="0"/>
              </a:defRPr>
            </a:lvl1pPr>
            <a:lvl2pPr marL="742950" indent="-285750" defTabSz="900113" eaLnBrk="0" hangingPunct="0">
              <a:defRPr sz="2400">
                <a:solidFill>
                  <a:schemeClr val="tx1"/>
                </a:solidFill>
                <a:latin typeface="Calibri" charset="0"/>
                <a:ea typeface="ＭＳ Ｐゴシック" charset="0"/>
              </a:defRPr>
            </a:lvl2pPr>
            <a:lvl3pPr marL="1143000" indent="-228600" defTabSz="900113" eaLnBrk="0" hangingPunct="0">
              <a:defRPr sz="2400">
                <a:solidFill>
                  <a:schemeClr val="tx1"/>
                </a:solidFill>
                <a:latin typeface="Calibri" charset="0"/>
                <a:ea typeface="ＭＳ Ｐゴシック" charset="0"/>
              </a:defRPr>
            </a:lvl3pPr>
            <a:lvl4pPr marL="1600200" indent="-228600" defTabSz="900113" eaLnBrk="0" hangingPunct="0">
              <a:defRPr sz="2400">
                <a:solidFill>
                  <a:schemeClr val="tx1"/>
                </a:solidFill>
                <a:latin typeface="Calibri" charset="0"/>
                <a:ea typeface="ＭＳ Ｐゴシック" charset="0"/>
              </a:defRPr>
            </a:lvl4pPr>
            <a:lvl5pPr marL="2057400" indent="-228600" defTabSz="900113" eaLnBrk="0" hangingPunct="0">
              <a:defRPr sz="2400">
                <a:solidFill>
                  <a:schemeClr val="tx1"/>
                </a:solidFill>
                <a:latin typeface="Calibri" charset="0"/>
                <a:ea typeface="ＭＳ Ｐゴシック" charset="0"/>
              </a:defRPr>
            </a:lvl5pPr>
            <a:lvl6pPr marL="2514600" indent="-228600" defTabSz="900113" eaLnBrk="0" fontAlgn="base" hangingPunct="0">
              <a:spcBef>
                <a:spcPct val="0"/>
              </a:spcBef>
              <a:spcAft>
                <a:spcPct val="0"/>
              </a:spcAft>
              <a:defRPr sz="2400">
                <a:solidFill>
                  <a:schemeClr val="tx1"/>
                </a:solidFill>
                <a:latin typeface="Calibri" charset="0"/>
                <a:ea typeface="ＭＳ Ｐゴシック" charset="0"/>
              </a:defRPr>
            </a:lvl6pPr>
            <a:lvl7pPr marL="2971800" indent="-228600" defTabSz="900113" eaLnBrk="0" fontAlgn="base" hangingPunct="0">
              <a:spcBef>
                <a:spcPct val="0"/>
              </a:spcBef>
              <a:spcAft>
                <a:spcPct val="0"/>
              </a:spcAft>
              <a:defRPr sz="2400">
                <a:solidFill>
                  <a:schemeClr val="tx1"/>
                </a:solidFill>
                <a:latin typeface="Calibri" charset="0"/>
                <a:ea typeface="ＭＳ Ｐゴシック" charset="0"/>
              </a:defRPr>
            </a:lvl7pPr>
            <a:lvl8pPr marL="3429000" indent="-228600" defTabSz="900113" eaLnBrk="0" fontAlgn="base" hangingPunct="0">
              <a:spcBef>
                <a:spcPct val="0"/>
              </a:spcBef>
              <a:spcAft>
                <a:spcPct val="0"/>
              </a:spcAft>
              <a:defRPr sz="2400">
                <a:solidFill>
                  <a:schemeClr val="tx1"/>
                </a:solidFill>
                <a:latin typeface="Calibri" charset="0"/>
                <a:ea typeface="ＭＳ Ｐゴシック" charset="0"/>
              </a:defRPr>
            </a:lvl8pPr>
            <a:lvl9pPr marL="3886200" indent="-228600" defTabSz="900113" eaLnBrk="0" fontAlgn="base" hangingPunct="0">
              <a:spcBef>
                <a:spcPct val="0"/>
              </a:spcBef>
              <a:spcAft>
                <a:spcPct val="0"/>
              </a:spcAft>
              <a:defRPr sz="2400">
                <a:solidFill>
                  <a:schemeClr val="tx1"/>
                </a:solidFill>
                <a:latin typeface="Calibri" charset="0"/>
                <a:ea typeface="ＭＳ Ｐゴシック" charset="0"/>
              </a:defRPr>
            </a:lvl9pPr>
          </a:lstStyle>
          <a:p>
            <a:pPr algn="r" eaLnBrk="1" hangingPunct="1"/>
            <a:fld id="{C1C32218-8715-5B44-8106-D08C4FA17025}" type="slidenum">
              <a:rPr lang="en-GB" sz="1100">
                <a:solidFill>
                  <a:srgbClr val="000000"/>
                </a:solidFill>
                <a:cs typeface="Arial" charset="0"/>
              </a:rPr>
              <a:pPr algn="r" eaLnBrk="1" hangingPunct="1"/>
              <a:t>26</a:t>
            </a:fld>
            <a:endParaRPr lang="en-GB" sz="1100">
              <a:solidFill>
                <a:srgbClr val="000000"/>
              </a:solidFill>
              <a:cs typeface="Arial" charset="0"/>
            </a:endParaRPr>
          </a:p>
        </p:txBody>
      </p:sp>
      <p:sp>
        <p:nvSpPr>
          <p:cNvPr id="70660" name="Rectangle 2"/>
          <p:cNvSpPr>
            <a:spLocks noGrp="1" noRot="1" noChangeAspect="1" noChangeArrowheads="1" noTextEdit="1"/>
          </p:cNvSpPr>
          <p:nvPr>
            <p:ph type="sldImg"/>
          </p:nvPr>
        </p:nvSpPr>
        <p:spPr bwMode="auto">
          <a:xfrm>
            <a:off x="392113" y="685800"/>
            <a:ext cx="6081712" cy="3422650"/>
          </a:xfrm>
          <a:noFill/>
          <a:ln>
            <a:solidFill>
              <a:srgbClr val="000000"/>
            </a:solidFill>
            <a:miter lim="800000"/>
            <a:headEnd/>
            <a:tailEnd/>
          </a:ln>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Lst>
        </p:spPr>
      </p:sp>
      <p:sp>
        <p:nvSpPr>
          <p:cNvPr id="70661" name="Rectangle 3"/>
          <p:cNvSpPr>
            <a:spLocks noGrp="1" noChangeArrowheads="1"/>
          </p:cNvSpPr>
          <p:nvPr>
            <p:ph type="body" idx="1"/>
          </p:nvPr>
        </p:nvSpPr>
        <p:spPr bwMode="auto">
          <a:xfrm>
            <a:off x="1162050" y="4343400"/>
            <a:ext cx="5116513" cy="4117975"/>
          </a:xfrm>
          <a:noFill/>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90287" tIns="45144" rIns="90287" bIns="45144" numCol="1" anchor="t" anchorCtr="0" compatLnSpc="1">
            <a:prstTxWarp prst="textNoShape">
              <a:avLst/>
            </a:prstTxWarp>
          </a:bodyPr>
          <a:lstStyle/>
          <a:p>
            <a:pPr eaLnBrk="1" hangingPunct="1"/>
            <a:endParaRPr lang="en-GB">
              <a:latin typeface="Calibri" charset="0"/>
            </a:endParaRPr>
          </a:p>
        </p:txBody>
      </p:sp>
    </p:spTree>
    <p:extLst>
      <p:ext uri="{BB962C8B-B14F-4D97-AF65-F5344CB8AC3E}">
        <p14:creationId xmlns:p14="http://schemas.microsoft.com/office/powerpoint/2010/main" val="6443343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7"/>
          <p:cNvSpPr>
            <a:spLocks noGrp="1" noChangeArrowheads="1"/>
          </p:cNvSpPr>
          <p:nvPr>
            <p:ph type="sldNum" sz="quarter" idx="5"/>
          </p:nvPr>
        </p:nvSpPr>
        <p:spPr>
          <a:ln/>
        </p:spPr>
        <p:txBody>
          <a:bodyPr/>
          <a:lstStyle/>
          <a:p>
            <a:fld id="{375B0D73-5EDA-4C5D-9BAC-047EE506236D}" type="slidenum">
              <a:rPr lang="en-US">
                <a:solidFill>
                  <a:prstClr val="black"/>
                </a:solidFill>
              </a:rPr>
              <a:pPr/>
              <a:t>27</a:t>
            </a:fld>
            <a:endParaRPr lang="en-US">
              <a:solidFill>
                <a:prstClr val="black"/>
              </a:solidFill>
            </a:endParaRPr>
          </a:p>
        </p:txBody>
      </p:sp>
      <p:sp>
        <p:nvSpPr>
          <p:cNvPr id="487426" name="Rectangle 7"/>
          <p:cNvSpPr txBox="1">
            <a:spLocks noGrp="1" noChangeArrowheads="1"/>
          </p:cNvSpPr>
          <p:nvPr/>
        </p:nvSpPr>
        <p:spPr bwMode="auto">
          <a:xfrm>
            <a:off x="3884414" y="8684383"/>
            <a:ext cx="2972099" cy="458107"/>
          </a:xfrm>
          <a:prstGeom prst="rect">
            <a:avLst/>
          </a:prstGeom>
          <a:noFill/>
          <a:ln w="9525">
            <a:noFill/>
            <a:miter lim="800000"/>
            <a:headEnd/>
            <a:tailEnd/>
          </a:ln>
        </p:spPr>
        <p:txBody>
          <a:bodyPr lIns="91390" tIns="45695" rIns="91390" bIns="45695" anchor="b"/>
          <a:lstStyle/>
          <a:p>
            <a:pPr algn="r" defTabSz="896127"/>
            <a:fld id="{3324575E-494B-4C2A-863D-CFE434527927}" type="slidenum">
              <a:rPr lang="en-US" sz="1100">
                <a:solidFill>
                  <a:prstClr val="black"/>
                </a:solidFill>
                <a:cs typeface="Arial" charset="0"/>
              </a:rPr>
              <a:pPr algn="r" defTabSz="896127"/>
              <a:t>27</a:t>
            </a:fld>
            <a:endParaRPr lang="en-US" sz="1100">
              <a:solidFill>
                <a:prstClr val="black"/>
              </a:solidFill>
              <a:cs typeface="Arial" charset="0"/>
            </a:endParaRPr>
          </a:p>
        </p:txBody>
      </p:sp>
      <p:sp>
        <p:nvSpPr>
          <p:cNvPr id="487427" name="Rectangle 7"/>
          <p:cNvSpPr txBox="1">
            <a:spLocks noGrp="1" noChangeArrowheads="1"/>
          </p:cNvSpPr>
          <p:nvPr/>
        </p:nvSpPr>
        <p:spPr bwMode="auto">
          <a:xfrm>
            <a:off x="3881440" y="8684383"/>
            <a:ext cx="2975076" cy="458107"/>
          </a:xfrm>
          <a:prstGeom prst="rect">
            <a:avLst/>
          </a:prstGeom>
          <a:noFill/>
          <a:ln w="9525">
            <a:noFill/>
            <a:miter lim="800000"/>
            <a:headEnd/>
            <a:tailEnd/>
          </a:ln>
        </p:spPr>
        <p:txBody>
          <a:bodyPr lIns="90277" tIns="45139" rIns="90277" bIns="45139" anchor="b"/>
          <a:lstStyle/>
          <a:p>
            <a:pPr algn="r" defTabSz="900631"/>
            <a:fld id="{165B6905-D53F-4264-914A-9740DC8057C1}" type="slidenum">
              <a:rPr lang="en-GB" sz="1100">
                <a:solidFill>
                  <a:prstClr val="black"/>
                </a:solidFill>
                <a:cs typeface="Arial" charset="0"/>
              </a:rPr>
              <a:pPr algn="r" defTabSz="900631"/>
              <a:t>27</a:t>
            </a:fld>
            <a:endParaRPr lang="en-GB" sz="1100">
              <a:solidFill>
                <a:prstClr val="black"/>
              </a:solidFill>
              <a:cs typeface="Arial" charset="0"/>
            </a:endParaRPr>
          </a:p>
        </p:txBody>
      </p:sp>
      <p:sp>
        <p:nvSpPr>
          <p:cNvPr id="487428" name="Rectangle 2"/>
          <p:cNvSpPr>
            <a:spLocks noGrp="1" noRot="1" noChangeAspect="1" noChangeArrowheads="1" noTextEdit="1"/>
          </p:cNvSpPr>
          <p:nvPr>
            <p:ph type="sldImg"/>
          </p:nvPr>
        </p:nvSpPr>
        <p:spPr>
          <a:xfrm>
            <a:off x="390525" y="684213"/>
            <a:ext cx="6084888" cy="3424237"/>
          </a:xfrm>
          <a:ln/>
        </p:spPr>
      </p:sp>
      <p:sp>
        <p:nvSpPr>
          <p:cNvPr id="487429" name="Rectangle 3"/>
          <p:cNvSpPr>
            <a:spLocks noGrp="1" noChangeArrowheads="1"/>
          </p:cNvSpPr>
          <p:nvPr>
            <p:ph type="body" idx="1"/>
          </p:nvPr>
        </p:nvSpPr>
        <p:spPr>
          <a:xfrm>
            <a:off x="1162351" y="4343707"/>
            <a:ext cx="5116712" cy="4118428"/>
          </a:xfrm>
        </p:spPr>
        <p:txBody>
          <a:bodyPr lIns="90277" tIns="45139" rIns="90277" bIns="45139"/>
          <a:lstStyle/>
          <a:p>
            <a:endParaRPr lang="en-GB"/>
          </a:p>
        </p:txBody>
      </p:sp>
    </p:spTree>
    <p:extLst>
      <p:ext uri="{BB962C8B-B14F-4D97-AF65-F5344CB8AC3E}">
        <p14:creationId xmlns:p14="http://schemas.microsoft.com/office/powerpoint/2010/main" val="365326026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 Blue">
    <p:spTree>
      <p:nvGrpSpPr>
        <p:cNvPr id="1" name=""/>
        <p:cNvGrpSpPr/>
        <p:nvPr/>
      </p:nvGrpSpPr>
      <p:grpSpPr>
        <a:xfrm>
          <a:off x="0" y="0"/>
          <a:ext cx="0" cy="0"/>
          <a:chOff x="0" y="0"/>
          <a:chExt cx="0" cy="0"/>
        </a:xfrm>
      </p:grpSpPr>
      <p:pic>
        <p:nvPicPr>
          <p:cNvPr id="2" name="Picture 1" descr="PowerPoint elements_blue background with efficient frontier.png"/>
          <p:cNvPicPr>
            <a:picLocks noChangeAspect="1"/>
          </p:cNvPicPr>
          <p:nvPr/>
        </p:nvPicPr>
        <p:blipFill rotWithShape="1">
          <a:blip r:embed="rId2" cstate="email">
            <a:extLst>
              <a:ext uri="{28A0092B-C50C-407E-A947-70E740481C1C}">
                <a14:useLocalDpi xmlns:a14="http://schemas.microsoft.com/office/drawing/2010/main"/>
              </a:ext>
            </a:extLst>
          </a:blip>
          <a:srcRect b="10335"/>
          <a:stretch/>
        </p:blipFill>
        <p:spPr>
          <a:xfrm>
            <a:off x="1" y="8355"/>
            <a:ext cx="9141291" cy="4611918"/>
          </a:xfrm>
          <a:prstGeom prst="rect">
            <a:avLst/>
          </a:prstGeom>
        </p:spPr>
      </p:pic>
      <p:sp>
        <p:nvSpPr>
          <p:cNvPr id="20" name="Text Placeholder 19"/>
          <p:cNvSpPr>
            <a:spLocks noGrp="1"/>
          </p:cNvSpPr>
          <p:nvPr>
            <p:ph type="body" sz="quarter" idx="11"/>
          </p:nvPr>
        </p:nvSpPr>
        <p:spPr>
          <a:xfrm>
            <a:off x="914440" y="3291648"/>
            <a:ext cx="8229560" cy="914400"/>
          </a:xfrm>
          <a:prstGeom prst="rect">
            <a:avLst/>
          </a:prstGeom>
          <a:ln>
            <a:noFill/>
          </a:ln>
        </p:spPr>
        <p:txBody>
          <a:bodyPr>
            <a:normAutofit/>
          </a:bodyPr>
          <a:lstStyle>
            <a:lvl1pPr marL="53971" indent="0">
              <a:spcBef>
                <a:spcPts val="0"/>
              </a:spcBef>
              <a:buNone/>
              <a:defRPr sz="1400" baseline="0">
                <a:solidFill>
                  <a:schemeClr val="bg1">
                    <a:alpha val="75000"/>
                  </a:schemeClr>
                </a:solidFill>
              </a:defRPr>
            </a:lvl1pPr>
            <a:lvl2pPr marL="284144" indent="0">
              <a:buNone/>
              <a:defRPr>
                <a:solidFill>
                  <a:srgbClr val="E2E2E2"/>
                </a:solidFill>
              </a:defRPr>
            </a:lvl2pPr>
            <a:lvl3pPr marL="631781" indent="0">
              <a:buNone/>
              <a:defRPr>
                <a:solidFill>
                  <a:srgbClr val="E2E2E2"/>
                </a:solidFill>
              </a:defRPr>
            </a:lvl3pPr>
            <a:lvl4pPr marL="855602" indent="0">
              <a:buNone/>
              <a:defRPr>
                <a:solidFill>
                  <a:srgbClr val="E2E2E2"/>
                </a:solidFill>
              </a:defRPr>
            </a:lvl4pPr>
            <a:lvl5pPr marL="1088951" indent="0">
              <a:buNone/>
              <a:defRPr>
                <a:solidFill>
                  <a:srgbClr val="E2E2E2"/>
                </a:solidFill>
              </a:defRPr>
            </a:lvl5pPr>
          </a:lstStyle>
          <a:p>
            <a:pPr lvl="0"/>
            <a:r>
              <a:rPr lang="en-US"/>
              <a:t>Edit Master text styles</a:t>
            </a:r>
          </a:p>
        </p:txBody>
      </p:sp>
      <p:sp>
        <p:nvSpPr>
          <p:cNvPr id="14" name="Title 1"/>
          <p:cNvSpPr>
            <a:spLocks noGrp="1"/>
          </p:cNvSpPr>
          <p:nvPr>
            <p:ph type="ctrTitle"/>
          </p:nvPr>
        </p:nvSpPr>
        <p:spPr>
          <a:xfrm>
            <a:off x="914440" y="7"/>
            <a:ext cx="8229560" cy="1885949"/>
          </a:xfrm>
          <a:prstGeom prst="rect">
            <a:avLst/>
          </a:prstGeom>
          <a:ln>
            <a:noFill/>
          </a:ln>
        </p:spPr>
        <p:txBody>
          <a:bodyPr>
            <a:normAutofit/>
          </a:bodyPr>
          <a:lstStyle>
            <a:lvl1pPr algn="l">
              <a:lnSpc>
                <a:spcPts val="3600"/>
              </a:lnSpc>
              <a:defRPr sz="4000" b="0" i="0" baseline="0">
                <a:solidFill>
                  <a:srgbClr val="FFFFFF"/>
                </a:solidFill>
                <a:latin typeface="Trebuchet MS"/>
                <a:cs typeface="Trebuchet MS"/>
              </a:defRPr>
            </a:lvl1pPr>
          </a:lstStyle>
          <a:p>
            <a:r>
              <a:rPr lang="en-US"/>
              <a:t>Click to edit Master title style</a:t>
            </a:r>
            <a:endParaRPr lang="en-US" dirty="0"/>
          </a:p>
        </p:txBody>
      </p:sp>
      <p:sp>
        <p:nvSpPr>
          <p:cNvPr id="15" name="Subtitle 2"/>
          <p:cNvSpPr>
            <a:spLocks noGrp="1"/>
          </p:cNvSpPr>
          <p:nvPr>
            <p:ph type="subTitle" idx="1"/>
          </p:nvPr>
        </p:nvSpPr>
        <p:spPr>
          <a:xfrm>
            <a:off x="914440" y="1885950"/>
            <a:ext cx="8229560" cy="685800"/>
          </a:xfrm>
          <a:prstGeom prst="rect">
            <a:avLst/>
          </a:prstGeom>
          <a:ln>
            <a:noFill/>
          </a:ln>
        </p:spPr>
        <p:txBody>
          <a:bodyPr>
            <a:normAutofit/>
          </a:bodyPr>
          <a:lstStyle>
            <a:lvl1pPr marL="0" indent="0" algn="l">
              <a:lnSpc>
                <a:spcPts val="2200"/>
              </a:lnSpc>
              <a:buNone/>
              <a:defRPr sz="2000">
                <a:solidFill>
                  <a:schemeClr val="bg1">
                    <a:alpha val="75000"/>
                  </a:schemeClr>
                </a:solidFill>
              </a:defRPr>
            </a:lvl1pPr>
            <a:lvl2pPr marL="457169" indent="0" algn="ctr">
              <a:buNone/>
              <a:defRPr/>
            </a:lvl2pPr>
            <a:lvl3pPr marL="914337" indent="0" algn="ctr">
              <a:buNone/>
              <a:defRPr/>
            </a:lvl3pPr>
            <a:lvl4pPr marL="1371506" indent="0" algn="ctr">
              <a:buNone/>
              <a:defRPr/>
            </a:lvl4pPr>
            <a:lvl5pPr marL="1828674" indent="0" algn="ctr">
              <a:buNone/>
              <a:defRPr/>
            </a:lvl5pPr>
            <a:lvl6pPr marL="2285843" indent="0" algn="ctr">
              <a:buNone/>
              <a:defRPr/>
            </a:lvl6pPr>
            <a:lvl7pPr marL="2743012" indent="0" algn="ctr">
              <a:buNone/>
              <a:defRPr/>
            </a:lvl7pPr>
            <a:lvl8pPr marL="3200180" indent="0" algn="ctr">
              <a:buNone/>
              <a:defRPr/>
            </a:lvl8pPr>
            <a:lvl9pPr marL="3657349" indent="0" algn="ctr">
              <a:buNone/>
              <a:defRPr/>
            </a:lvl9pPr>
          </a:lstStyle>
          <a:p>
            <a:r>
              <a:rPr lang="en-US"/>
              <a:t>Click to edit Master subtitle style</a:t>
            </a:r>
            <a:endParaRPr lang="en-US" dirty="0"/>
          </a:p>
        </p:txBody>
      </p:sp>
      <p:sp>
        <p:nvSpPr>
          <p:cNvPr id="18" name="Text Placeholder 17"/>
          <p:cNvSpPr>
            <a:spLocks noGrp="1"/>
          </p:cNvSpPr>
          <p:nvPr>
            <p:ph type="body" sz="quarter" idx="10"/>
          </p:nvPr>
        </p:nvSpPr>
        <p:spPr>
          <a:xfrm>
            <a:off x="914440" y="3043632"/>
            <a:ext cx="8229560" cy="240347"/>
          </a:xfrm>
          <a:prstGeom prst="rect">
            <a:avLst/>
          </a:prstGeom>
          <a:ln>
            <a:noFill/>
          </a:ln>
        </p:spPr>
        <p:txBody>
          <a:bodyPr>
            <a:normAutofit/>
          </a:bodyPr>
          <a:lstStyle>
            <a:lvl1pPr marL="53971" indent="0">
              <a:spcBef>
                <a:spcPts val="0"/>
              </a:spcBef>
              <a:buFontTx/>
              <a:buNone/>
              <a:defRPr sz="1400" baseline="0">
                <a:solidFill>
                  <a:srgbClr val="EDBA10"/>
                </a:solidFill>
              </a:defRPr>
            </a:lvl1pPr>
            <a:lvl2pPr marL="284144" indent="0">
              <a:buFontTx/>
              <a:buNone/>
              <a:defRPr sz="1400"/>
            </a:lvl2pPr>
            <a:lvl3pPr marL="631781" indent="0">
              <a:buFontTx/>
              <a:buNone/>
              <a:defRPr sz="1400"/>
            </a:lvl3pPr>
            <a:lvl4pPr marL="855602" indent="0">
              <a:buFontTx/>
              <a:buNone/>
              <a:defRPr sz="1400"/>
            </a:lvl4pPr>
            <a:lvl5pPr marL="1088951" indent="0">
              <a:buFontTx/>
              <a:buNone/>
              <a:defRPr sz="1400"/>
            </a:lvl5pPr>
          </a:lstStyle>
          <a:p>
            <a:pPr lvl="0"/>
            <a:r>
              <a:rPr lang="en-US"/>
              <a:t>Edit Master text styles</a:t>
            </a:r>
          </a:p>
        </p:txBody>
      </p:sp>
      <p:sp>
        <p:nvSpPr>
          <p:cNvPr id="3" name="TextBox 2"/>
          <p:cNvSpPr txBox="1"/>
          <p:nvPr/>
        </p:nvSpPr>
        <p:spPr>
          <a:xfrm>
            <a:off x="187821" y="4766765"/>
            <a:ext cx="914400" cy="914400"/>
          </a:xfrm>
          <a:prstGeom prst="rect">
            <a:avLst/>
          </a:prstGeom>
          <a:noFill/>
        </p:spPr>
        <p:txBody>
          <a:bodyPr wrap="none" rtlCol="0">
            <a:normAutofit/>
          </a:bodyPr>
          <a:lstStyle/>
          <a:p>
            <a:pPr>
              <a:spcAft>
                <a:spcPts val="600"/>
              </a:spcAft>
            </a:pPr>
            <a:endParaRPr lang="en-US" sz="1800" dirty="0">
              <a:latin typeface="Trebuchet MS"/>
            </a:endParaRPr>
          </a:p>
        </p:txBody>
      </p:sp>
      <p:pic>
        <p:nvPicPr>
          <p:cNvPr id="8" name="Picture 7" descr="PowerPoint elements_blue background with efficient frontier.png"/>
          <p:cNvPicPr>
            <a:picLocks noChangeAspect="1"/>
          </p:cNvPicPr>
          <p:nvPr/>
        </p:nvPicPr>
        <p:blipFill rotWithShape="1">
          <a:blip r:embed="rId2" cstate="email">
            <a:extLst>
              <a:ext uri="{28A0092B-C50C-407E-A947-70E740481C1C}">
                <a14:useLocalDpi xmlns:a14="http://schemas.microsoft.com/office/drawing/2010/main"/>
              </a:ext>
            </a:extLst>
          </a:blip>
          <a:srcRect b="10335"/>
          <a:stretch/>
        </p:blipFill>
        <p:spPr>
          <a:xfrm>
            <a:off x="1" y="8355"/>
            <a:ext cx="9141291" cy="4611918"/>
          </a:xfrm>
          <a:prstGeom prst="rect">
            <a:avLst/>
          </a:prstGeom>
        </p:spPr>
      </p:pic>
      <p:pic>
        <p:nvPicPr>
          <p:cNvPr id="9" name="Picture 8" descr="PowerPoint elements_blue background with efficient frontier.png">
            <a:extLst>
              <a:ext uri="{FF2B5EF4-FFF2-40B4-BE49-F238E27FC236}">
                <a16:creationId xmlns:a16="http://schemas.microsoft.com/office/drawing/2014/main" id="{44FB13DE-6492-7041-8058-5E95CF22786D}"/>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b="10335"/>
          <a:stretch/>
        </p:blipFill>
        <p:spPr>
          <a:xfrm>
            <a:off x="0" y="8355"/>
            <a:ext cx="9141291" cy="4611918"/>
          </a:xfrm>
          <a:prstGeom prst="rect">
            <a:avLst/>
          </a:prstGeom>
        </p:spPr>
      </p:pic>
    </p:spTree>
    <p:extLst>
      <p:ext uri="{BB962C8B-B14F-4D97-AF65-F5344CB8AC3E}">
        <p14:creationId xmlns:p14="http://schemas.microsoft.com/office/powerpoint/2010/main" val="173553968"/>
      </p:ext>
    </p:extLst>
  </p:cSld>
  <p:clrMapOvr>
    <a:masterClrMapping/>
  </p:clrMapOvr>
  <p:transition spd="med">
    <p:fade/>
  </p:transition>
  <p:hf sldNum="0"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 Blue alternative">
    <p:spTree>
      <p:nvGrpSpPr>
        <p:cNvPr id="1" name=""/>
        <p:cNvGrpSpPr/>
        <p:nvPr/>
      </p:nvGrpSpPr>
      <p:grpSpPr>
        <a:xfrm>
          <a:off x="0" y="0"/>
          <a:ext cx="0" cy="0"/>
          <a:chOff x="0" y="0"/>
          <a:chExt cx="0" cy="0"/>
        </a:xfrm>
      </p:grpSpPr>
      <p:pic>
        <p:nvPicPr>
          <p:cNvPr id="2" name="Picture 1" descr="PowerPoint elements_blue background with efficient frontier.wmf"/>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8355" y="-1"/>
            <a:ext cx="9162288" cy="5153786"/>
          </a:xfrm>
          <a:prstGeom prst="rect">
            <a:avLst/>
          </a:prstGeom>
        </p:spPr>
      </p:pic>
      <p:sp>
        <p:nvSpPr>
          <p:cNvPr id="14" name="Title 1"/>
          <p:cNvSpPr>
            <a:spLocks noGrp="1"/>
          </p:cNvSpPr>
          <p:nvPr>
            <p:ph type="ctrTitle"/>
          </p:nvPr>
        </p:nvSpPr>
        <p:spPr>
          <a:xfrm>
            <a:off x="914440" y="-6474"/>
            <a:ext cx="8229560" cy="2571744"/>
          </a:xfrm>
          <a:prstGeom prst="rect">
            <a:avLst/>
          </a:prstGeom>
          <a:ln>
            <a:noFill/>
          </a:ln>
        </p:spPr>
        <p:txBody>
          <a:bodyPr>
            <a:normAutofit/>
          </a:bodyPr>
          <a:lstStyle>
            <a:lvl1pPr algn="l">
              <a:lnSpc>
                <a:spcPts val="3600"/>
              </a:lnSpc>
              <a:defRPr sz="4000" b="0" i="0" baseline="0">
                <a:solidFill>
                  <a:srgbClr val="FFFFFF"/>
                </a:solidFill>
                <a:latin typeface="Trebuchet MS"/>
                <a:cs typeface="Trebuchet MS"/>
              </a:defRPr>
            </a:lvl1pPr>
          </a:lstStyle>
          <a:p>
            <a:r>
              <a:rPr lang="en-US"/>
              <a:t>Click to edit Master title style</a:t>
            </a:r>
            <a:endParaRPr lang="en-US" dirty="0"/>
          </a:p>
        </p:txBody>
      </p:sp>
      <p:sp>
        <p:nvSpPr>
          <p:cNvPr id="15" name="Subtitle 2"/>
          <p:cNvSpPr>
            <a:spLocks noGrp="1"/>
          </p:cNvSpPr>
          <p:nvPr>
            <p:ph type="subTitle" idx="1"/>
          </p:nvPr>
        </p:nvSpPr>
        <p:spPr>
          <a:xfrm>
            <a:off x="914440" y="2571750"/>
            <a:ext cx="8229560" cy="685800"/>
          </a:xfrm>
          <a:prstGeom prst="rect">
            <a:avLst/>
          </a:prstGeom>
          <a:ln>
            <a:noFill/>
          </a:ln>
        </p:spPr>
        <p:txBody>
          <a:bodyPr>
            <a:normAutofit/>
          </a:bodyPr>
          <a:lstStyle>
            <a:lvl1pPr marL="0" indent="0" algn="l">
              <a:lnSpc>
                <a:spcPts val="2200"/>
              </a:lnSpc>
              <a:buNone/>
              <a:defRPr sz="2000">
                <a:solidFill>
                  <a:schemeClr val="bg1">
                    <a:alpha val="75000"/>
                  </a:schemeClr>
                </a:solidFill>
              </a:defRPr>
            </a:lvl1pPr>
            <a:lvl2pPr marL="457169" indent="0" algn="ctr">
              <a:buNone/>
              <a:defRPr/>
            </a:lvl2pPr>
            <a:lvl3pPr marL="914337" indent="0" algn="ctr">
              <a:buNone/>
              <a:defRPr/>
            </a:lvl3pPr>
            <a:lvl4pPr marL="1371506" indent="0" algn="ctr">
              <a:buNone/>
              <a:defRPr/>
            </a:lvl4pPr>
            <a:lvl5pPr marL="1828674" indent="0" algn="ctr">
              <a:buNone/>
              <a:defRPr/>
            </a:lvl5pPr>
            <a:lvl6pPr marL="2285843" indent="0" algn="ctr">
              <a:buNone/>
              <a:defRPr/>
            </a:lvl6pPr>
            <a:lvl7pPr marL="2743012" indent="0" algn="ctr">
              <a:buNone/>
              <a:defRPr/>
            </a:lvl7pPr>
            <a:lvl8pPr marL="3200180" indent="0" algn="ctr">
              <a:buNone/>
              <a:defRPr/>
            </a:lvl8pPr>
            <a:lvl9pPr marL="3657349" indent="0" algn="ctr">
              <a:buNone/>
              <a:defRPr/>
            </a:lvl9pPr>
          </a:lstStyle>
          <a:p>
            <a:r>
              <a:rPr lang="en-US"/>
              <a:t>Click to edit Master subtitle style</a:t>
            </a:r>
            <a:endParaRPr lang="en-US" dirty="0"/>
          </a:p>
        </p:txBody>
      </p:sp>
      <p:sp>
        <p:nvSpPr>
          <p:cNvPr id="22" name="TextBox 2"/>
          <p:cNvSpPr txBox="1">
            <a:spLocks noChangeArrowheads="1"/>
          </p:cNvSpPr>
          <p:nvPr/>
        </p:nvSpPr>
        <p:spPr bwMode="auto">
          <a:xfrm>
            <a:off x="7299325" y="4859339"/>
            <a:ext cx="1371600" cy="29022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45718" rIns="0" bIns="45718" anchor="ct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fontAlgn="base">
              <a:spcBef>
                <a:spcPct val="0"/>
              </a:spcBef>
              <a:spcAft>
                <a:spcPct val="0"/>
              </a:spcAft>
              <a:defRPr>
                <a:solidFill>
                  <a:schemeClr val="tx1"/>
                </a:solidFill>
                <a:latin typeface="Calibri" charset="0"/>
                <a:ea typeface="ＭＳ Ｐゴシック" charset="0"/>
              </a:defRPr>
            </a:lvl6pPr>
            <a:lvl7pPr marL="2971800" indent="-228600" fontAlgn="base">
              <a:spcBef>
                <a:spcPct val="0"/>
              </a:spcBef>
              <a:spcAft>
                <a:spcPct val="0"/>
              </a:spcAft>
              <a:defRPr>
                <a:solidFill>
                  <a:schemeClr val="tx1"/>
                </a:solidFill>
                <a:latin typeface="Calibri" charset="0"/>
                <a:ea typeface="ＭＳ Ｐゴシック" charset="0"/>
              </a:defRPr>
            </a:lvl7pPr>
            <a:lvl8pPr marL="3429000" indent="-228600" fontAlgn="base">
              <a:spcBef>
                <a:spcPct val="0"/>
              </a:spcBef>
              <a:spcAft>
                <a:spcPct val="0"/>
              </a:spcAft>
              <a:defRPr>
                <a:solidFill>
                  <a:schemeClr val="tx1"/>
                </a:solidFill>
                <a:latin typeface="Calibri" charset="0"/>
                <a:ea typeface="ＭＳ Ｐゴシック" charset="0"/>
              </a:defRPr>
            </a:lvl8pPr>
            <a:lvl9pPr marL="3886200" indent="-228600" fontAlgn="base">
              <a:spcBef>
                <a:spcPct val="0"/>
              </a:spcBef>
              <a:spcAft>
                <a:spcPct val="0"/>
              </a:spcAft>
              <a:defRPr>
                <a:solidFill>
                  <a:schemeClr val="tx1"/>
                </a:solidFill>
                <a:latin typeface="Calibri" charset="0"/>
                <a:ea typeface="ＭＳ Ｐゴシック" charset="0"/>
              </a:defRPr>
            </a:lvl9pPr>
          </a:lstStyle>
          <a:p>
            <a:pPr algn="r" defTabSz="514337">
              <a:spcAft>
                <a:spcPts val="600"/>
              </a:spcAft>
              <a:defRPr/>
            </a:pPr>
            <a:fld id="{650B4636-A852-744A-A226-6C4815BB4956}" type="slidenum">
              <a:rPr lang="en-US" sz="700" smtClean="0">
                <a:solidFill>
                  <a:srgbClr val="FFFFFF">
                    <a:alpha val="25000"/>
                  </a:srgbClr>
                </a:solidFill>
                <a:latin typeface="Trebuchet MS"/>
                <a:cs typeface="Trebuchet MS"/>
                <a:sym typeface="Helvetica"/>
              </a:rPr>
              <a:pPr algn="r" defTabSz="514337">
                <a:spcAft>
                  <a:spcPts val="600"/>
                </a:spcAft>
                <a:defRPr/>
              </a:pPr>
              <a:t>‹#›</a:t>
            </a:fld>
            <a:r>
              <a:rPr lang="en-US" sz="900" dirty="0">
                <a:solidFill>
                  <a:srgbClr val="FFFFFF">
                    <a:alpha val="50000"/>
                  </a:srgbClr>
                </a:solidFill>
                <a:latin typeface="Trebuchet MS"/>
                <a:cs typeface="Trebuchet MS"/>
                <a:sym typeface="Helvetica"/>
              </a:rPr>
              <a:t> </a:t>
            </a:r>
            <a:endParaRPr lang="en-US" sz="1200" dirty="0">
              <a:solidFill>
                <a:srgbClr val="FFFFFF">
                  <a:alpha val="50000"/>
                </a:srgbClr>
              </a:solidFill>
              <a:latin typeface="Trebuchet MS"/>
              <a:cs typeface="Trebuchet MS"/>
              <a:sym typeface="Helvetica"/>
            </a:endParaRPr>
          </a:p>
        </p:txBody>
      </p:sp>
      <p:sp>
        <p:nvSpPr>
          <p:cNvPr id="23" name="TextBox 13"/>
          <p:cNvSpPr txBox="1">
            <a:spLocks noChangeArrowheads="1"/>
          </p:cNvSpPr>
          <p:nvPr/>
        </p:nvSpPr>
        <p:spPr bwMode="auto">
          <a:xfrm>
            <a:off x="2239964" y="4857725"/>
            <a:ext cx="4664075" cy="2674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45718" rIns="0" bIns="45718" anchor="ct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fontAlgn="base">
              <a:spcBef>
                <a:spcPct val="0"/>
              </a:spcBef>
              <a:spcAft>
                <a:spcPct val="0"/>
              </a:spcAft>
              <a:defRPr>
                <a:solidFill>
                  <a:schemeClr val="tx1"/>
                </a:solidFill>
                <a:latin typeface="Calibri" charset="0"/>
                <a:ea typeface="ＭＳ Ｐゴシック" charset="0"/>
              </a:defRPr>
            </a:lvl6pPr>
            <a:lvl7pPr marL="2971800" indent="-228600" fontAlgn="base">
              <a:spcBef>
                <a:spcPct val="0"/>
              </a:spcBef>
              <a:spcAft>
                <a:spcPct val="0"/>
              </a:spcAft>
              <a:defRPr>
                <a:solidFill>
                  <a:schemeClr val="tx1"/>
                </a:solidFill>
                <a:latin typeface="Calibri" charset="0"/>
                <a:ea typeface="ＭＳ Ｐゴシック" charset="0"/>
              </a:defRPr>
            </a:lvl7pPr>
            <a:lvl8pPr marL="3429000" indent="-228600" fontAlgn="base">
              <a:spcBef>
                <a:spcPct val="0"/>
              </a:spcBef>
              <a:spcAft>
                <a:spcPct val="0"/>
              </a:spcAft>
              <a:defRPr>
                <a:solidFill>
                  <a:schemeClr val="tx1"/>
                </a:solidFill>
                <a:latin typeface="Calibri" charset="0"/>
                <a:ea typeface="ＭＳ Ｐゴシック" charset="0"/>
              </a:defRPr>
            </a:lvl8pPr>
            <a:lvl9pPr marL="3886200" indent="-228600" fontAlgn="base">
              <a:spcBef>
                <a:spcPct val="0"/>
              </a:spcBef>
              <a:spcAft>
                <a:spcPct val="0"/>
              </a:spcAft>
              <a:defRPr>
                <a:solidFill>
                  <a:schemeClr val="tx1"/>
                </a:solidFill>
                <a:latin typeface="Calibri" charset="0"/>
                <a:ea typeface="ＭＳ Ｐゴシック" charset="0"/>
              </a:defRPr>
            </a:lvl9pPr>
          </a:lstStyle>
          <a:p>
            <a:pPr algn="ctr" defTabSz="514337">
              <a:spcAft>
                <a:spcPts val="600"/>
              </a:spcAft>
              <a:defRPr/>
            </a:pPr>
            <a:r>
              <a:rPr lang="en-US" sz="700" dirty="0">
                <a:solidFill>
                  <a:srgbClr val="FFFFFF">
                    <a:alpha val="25000"/>
                  </a:srgbClr>
                </a:solidFill>
                <a:latin typeface="Trebuchet MS"/>
                <a:cs typeface="Trebuchet MS"/>
                <a:sym typeface="Helvetica"/>
              </a:rPr>
              <a:t>Copyright © Nomis Solutions, Inc. All rights reserved.</a:t>
            </a:r>
          </a:p>
        </p:txBody>
      </p:sp>
      <p:sp>
        <p:nvSpPr>
          <p:cNvPr id="25" name="TextBox 2"/>
          <p:cNvSpPr txBox="1">
            <a:spLocks noChangeArrowheads="1"/>
          </p:cNvSpPr>
          <p:nvPr/>
        </p:nvSpPr>
        <p:spPr bwMode="auto">
          <a:xfrm>
            <a:off x="7299325" y="4859339"/>
            <a:ext cx="1371600" cy="290227"/>
          </a:xfrm>
          <a:prstGeom prst="rect">
            <a:avLst/>
          </a:prstGeom>
          <a:noFill/>
          <a:ln>
            <a:noFill/>
          </a:ln>
        </p:spPr>
        <p:txBody>
          <a:bodyPr lIns="0" tIns="45718" rIns="0" bIns="45718" anchor="ct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fontAlgn="base">
              <a:spcBef>
                <a:spcPct val="0"/>
              </a:spcBef>
              <a:spcAft>
                <a:spcPct val="0"/>
              </a:spcAft>
              <a:defRPr>
                <a:solidFill>
                  <a:schemeClr val="tx1"/>
                </a:solidFill>
                <a:latin typeface="Calibri" charset="0"/>
                <a:ea typeface="ＭＳ Ｐゴシック" charset="0"/>
              </a:defRPr>
            </a:lvl6pPr>
            <a:lvl7pPr marL="2971800" indent="-228600" fontAlgn="base">
              <a:spcBef>
                <a:spcPct val="0"/>
              </a:spcBef>
              <a:spcAft>
                <a:spcPct val="0"/>
              </a:spcAft>
              <a:defRPr>
                <a:solidFill>
                  <a:schemeClr val="tx1"/>
                </a:solidFill>
                <a:latin typeface="Calibri" charset="0"/>
                <a:ea typeface="ＭＳ Ｐゴシック" charset="0"/>
              </a:defRPr>
            </a:lvl7pPr>
            <a:lvl8pPr marL="3429000" indent="-228600" fontAlgn="base">
              <a:spcBef>
                <a:spcPct val="0"/>
              </a:spcBef>
              <a:spcAft>
                <a:spcPct val="0"/>
              </a:spcAft>
              <a:defRPr>
                <a:solidFill>
                  <a:schemeClr val="tx1"/>
                </a:solidFill>
                <a:latin typeface="Calibri" charset="0"/>
                <a:ea typeface="ＭＳ Ｐゴシック" charset="0"/>
              </a:defRPr>
            </a:lvl8pPr>
            <a:lvl9pPr marL="3886200" indent="-228600" fontAlgn="base">
              <a:spcBef>
                <a:spcPct val="0"/>
              </a:spcBef>
              <a:spcAft>
                <a:spcPct val="0"/>
              </a:spcAft>
              <a:defRPr>
                <a:solidFill>
                  <a:schemeClr val="tx1"/>
                </a:solidFill>
                <a:latin typeface="Calibri" charset="0"/>
                <a:ea typeface="ＭＳ Ｐゴシック" charset="0"/>
              </a:defRPr>
            </a:lvl9pPr>
          </a:lstStyle>
          <a:p>
            <a:pPr algn="r" defTabSz="514337">
              <a:spcAft>
                <a:spcPts val="600"/>
              </a:spcAft>
              <a:defRPr/>
            </a:pPr>
            <a:fld id="{650B4636-A852-744A-A226-6C4815BB4956}" type="slidenum">
              <a:rPr lang="en-US" sz="700" smtClean="0">
                <a:solidFill>
                  <a:srgbClr val="3C90F3"/>
                </a:solidFill>
                <a:latin typeface="Trebuchet MS"/>
                <a:cs typeface="Trebuchet MS"/>
                <a:sym typeface="Helvetica"/>
              </a:rPr>
              <a:pPr algn="r" defTabSz="514337">
                <a:spcAft>
                  <a:spcPts val="600"/>
                </a:spcAft>
                <a:defRPr/>
              </a:pPr>
              <a:t>‹#›</a:t>
            </a:fld>
            <a:r>
              <a:rPr lang="en-US" sz="900" dirty="0">
                <a:solidFill>
                  <a:srgbClr val="FFFFFF">
                    <a:alpha val="50000"/>
                  </a:srgbClr>
                </a:solidFill>
                <a:latin typeface="Trebuchet MS"/>
                <a:cs typeface="Trebuchet MS"/>
                <a:sym typeface="Helvetica"/>
              </a:rPr>
              <a:t> </a:t>
            </a:r>
            <a:endParaRPr lang="en-US" sz="1200" dirty="0">
              <a:solidFill>
                <a:srgbClr val="FFFFFF">
                  <a:alpha val="50000"/>
                </a:srgbClr>
              </a:solidFill>
              <a:latin typeface="Trebuchet MS"/>
              <a:cs typeface="Trebuchet MS"/>
              <a:sym typeface="Helvetica"/>
            </a:endParaRPr>
          </a:p>
        </p:txBody>
      </p:sp>
      <p:sp>
        <p:nvSpPr>
          <p:cNvPr id="26" name="TextBox 13"/>
          <p:cNvSpPr txBox="1">
            <a:spLocks noChangeArrowheads="1"/>
          </p:cNvSpPr>
          <p:nvPr/>
        </p:nvSpPr>
        <p:spPr bwMode="auto">
          <a:xfrm>
            <a:off x="2239964" y="4857725"/>
            <a:ext cx="4664075" cy="267487"/>
          </a:xfrm>
          <a:prstGeom prst="rect">
            <a:avLst/>
          </a:prstGeom>
          <a:noFill/>
          <a:ln>
            <a:noFill/>
          </a:ln>
        </p:spPr>
        <p:txBody>
          <a:bodyPr lIns="0" tIns="45718" rIns="0" bIns="45718" anchor="ct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fontAlgn="base">
              <a:spcBef>
                <a:spcPct val="0"/>
              </a:spcBef>
              <a:spcAft>
                <a:spcPct val="0"/>
              </a:spcAft>
              <a:defRPr>
                <a:solidFill>
                  <a:schemeClr val="tx1"/>
                </a:solidFill>
                <a:latin typeface="Calibri" charset="0"/>
                <a:ea typeface="ＭＳ Ｐゴシック" charset="0"/>
              </a:defRPr>
            </a:lvl6pPr>
            <a:lvl7pPr marL="2971800" indent="-228600" fontAlgn="base">
              <a:spcBef>
                <a:spcPct val="0"/>
              </a:spcBef>
              <a:spcAft>
                <a:spcPct val="0"/>
              </a:spcAft>
              <a:defRPr>
                <a:solidFill>
                  <a:schemeClr val="tx1"/>
                </a:solidFill>
                <a:latin typeface="Calibri" charset="0"/>
                <a:ea typeface="ＭＳ Ｐゴシック" charset="0"/>
              </a:defRPr>
            </a:lvl7pPr>
            <a:lvl8pPr marL="3429000" indent="-228600" fontAlgn="base">
              <a:spcBef>
                <a:spcPct val="0"/>
              </a:spcBef>
              <a:spcAft>
                <a:spcPct val="0"/>
              </a:spcAft>
              <a:defRPr>
                <a:solidFill>
                  <a:schemeClr val="tx1"/>
                </a:solidFill>
                <a:latin typeface="Calibri" charset="0"/>
                <a:ea typeface="ＭＳ Ｐゴシック" charset="0"/>
              </a:defRPr>
            </a:lvl8pPr>
            <a:lvl9pPr marL="3886200" indent="-228600" fontAlgn="base">
              <a:spcBef>
                <a:spcPct val="0"/>
              </a:spcBef>
              <a:spcAft>
                <a:spcPct val="0"/>
              </a:spcAft>
              <a:defRPr>
                <a:solidFill>
                  <a:schemeClr val="tx1"/>
                </a:solidFill>
                <a:latin typeface="Calibri" charset="0"/>
                <a:ea typeface="ＭＳ Ｐゴシック" charset="0"/>
              </a:defRPr>
            </a:lvl9pPr>
          </a:lstStyle>
          <a:p>
            <a:pPr algn="ctr" defTabSz="514337">
              <a:spcAft>
                <a:spcPts val="600"/>
              </a:spcAft>
              <a:defRPr/>
            </a:pPr>
            <a:r>
              <a:rPr lang="en-US" sz="700" dirty="0">
                <a:solidFill>
                  <a:srgbClr val="3C90F3"/>
                </a:solidFill>
                <a:latin typeface="Trebuchet MS"/>
                <a:cs typeface="Trebuchet MS"/>
                <a:sym typeface="Helvetica"/>
              </a:rPr>
              <a:t>Copyright © Nomis Solutions, Inc. All rights reserved.</a:t>
            </a:r>
          </a:p>
        </p:txBody>
      </p:sp>
      <p:pic>
        <p:nvPicPr>
          <p:cNvPr id="9" name="Picture 8" descr="PowerPoint elements_blue background with efficient frontier.wmf"/>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8355" y="-1"/>
            <a:ext cx="9162288" cy="5153786"/>
          </a:xfrm>
          <a:prstGeom prst="rect">
            <a:avLst/>
          </a:prstGeom>
        </p:spPr>
      </p:pic>
      <p:sp>
        <p:nvSpPr>
          <p:cNvPr id="10" name="TextBox 2"/>
          <p:cNvSpPr txBox="1">
            <a:spLocks noChangeArrowheads="1"/>
          </p:cNvSpPr>
          <p:nvPr/>
        </p:nvSpPr>
        <p:spPr bwMode="auto">
          <a:xfrm>
            <a:off x="7299325" y="4859339"/>
            <a:ext cx="1371600" cy="290227"/>
          </a:xfrm>
          <a:prstGeom prst="rect">
            <a:avLst/>
          </a:prstGeom>
          <a:noFill/>
          <a:ln>
            <a:noFill/>
          </a:ln>
        </p:spPr>
        <p:txBody>
          <a:bodyPr lIns="0" tIns="45718" rIns="0" bIns="45718" anchor="ct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fontAlgn="base">
              <a:spcBef>
                <a:spcPct val="0"/>
              </a:spcBef>
              <a:spcAft>
                <a:spcPct val="0"/>
              </a:spcAft>
              <a:defRPr>
                <a:solidFill>
                  <a:schemeClr val="tx1"/>
                </a:solidFill>
                <a:latin typeface="Calibri" charset="0"/>
                <a:ea typeface="ＭＳ Ｐゴシック" charset="0"/>
              </a:defRPr>
            </a:lvl6pPr>
            <a:lvl7pPr marL="2971800" indent="-228600" fontAlgn="base">
              <a:spcBef>
                <a:spcPct val="0"/>
              </a:spcBef>
              <a:spcAft>
                <a:spcPct val="0"/>
              </a:spcAft>
              <a:defRPr>
                <a:solidFill>
                  <a:schemeClr val="tx1"/>
                </a:solidFill>
                <a:latin typeface="Calibri" charset="0"/>
                <a:ea typeface="ＭＳ Ｐゴシック" charset="0"/>
              </a:defRPr>
            </a:lvl7pPr>
            <a:lvl8pPr marL="3429000" indent="-228600" fontAlgn="base">
              <a:spcBef>
                <a:spcPct val="0"/>
              </a:spcBef>
              <a:spcAft>
                <a:spcPct val="0"/>
              </a:spcAft>
              <a:defRPr>
                <a:solidFill>
                  <a:schemeClr val="tx1"/>
                </a:solidFill>
                <a:latin typeface="Calibri" charset="0"/>
                <a:ea typeface="ＭＳ Ｐゴシック" charset="0"/>
              </a:defRPr>
            </a:lvl8pPr>
            <a:lvl9pPr marL="3886200" indent="-228600" fontAlgn="base">
              <a:spcBef>
                <a:spcPct val="0"/>
              </a:spcBef>
              <a:spcAft>
                <a:spcPct val="0"/>
              </a:spcAft>
              <a:defRPr>
                <a:solidFill>
                  <a:schemeClr val="tx1"/>
                </a:solidFill>
                <a:latin typeface="Calibri" charset="0"/>
                <a:ea typeface="ＭＳ Ｐゴシック" charset="0"/>
              </a:defRPr>
            </a:lvl9pPr>
          </a:lstStyle>
          <a:p>
            <a:pPr algn="r" defTabSz="514337">
              <a:spcAft>
                <a:spcPts val="600"/>
              </a:spcAft>
              <a:defRPr/>
            </a:pPr>
            <a:fld id="{650B4636-A852-744A-A226-6C4815BB4956}" type="slidenum">
              <a:rPr lang="en-US" sz="700" smtClean="0">
                <a:solidFill>
                  <a:srgbClr val="3C90F3"/>
                </a:solidFill>
                <a:latin typeface="Trebuchet MS"/>
                <a:cs typeface="Trebuchet MS"/>
                <a:sym typeface="Helvetica"/>
              </a:rPr>
              <a:pPr algn="r" defTabSz="514337">
                <a:spcAft>
                  <a:spcPts val="600"/>
                </a:spcAft>
                <a:defRPr/>
              </a:pPr>
              <a:t>‹#›</a:t>
            </a:fld>
            <a:r>
              <a:rPr lang="en-US" sz="900" dirty="0">
                <a:solidFill>
                  <a:srgbClr val="FFFFFF">
                    <a:alpha val="50000"/>
                  </a:srgbClr>
                </a:solidFill>
                <a:latin typeface="Trebuchet MS"/>
                <a:cs typeface="Trebuchet MS"/>
                <a:sym typeface="Helvetica"/>
              </a:rPr>
              <a:t> </a:t>
            </a:r>
            <a:endParaRPr lang="en-US" sz="1200" dirty="0">
              <a:solidFill>
                <a:srgbClr val="FFFFFF">
                  <a:alpha val="50000"/>
                </a:srgbClr>
              </a:solidFill>
              <a:latin typeface="Trebuchet MS"/>
              <a:cs typeface="Trebuchet MS"/>
              <a:sym typeface="Helvetica"/>
            </a:endParaRPr>
          </a:p>
        </p:txBody>
      </p:sp>
      <p:sp>
        <p:nvSpPr>
          <p:cNvPr id="11" name="TextBox 13"/>
          <p:cNvSpPr txBox="1">
            <a:spLocks noChangeArrowheads="1"/>
          </p:cNvSpPr>
          <p:nvPr/>
        </p:nvSpPr>
        <p:spPr bwMode="auto">
          <a:xfrm>
            <a:off x="2239964" y="4857725"/>
            <a:ext cx="4664075" cy="267487"/>
          </a:xfrm>
          <a:prstGeom prst="rect">
            <a:avLst/>
          </a:prstGeom>
          <a:noFill/>
          <a:ln>
            <a:noFill/>
          </a:ln>
        </p:spPr>
        <p:txBody>
          <a:bodyPr lIns="0" tIns="45718" rIns="0" bIns="45718" anchor="ct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fontAlgn="base">
              <a:spcBef>
                <a:spcPct val="0"/>
              </a:spcBef>
              <a:spcAft>
                <a:spcPct val="0"/>
              </a:spcAft>
              <a:defRPr>
                <a:solidFill>
                  <a:schemeClr val="tx1"/>
                </a:solidFill>
                <a:latin typeface="Calibri" charset="0"/>
                <a:ea typeface="ＭＳ Ｐゴシック" charset="0"/>
              </a:defRPr>
            </a:lvl6pPr>
            <a:lvl7pPr marL="2971800" indent="-228600" fontAlgn="base">
              <a:spcBef>
                <a:spcPct val="0"/>
              </a:spcBef>
              <a:spcAft>
                <a:spcPct val="0"/>
              </a:spcAft>
              <a:defRPr>
                <a:solidFill>
                  <a:schemeClr val="tx1"/>
                </a:solidFill>
                <a:latin typeface="Calibri" charset="0"/>
                <a:ea typeface="ＭＳ Ｐゴシック" charset="0"/>
              </a:defRPr>
            </a:lvl7pPr>
            <a:lvl8pPr marL="3429000" indent="-228600" fontAlgn="base">
              <a:spcBef>
                <a:spcPct val="0"/>
              </a:spcBef>
              <a:spcAft>
                <a:spcPct val="0"/>
              </a:spcAft>
              <a:defRPr>
                <a:solidFill>
                  <a:schemeClr val="tx1"/>
                </a:solidFill>
                <a:latin typeface="Calibri" charset="0"/>
                <a:ea typeface="ＭＳ Ｐゴシック" charset="0"/>
              </a:defRPr>
            </a:lvl8pPr>
            <a:lvl9pPr marL="3886200" indent="-228600" fontAlgn="base">
              <a:spcBef>
                <a:spcPct val="0"/>
              </a:spcBef>
              <a:spcAft>
                <a:spcPct val="0"/>
              </a:spcAft>
              <a:defRPr>
                <a:solidFill>
                  <a:schemeClr val="tx1"/>
                </a:solidFill>
                <a:latin typeface="Calibri" charset="0"/>
                <a:ea typeface="ＭＳ Ｐゴシック" charset="0"/>
              </a:defRPr>
            </a:lvl9pPr>
          </a:lstStyle>
          <a:p>
            <a:pPr algn="ctr" defTabSz="514337">
              <a:spcAft>
                <a:spcPts val="600"/>
              </a:spcAft>
              <a:defRPr/>
            </a:pPr>
            <a:r>
              <a:rPr lang="en-US" sz="700" dirty="0">
                <a:solidFill>
                  <a:srgbClr val="3C90F3"/>
                </a:solidFill>
                <a:latin typeface="Trebuchet MS"/>
                <a:cs typeface="Trebuchet MS"/>
                <a:sym typeface="Helvetica"/>
              </a:rPr>
              <a:t>Copyright © Nomis Solutions, Inc. All rights reserved.</a:t>
            </a:r>
          </a:p>
        </p:txBody>
      </p:sp>
      <p:pic>
        <p:nvPicPr>
          <p:cNvPr id="12" name="Picture 11" descr="PowerPoint elements_blue background with efficient frontier.wmf">
            <a:extLst>
              <a:ext uri="{FF2B5EF4-FFF2-40B4-BE49-F238E27FC236}">
                <a16:creationId xmlns:a16="http://schemas.microsoft.com/office/drawing/2014/main" id="{6FC8A280-7E38-7548-8624-039B13BF2AD1}"/>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8355" y="-1"/>
            <a:ext cx="9162288" cy="5153786"/>
          </a:xfrm>
          <a:prstGeom prst="rect">
            <a:avLst/>
          </a:prstGeom>
        </p:spPr>
      </p:pic>
      <p:sp>
        <p:nvSpPr>
          <p:cNvPr id="13" name="TextBox 2">
            <a:extLst>
              <a:ext uri="{FF2B5EF4-FFF2-40B4-BE49-F238E27FC236}">
                <a16:creationId xmlns:a16="http://schemas.microsoft.com/office/drawing/2014/main" id="{4EBDC755-E9E0-3C46-AF5C-A29FB4D5617B}"/>
              </a:ext>
            </a:extLst>
          </p:cNvPr>
          <p:cNvSpPr txBox="1">
            <a:spLocks noChangeArrowheads="1"/>
          </p:cNvSpPr>
          <p:nvPr userDrawn="1"/>
        </p:nvSpPr>
        <p:spPr bwMode="auto">
          <a:xfrm>
            <a:off x="7299325" y="4859338"/>
            <a:ext cx="1371600" cy="290227"/>
          </a:xfrm>
          <a:prstGeom prst="rect">
            <a:avLst/>
          </a:prstGeom>
          <a:noFill/>
          <a:ln>
            <a:noFill/>
          </a:ln>
        </p:spPr>
        <p:txBody>
          <a:bodyPr lIns="0" tIns="45718" rIns="0" bIns="45718" anchor="ct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fontAlgn="base">
              <a:spcBef>
                <a:spcPct val="0"/>
              </a:spcBef>
              <a:spcAft>
                <a:spcPct val="0"/>
              </a:spcAft>
              <a:defRPr>
                <a:solidFill>
                  <a:schemeClr val="tx1"/>
                </a:solidFill>
                <a:latin typeface="Calibri" charset="0"/>
                <a:ea typeface="ＭＳ Ｐゴシック" charset="0"/>
              </a:defRPr>
            </a:lvl6pPr>
            <a:lvl7pPr marL="2971800" indent="-228600" fontAlgn="base">
              <a:spcBef>
                <a:spcPct val="0"/>
              </a:spcBef>
              <a:spcAft>
                <a:spcPct val="0"/>
              </a:spcAft>
              <a:defRPr>
                <a:solidFill>
                  <a:schemeClr val="tx1"/>
                </a:solidFill>
                <a:latin typeface="Calibri" charset="0"/>
                <a:ea typeface="ＭＳ Ｐゴシック" charset="0"/>
              </a:defRPr>
            </a:lvl7pPr>
            <a:lvl8pPr marL="3429000" indent="-228600" fontAlgn="base">
              <a:spcBef>
                <a:spcPct val="0"/>
              </a:spcBef>
              <a:spcAft>
                <a:spcPct val="0"/>
              </a:spcAft>
              <a:defRPr>
                <a:solidFill>
                  <a:schemeClr val="tx1"/>
                </a:solidFill>
                <a:latin typeface="Calibri" charset="0"/>
                <a:ea typeface="ＭＳ Ｐゴシック" charset="0"/>
              </a:defRPr>
            </a:lvl8pPr>
            <a:lvl9pPr marL="3886200" indent="-228600" fontAlgn="base">
              <a:spcBef>
                <a:spcPct val="0"/>
              </a:spcBef>
              <a:spcAft>
                <a:spcPct val="0"/>
              </a:spcAft>
              <a:defRPr>
                <a:solidFill>
                  <a:schemeClr val="tx1"/>
                </a:solidFill>
                <a:latin typeface="Calibri" charset="0"/>
                <a:ea typeface="ＭＳ Ｐゴシック" charset="0"/>
              </a:defRPr>
            </a:lvl9pPr>
          </a:lstStyle>
          <a:p>
            <a:pPr algn="r" defTabSz="514350">
              <a:spcAft>
                <a:spcPts val="600"/>
              </a:spcAft>
              <a:defRPr/>
            </a:pPr>
            <a:fld id="{650B4636-A852-744A-A226-6C4815BB4956}" type="slidenum">
              <a:rPr lang="en-US" sz="700" smtClean="0">
                <a:solidFill>
                  <a:srgbClr val="3C90F3"/>
                </a:solidFill>
                <a:latin typeface="Trebuchet MS"/>
                <a:cs typeface="Trebuchet MS"/>
                <a:sym typeface="Helvetica"/>
              </a:rPr>
              <a:pPr algn="r" defTabSz="514350">
                <a:spcAft>
                  <a:spcPts val="600"/>
                </a:spcAft>
                <a:defRPr/>
              </a:pPr>
              <a:t>‹#›</a:t>
            </a:fld>
            <a:r>
              <a:rPr lang="en-US" sz="900" dirty="0">
                <a:solidFill>
                  <a:srgbClr val="FFFFFF">
                    <a:alpha val="50000"/>
                  </a:srgbClr>
                </a:solidFill>
                <a:latin typeface="Trebuchet MS"/>
                <a:cs typeface="Trebuchet MS"/>
                <a:sym typeface="Helvetica"/>
              </a:rPr>
              <a:t> </a:t>
            </a:r>
            <a:endParaRPr lang="en-US" sz="1200" dirty="0">
              <a:solidFill>
                <a:srgbClr val="FFFFFF">
                  <a:alpha val="50000"/>
                </a:srgbClr>
              </a:solidFill>
              <a:latin typeface="Trebuchet MS"/>
              <a:cs typeface="Trebuchet MS"/>
              <a:sym typeface="Helvetica"/>
            </a:endParaRPr>
          </a:p>
        </p:txBody>
      </p:sp>
      <p:sp>
        <p:nvSpPr>
          <p:cNvPr id="16" name="TextBox 13">
            <a:extLst>
              <a:ext uri="{FF2B5EF4-FFF2-40B4-BE49-F238E27FC236}">
                <a16:creationId xmlns:a16="http://schemas.microsoft.com/office/drawing/2014/main" id="{D5CB329C-18A8-1444-8622-679A7740B57C}"/>
              </a:ext>
            </a:extLst>
          </p:cNvPr>
          <p:cNvSpPr txBox="1">
            <a:spLocks noChangeArrowheads="1"/>
          </p:cNvSpPr>
          <p:nvPr userDrawn="1"/>
        </p:nvSpPr>
        <p:spPr bwMode="auto">
          <a:xfrm>
            <a:off x="2239963" y="4857724"/>
            <a:ext cx="4664075" cy="267487"/>
          </a:xfrm>
          <a:prstGeom prst="rect">
            <a:avLst/>
          </a:prstGeom>
          <a:noFill/>
          <a:ln>
            <a:noFill/>
          </a:ln>
        </p:spPr>
        <p:txBody>
          <a:bodyPr lIns="0" tIns="45718" rIns="0" bIns="45718" anchor="ct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fontAlgn="base">
              <a:spcBef>
                <a:spcPct val="0"/>
              </a:spcBef>
              <a:spcAft>
                <a:spcPct val="0"/>
              </a:spcAft>
              <a:defRPr>
                <a:solidFill>
                  <a:schemeClr val="tx1"/>
                </a:solidFill>
                <a:latin typeface="Calibri" charset="0"/>
                <a:ea typeface="ＭＳ Ｐゴシック" charset="0"/>
              </a:defRPr>
            </a:lvl6pPr>
            <a:lvl7pPr marL="2971800" indent="-228600" fontAlgn="base">
              <a:spcBef>
                <a:spcPct val="0"/>
              </a:spcBef>
              <a:spcAft>
                <a:spcPct val="0"/>
              </a:spcAft>
              <a:defRPr>
                <a:solidFill>
                  <a:schemeClr val="tx1"/>
                </a:solidFill>
                <a:latin typeface="Calibri" charset="0"/>
                <a:ea typeface="ＭＳ Ｐゴシック" charset="0"/>
              </a:defRPr>
            </a:lvl7pPr>
            <a:lvl8pPr marL="3429000" indent="-228600" fontAlgn="base">
              <a:spcBef>
                <a:spcPct val="0"/>
              </a:spcBef>
              <a:spcAft>
                <a:spcPct val="0"/>
              </a:spcAft>
              <a:defRPr>
                <a:solidFill>
                  <a:schemeClr val="tx1"/>
                </a:solidFill>
                <a:latin typeface="Calibri" charset="0"/>
                <a:ea typeface="ＭＳ Ｐゴシック" charset="0"/>
              </a:defRPr>
            </a:lvl8pPr>
            <a:lvl9pPr marL="3886200" indent="-228600" fontAlgn="base">
              <a:spcBef>
                <a:spcPct val="0"/>
              </a:spcBef>
              <a:spcAft>
                <a:spcPct val="0"/>
              </a:spcAft>
              <a:defRPr>
                <a:solidFill>
                  <a:schemeClr val="tx1"/>
                </a:solidFill>
                <a:latin typeface="Calibri" charset="0"/>
                <a:ea typeface="ＭＳ Ｐゴシック" charset="0"/>
              </a:defRPr>
            </a:lvl9pPr>
          </a:lstStyle>
          <a:p>
            <a:pPr algn="ctr" defTabSz="514350">
              <a:spcAft>
                <a:spcPts val="600"/>
              </a:spcAft>
              <a:defRPr/>
            </a:pPr>
            <a:r>
              <a:rPr lang="en-US" sz="700" dirty="0">
                <a:solidFill>
                  <a:srgbClr val="3C90F3"/>
                </a:solidFill>
                <a:latin typeface="Trebuchet MS"/>
                <a:cs typeface="Trebuchet MS"/>
                <a:sym typeface="Helvetica"/>
              </a:rPr>
              <a:t>Copyright © Nomis Solutions, Inc. All rights reserved.</a:t>
            </a:r>
          </a:p>
        </p:txBody>
      </p:sp>
    </p:spTree>
    <p:extLst>
      <p:ext uri="{BB962C8B-B14F-4D97-AF65-F5344CB8AC3E}">
        <p14:creationId xmlns:p14="http://schemas.microsoft.com/office/powerpoint/2010/main" val="581194567"/>
      </p:ext>
    </p:extLst>
  </p:cSld>
  <p:clrMapOvr>
    <a:masterClrMapping/>
  </p:clrMapOvr>
  <p:transition spd="med">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resenter slide">
    <p:spTree>
      <p:nvGrpSpPr>
        <p:cNvPr id="1" name=""/>
        <p:cNvGrpSpPr/>
        <p:nvPr/>
      </p:nvGrpSpPr>
      <p:grpSpPr>
        <a:xfrm>
          <a:off x="0" y="0"/>
          <a:ext cx="0" cy="0"/>
          <a:chOff x="0" y="0"/>
          <a:chExt cx="0" cy="0"/>
        </a:xfrm>
      </p:grpSpPr>
      <p:pic>
        <p:nvPicPr>
          <p:cNvPr id="10" name="Picture 9" descr="PowerPoint elements_blue background plain.wmf"/>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8355" y="-1"/>
            <a:ext cx="9162288" cy="5153786"/>
          </a:xfrm>
          <a:prstGeom prst="rect">
            <a:avLst/>
          </a:prstGeom>
        </p:spPr>
      </p:pic>
      <p:sp>
        <p:nvSpPr>
          <p:cNvPr id="17" name="TextBox 2"/>
          <p:cNvSpPr txBox="1">
            <a:spLocks noChangeArrowheads="1"/>
          </p:cNvSpPr>
          <p:nvPr/>
        </p:nvSpPr>
        <p:spPr bwMode="auto">
          <a:xfrm>
            <a:off x="7299325" y="4859339"/>
            <a:ext cx="1371600" cy="290227"/>
          </a:xfrm>
          <a:prstGeom prst="rect">
            <a:avLst/>
          </a:prstGeom>
          <a:noFill/>
          <a:ln>
            <a:noFill/>
          </a:ln>
        </p:spPr>
        <p:txBody>
          <a:bodyPr lIns="0" tIns="45718" rIns="0" bIns="45718" anchor="ct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fontAlgn="base">
              <a:spcBef>
                <a:spcPct val="0"/>
              </a:spcBef>
              <a:spcAft>
                <a:spcPct val="0"/>
              </a:spcAft>
              <a:defRPr>
                <a:solidFill>
                  <a:schemeClr val="tx1"/>
                </a:solidFill>
                <a:latin typeface="Calibri" charset="0"/>
                <a:ea typeface="ＭＳ Ｐゴシック" charset="0"/>
              </a:defRPr>
            </a:lvl6pPr>
            <a:lvl7pPr marL="2971800" indent="-228600" fontAlgn="base">
              <a:spcBef>
                <a:spcPct val="0"/>
              </a:spcBef>
              <a:spcAft>
                <a:spcPct val="0"/>
              </a:spcAft>
              <a:defRPr>
                <a:solidFill>
                  <a:schemeClr val="tx1"/>
                </a:solidFill>
                <a:latin typeface="Calibri" charset="0"/>
                <a:ea typeface="ＭＳ Ｐゴシック" charset="0"/>
              </a:defRPr>
            </a:lvl7pPr>
            <a:lvl8pPr marL="3429000" indent="-228600" fontAlgn="base">
              <a:spcBef>
                <a:spcPct val="0"/>
              </a:spcBef>
              <a:spcAft>
                <a:spcPct val="0"/>
              </a:spcAft>
              <a:defRPr>
                <a:solidFill>
                  <a:schemeClr val="tx1"/>
                </a:solidFill>
                <a:latin typeface="Calibri" charset="0"/>
                <a:ea typeface="ＭＳ Ｐゴシック" charset="0"/>
              </a:defRPr>
            </a:lvl8pPr>
            <a:lvl9pPr marL="3886200" indent="-228600" fontAlgn="base">
              <a:spcBef>
                <a:spcPct val="0"/>
              </a:spcBef>
              <a:spcAft>
                <a:spcPct val="0"/>
              </a:spcAft>
              <a:defRPr>
                <a:solidFill>
                  <a:schemeClr val="tx1"/>
                </a:solidFill>
                <a:latin typeface="Calibri" charset="0"/>
                <a:ea typeface="ＭＳ Ｐゴシック" charset="0"/>
              </a:defRPr>
            </a:lvl9pPr>
          </a:lstStyle>
          <a:p>
            <a:pPr algn="r" defTabSz="514337">
              <a:spcAft>
                <a:spcPts val="600"/>
              </a:spcAft>
              <a:defRPr/>
            </a:pPr>
            <a:fld id="{650B4636-A852-744A-A226-6C4815BB4956}" type="slidenum">
              <a:rPr lang="en-US" sz="700" smtClean="0">
                <a:solidFill>
                  <a:srgbClr val="3C90F3"/>
                </a:solidFill>
                <a:latin typeface="Trebuchet MS"/>
                <a:cs typeface="Trebuchet MS"/>
                <a:sym typeface="Helvetica"/>
              </a:rPr>
              <a:pPr algn="r" defTabSz="514337">
                <a:spcAft>
                  <a:spcPts val="600"/>
                </a:spcAft>
                <a:defRPr/>
              </a:pPr>
              <a:t>‹#›</a:t>
            </a:fld>
            <a:r>
              <a:rPr lang="en-US" sz="900" dirty="0">
                <a:solidFill>
                  <a:srgbClr val="FFFFFF">
                    <a:alpha val="50000"/>
                  </a:srgbClr>
                </a:solidFill>
                <a:latin typeface="Trebuchet MS"/>
                <a:cs typeface="Trebuchet MS"/>
                <a:sym typeface="Helvetica"/>
              </a:rPr>
              <a:t> </a:t>
            </a:r>
            <a:endParaRPr lang="en-US" sz="1200" dirty="0">
              <a:solidFill>
                <a:srgbClr val="FFFFFF">
                  <a:alpha val="50000"/>
                </a:srgbClr>
              </a:solidFill>
              <a:latin typeface="Trebuchet MS"/>
              <a:cs typeface="Trebuchet MS"/>
              <a:sym typeface="Helvetica"/>
            </a:endParaRPr>
          </a:p>
        </p:txBody>
      </p:sp>
      <p:sp>
        <p:nvSpPr>
          <p:cNvPr id="18" name="TextBox 13"/>
          <p:cNvSpPr txBox="1">
            <a:spLocks noChangeArrowheads="1"/>
          </p:cNvSpPr>
          <p:nvPr/>
        </p:nvSpPr>
        <p:spPr bwMode="auto">
          <a:xfrm>
            <a:off x="2239964" y="4857725"/>
            <a:ext cx="4664075" cy="267487"/>
          </a:xfrm>
          <a:prstGeom prst="rect">
            <a:avLst/>
          </a:prstGeom>
          <a:noFill/>
          <a:ln>
            <a:noFill/>
          </a:ln>
        </p:spPr>
        <p:txBody>
          <a:bodyPr lIns="0" tIns="45718" rIns="0" bIns="45718" anchor="ct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fontAlgn="base">
              <a:spcBef>
                <a:spcPct val="0"/>
              </a:spcBef>
              <a:spcAft>
                <a:spcPct val="0"/>
              </a:spcAft>
              <a:defRPr>
                <a:solidFill>
                  <a:schemeClr val="tx1"/>
                </a:solidFill>
                <a:latin typeface="Calibri" charset="0"/>
                <a:ea typeface="ＭＳ Ｐゴシック" charset="0"/>
              </a:defRPr>
            </a:lvl6pPr>
            <a:lvl7pPr marL="2971800" indent="-228600" fontAlgn="base">
              <a:spcBef>
                <a:spcPct val="0"/>
              </a:spcBef>
              <a:spcAft>
                <a:spcPct val="0"/>
              </a:spcAft>
              <a:defRPr>
                <a:solidFill>
                  <a:schemeClr val="tx1"/>
                </a:solidFill>
                <a:latin typeface="Calibri" charset="0"/>
                <a:ea typeface="ＭＳ Ｐゴシック" charset="0"/>
              </a:defRPr>
            </a:lvl7pPr>
            <a:lvl8pPr marL="3429000" indent="-228600" fontAlgn="base">
              <a:spcBef>
                <a:spcPct val="0"/>
              </a:spcBef>
              <a:spcAft>
                <a:spcPct val="0"/>
              </a:spcAft>
              <a:defRPr>
                <a:solidFill>
                  <a:schemeClr val="tx1"/>
                </a:solidFill>
                <a:latin typeface="Calibri" charset="0"/>
                <a:ea typeface="ＭＳ Ｐゴシック" charset="0"/>
              </a:defRPr>
            </a:lvl8pPr>
            <a:lvl9pPr marL="3886200" indent="-228600" fontAlgn="base">
              <a:spcBef>
                <a:spcPct val="0"/>
              </a:spcBef>
              <a:spcAft>
                <a:spcPct val="0"/>
              </a:spcAft>
              <a:defRPr>
                <a:solidFill>
                  <a:schemeClr val="tx1"/>
                </a:solidFill>
                <a:latin typeface="Calibri" charset="0"/>
                <a:ea typeface="ＭＳ Ｐゴシック" charset="0"/>
              </a:defRPr>
            </a:lvl9pPr>
          </a:lstStyle>
          <a:p>
            <a:pPr algn="ctr" defTabSz="514337">
              <a:spcAft>
                <a:spcPts val="600"/>
              </a:spcAft>
              <a:defRPr/>
            </a:pPr>
            <a:r>
              <a:rPr lang="en-US" sz="700" dirty="0">
                <a:solidFill>
                  <a:srgbClr val="3C90F3"/>
                </a:solidFill>
                <a:latin typeface="Trebuchet MS"/>
                <a:cs typeface="Trebuchet MS"/>
                <a:sym typeface="Helvetica"/>
              </a:rPr>
              <a:t>Copyright © Nomis Solutions, Inc. All rights reserved.</a:t>
            </a:r>
          </a:p>
        </p:txBody>
      </p:sp>
      <p:sp>
        <p:nvSpPr>
          <p:cNvPr id="37" name="Text Placeholder 14"/>
          <p:cNvSpPr>
            <a:spLocks noGrp="1"/>
          </p:cNvSpPr>
          <p:nvPr>
            <p:ph type="body" sz="quarter" idx="12"/>
          </p:nvPr>
        </p:nvSpPr>
        <p:spPr>
          <a:xfrm>
            <a:off x="1828800" y="685806"/>
            <a:ext cx="6858000" cy="291217"/>
          </a:xfrm>
          <a:prstGeom prst="rect">
            <a:avLst/>
          </a:prstGeom>
        </p:spPr>
        <p:txBody>
          <a:bodyPr anchor="ctr">
            <a:normAutofit/>
          </a:bodyPr>
          <a:lstStyle>
            <a:lvl1pPr marL="0" indent="0">
              <a:lnSpc>
                <a:spcPct val="100000"/>
              </a:lnSpc>
              <a:spcBef>
                <a:spcPts val="1200"/>
              </a:spcBef>
              <a:buNone/>
              <a:defRPr sz="1600">
                <a:solidFill>
                  <a:schemeClr val="bg1"/>
                </a:solidFill>
              </a:defRPr>
            </a:lvl1pPr>
          </a:lstStyle>
          <a:p>
            <a:pPr lvl="0"/>
            <a:r>
              <a:rPr lang="en-US"/>
              <a:t>Edit Master text styles</a:t>
            </a:r>
          </a:p>
        </p:txBody>
      </p:sp>
      <p:sp>
        <p:nvSpPr>
          <p:cNvPr id="38" name="Text Placeholder 2"/>
          <p:cNvSpPr>
            <a:spLocks noGrp="1"/>
          </p:cNvSpPr>
          <p:nvPr>
            <p:ph type="body" sz="quarter" idx="16"/>
          </p:nvPr>
        </p:nvSpPr>
        <p:spPr>
          <a:xfrm>
            <a:off x="1828800" y="977017"/>
            <a:ext cx="6858000" cy="1485900"/>
          </a:xfrm>
          <a:prstGeom prst="rect">
            <a:avLst/>
          </a:prstGeom>
        </p:spPr>
        <p:txBody>
          <a:bodyPr>
            <a:normAutofit/>
          </a:bodyPr>
          <a:lstStyle>
            <a:lvl1pPr marL="0" indent="0">
              <a:lnSpc>
                <a:spcPts val="1600"/>
              </a:lnSpc>
              <a:spcBef>
                <a:spcPts val="1400"/>
              </a:spcBef>
              <a:buNone/>
              <a:defRPr sz="1200">
                <a:solidFill>
                  <a:srgbClr val="FFFFFF"/>
                </a:solidFill>
              </a:defRPr>
            </a:lvl1pPr>
            <a:lvl2pPr marL="284144" indent="0">
              <a:buNone/>
              <a:defRPr>
                <a:solidFill>
                  <a:srgbClr val="545454"/>
                </a:solidFill>
              </a:defRPr>
            </a:lvl2pPr>
            <a:lvl3pPr marL="631781" indent="0">
              <a:buNone/>
              <a:defRPr>
                <a:solidFill>
                  <a:srgbClr val="545454"/>
                </a:solidFill>
              </a:defRPr>
            </a:lvl3pPr>
            <a:lvl4pPr marL="855602" indent="0">
              <a:buNone/>
              <a:defRPr>
                <a:solidFill>
                  <a:srgbClr val="545454"/>
                </a:solidFill>
              </a:defRPr>
            </a:lvl4pPr>
            <a:lvl5pPr marL="1088951" indent="0">
              <a:buNone/>
              <a:defRPr>
                <a:solidFill>
                  <a:srgbClr val="545454"/>
                </a:solidFill>
              </a:defRPr>
            </a:lvl5pPr>
          </a:lstStyle>
          <a:p>
            <a:pPr lvl="0"/>
            <a:r>
              <a:rPr lang="en-US"/>
              <a:t>Edit Master text styles</a:t>
            </a:r>
          </a:p>
        </p:txBody>
      </p:sp>
      <p:sp>
        <p:nvSpPr>
          <p:cNvPr id="39" name="Text Placeholder 14"/>
          <p:cNvSpPr>
            <a:spLocks noGrp="1"/>
          </p:cNvSpPr>
          <p:nvPr>
            <p:ph type="body" sz="quarter" idx="17"/>
          </p:nvPr>
        </p:nvSpPr>
        <p:spPr>
          <a:xfrm>
            <a:off x="1828800" y="2686056"/>
            <a:ext cx="6858000" cy="291217"/>
          </a:xfrm>
          <a:prstGeom prst="rect">
            <a:avLst/>
          </a:prstGeom>
        </p:spPr>
        <p:txBody>
          <a:bodyPr anchor="ctr">
            <a:normAutofit/>
          </a:bodyPr>
          <a:lstStyle>
            <a:lvl1pPr marL="0" indent="0">
              <a:lnSpc>
                <a:spcPct val="100000"/>
              </a:lnSpc>
              <a:spcBef>
                <a:spcPts val="1200"/>
              </a:spcBef>
              <a:buNone/>
              <a:defRPr sz="1600">
                <a:solidFill>
                  <a:srgbClr val="FFFFFF"/>
                </a:solidFill>
              </a:defRPr>
            </a:lvl1pPr>
          </a:lstStyle>
          <a:p>
            <a:pPr lvl="0"/>
            <a:r>
              <a:rPr lang="en-US"/>
              <a:t>Edit Master text styles</a:t>
            </a:r>
          </a:p>
        </p:txBody>
      </p:sp>
      <p:sp>
        <p:nvSpPr>
          <p:cNvPr id="40" name="Text Placeholder 2"/>
          <p:cNvSpPr>
            <a:spLocks noGrp="1"/>
          </p:cNvSpPr>
          <p:nvPr>
            <p:ph type="body" sz="quarter" idx="18"/>
          </p:nvPr>
        </p:nvSpPr>
        <p:spPr>
          <a:xfrm>
            <a:off x="1828800" y="2977267"/>
            <a:ext cx="6858000" cy="1485900"/>
          </a:xfrm>
          <a:prstGeom prst="rect">
            <a:avLst/>
          </a:prstGeom>
        </p:spPr>
        <p:txBody>
          <a:bodyPr>
            <a:normAutofit/>
          </a:bodyPr>
          <a:lstStyle>
            <a:lvl1pPr marL="0" indent="0">
              <a:lnSpc>
                <a:spcPts val="1600"/>
              </a:lnSpc>
              <a:spcBef>
                <a:spcPts val="1400"/>
              </a:spcBef>
              <a:buNone/>
              <a:defRPr sz="1200">
                <a:solidFill>
                  <a:srgbClr val="FFFFFF"/>
                </a:solidFill>
              </a:defRPr>
            </a:lvl1pPr>
            <a:lvl2pPr marL="284144" indent="0">
              <a:buNone/>
              <a:defRPr>
                <a:solidFill>
                  <a:srgbClr val="545454"/>
                </a:solidFill>
              </a:defRPr>
            </a:lvl2pPr>
            <a:lvl3pPr marL="631781" indent="0">
              <a:buNone/>
              <a:defRPr>
                <a:solidFill>
                  <a:srgbClr val="545454"/>
                </a:solidFill>
              </a:defRPr>
            </a:lvl3pPr>
            <a:lvl4pPr marL="855602" indent="0">
              <a:buNone/>
              <a:defRPr>
                <a:solidFill>
                  <a:srgbClr val="545454"/>
                </a:solidFill>
              </a:defRPr>
            </a:lvl4pPr>
            <a:lvl5pPr marL="1088951" indent="0">
              <a:buNone/>
              <a:defRPr>
                <a:solidFill>
                  <a:srgbClr val="545454"/>
                </a:solidFill>
              </a:defRPr>
            </a:lvl5pPr>
          </a:lstStyle>
          <a:p>
            <a:pPr lvl="0"/>
            <a:r>
              <a:rPr lang="en-US"/>
              <a:t>Edit Master text styles</a:t>
            </a:r>
          </a:p>
        </p:txBody>
      </p:sp>
      <p:sp>
        <p:nvSpPr>
          <p:cNvPr id="41" name="Picture Placeholder 8"/>
          <p:cNvSpPr>
            <a:spLocks noGrp="1"/>
          </p:cNvSpPr>
          <p:nvPr>
            <p:ph type="pic" sz="quarter" idx="19"/>
          </p:nvPr>
        </p:nvSpPr>
        <p:spPr>
          <a:xfrm>
            <a:off x="666751" y="791279"/>
            <a:ext cx="914400" cy="914400"/>
          </a:xfrm>
          <a:prstGeom prst="rect">
            <a:avLst/>
          </a:prstGeom>
          <a:solidFill>
            <a:schemeClr val="bg1">
              <a:lumMod val="75000"/>
            </a:schemeClr>
          </a:solidFill>
        </p:spPr>
        <p:txBody>
          <a:bodyPr rtlCol="0" anchor="ctr">
            <a:noAutofit/>
          </a:bodyPr>
          <a:lstStyle>
            <a:lvl1pPr marL="53971" indent="0" algn="ctr">
              <a:buNone/>
              <a:defRPr sz="1000">
                <a:solidFill>
                  <a:schemeClr val="bg1"/>
                </a:solidFill>
              </a:defRPr>
            </a:lvl1pPr>
          </a:lstStyle>
          <a:p>
            <a:pPr lvl="0"/>
            <a:r>
              <a:rPr lang="en-US" noProof="0" dirty="0"/>
              <a:t>Click icon to add picture</a:t>
            </a:r>
          </a:p>
        </p:txBody>
      </p:sp>
      <p:sp>
        <p:nvSpPr>
          <p:cNvPr id="42" name="Picture Placeholder 8"/>
          <p:cNvSpPr>
            <a:spLocks noGrp="1"/>
          </p:cNvSpPr>
          <p:nvPr>
            <p:ph type="pic" sz="quarter" idx="20"/>
          </p:nvPr>
        </p:nvSpPr>
        <p:spPr>
          <a:xfrm>
            <a:off x="666751" y="2777242"/>
            <a:ext cx="914400" cy="914400"/>
          </a:xfrm>
          <a:prstGeom prst="rect">
            <a:avLst/>
          </a:prstGeom>
          <a:solidFill>
            <a:schemeClr val="bg1">
              <a:lumMod val="75000"/>
            </a:schemeClr>
          </a:solidFill>
        </p:spPr>
        <p:txBody>
          <a:bodyPr rtlCol="0" anchor="ctr">
            <a:noAutofit/>
          </a:bodyPr>
          <a:lstStyle>
            <a:lvl1pPr marL="53971" indent="0" algn="ctr">
              <a:buNone/>
              <a:defRPr sz="1000">
                <a:solidFill>
                  <a:schemeClr val="bg1"/>
                </a:solidFill>
              </a:defRPr>
            </a:lvl1pPr>
          </a:lstStyle>
          <a:p>
            <a:pPr lvl="0"/>
            <a:r>
              <a:rPr lang="en-US" noProof="0" dirty="0"/>
              <a:t>Click icon to add picture</a:t>
            </a:r>
          </a:p>
        </p:txBody>
      </p:sp>
      <p:sp>
        <p:nvSpPr>
          <p:cNvPr id="43" name="Title Placeholder 1"/>
          <p:cNvSpPr>
            <a:spLocks noGrp="1"/>
          </p:cNvSpPr>
          <p:nvPr>
            <p:ph type="title"/>
          </p:nvPr>
        </p:nvSpPr>
        <p:spPr>
          <a:xfrm>
            <a:off x="457245" y="-1"/>
            <a:ext cx="8229510" cy="571502"/>
          </a:xfrm>
          <a:prstGeom prst="rect">
            <a:avLst/>
          </a:prstGeom>
        </p:spPr>
        <p:txBody>
          <a:bodyPr rtlCol="0">
            <a:normAutofit/>
          </a:bodyPr>
          <a:lstStyle>
            <a:lvl1pPr>
              <a:defRPr>
                <a:solidFill>
                  <a:srgbClr val="FFFFFF"/>
                </a:solidFill>
              </a:defRPr>
            </a:lvl1pPr>
          </a:lstStyle>
          <a:p>
            <a:pPr lvl="0"/>
            <a:r>
              <a:rPr lang="en-US"/>
              <a:t>Click to edit Master title style</a:t>
            </a:r>
            <a:endParaRPr lang="en-US" dirty="0"/>
          </a:p>
        </p:txBody>
      </p:sp>
      <p:pic>
        <p:nvPicPr>
          <p:cNvPr id="12" name="Picture 11" descr="PowerPoint elements_blue background plain.wmf"/>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8355" y="-1"/>
            <a:ext cx="9162288" cy="5153786"/>
          </a:xfrm>
          <a:prstGeom prst="rect">
            <a:avLst/>
          </a:prstGeom>
        </p:spPr>
      </p:pic>
      <p:sp>
        <p:nvSpPr>
          <p:cNvPr id="13" name="TextBox 2"/>
          <p:cNvSpPr txBox="1">
            <a:spLocks noChangeArrowheads="1"/>
          </p:cNvSpPr>
          <p:nvPr/>
        </p:nvSpPr>
        <p:spPr bwMode="auto">
          <a:xfrm>
            <a:off x="7299325" y="4859339"/>
            <a:ext cx="1371600" cy="290227"/>
          </a:xfrm>
          <a:prstGeom prst="rect">
            <a:avLst/>
          </a:prstGeom>
          <a:noFill/>
          <a:ln>
            <a:noFill/>
          </a:ln>
        </p:spPr>
        <p:txBody>
          <a:bodyPr lIns="0" tIns="45718" rIns="0" bIns="45718" anchor="ct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fontAlgn="base">
              <a:spcBef>
                <a:spcPct val="0"/>
              </a:spcBef>
              <a:spcAft>
                <a:spcPct val="0"/>
              </a:spcAft>
              <a:defRPr>
                <a:solidFill>
                  <a:schemeClr val="tx1"/>
                </a:solidFill>
                <a:latin typeface="Calibri" charset="0"/>
                <a:ea typeface="ＭＳ Ｐゴシック" charset="0"/>
              </a:defRPr>
            </a:lvl6pPr>
            <a:lvl7pPr marL="2971800" indent="-228600" fontAlgn="base">
              <a:spcBef>
                <a:spcPct val="0"/>
              </a:spcBef>
              <a:spcAft>
                <a:spcPct val="0"/>
              </a:spcAft>
              <a:defRPr>
                <a:solidFill>
                  <a:schemeClr val="tx1"/>
                </a:solidFill>
                <a:latin typeface="Calibri" charset="0"/>
                <a:ea typeface="ＭＳ Ｐゴシック" charset="0"/>
              </a:defRPr>
            </a:lvl7pPr>
            <a:lvl8pPr marL="3429000" indent="-228600" fontAlgn="base">
              <a:spcBef>
                <a:spcPct val="0"/>
              </a:spcBef>
              <a:spcAft>
                <a:spcPct val="0"/>
              </a:spcAft>
              <a:defRPr>
                <a:solidFill>
                  <a:schemeClr val="tx1"/>
                </a:solidFill>
                <a:latin typeface="Calibri" charset="0"/>
                <a:ea typeface="ＭＳ Ｐゴシック" charset="0"/>
              </a:defRPr>
            </a:lvl8pPr>
            <a:lvl9pPr marL="3886200" indent="-228600" fontAlgn="base">
              <a:spcBef>
                <a:spcPct val="0"/>
              </a:spcBef>
              <a:spcAft>
                <a:spcPct val="0"/>
              </a:spcAft>
              <a:defRPr>
                <a:solidFill>
                  <a:schemeClr val="tx1"/>
                </a:solidFill>
                <a:latin typeface="Calibri" charset="0"/>
                <a:ea typeface="ＭＳ Ｐゴシック" charset="0"/>
              </a:defRPr>
            </a:lvl9pPr>
          </a:lstStyle>
          <a:p>
            <a:pPr algn="r" defTabSz="514337">
              <a:spcAft>
                <a:spcPts val="600"/>
              </a:spcAft>
              <a:defRPr/>
            </a:pPr>
            <a:fld id="{650B4636-A852-744A-A226-6C4815BB4956}" type="slidenum">
              <a:rPr lang="en-US" sz="700" smtClean="0">
                <a:solidFill>
                  <a:srgbClr val="3C90F3"/>
                </a:solidFill>
                <a:latin typeface="Trebuchet MS"/>
                <a:cs typeface="Trebuchet MS"/>
                <a:sym typeface="Helvetica"/>
              </a:rPr>
              <a:pPr algn="r" defTabSz="514337">
                <a:spcAft>
                  <a:spcPts val="600"/>
                </a:spcAft>
                <a:defRPr/>
              </a:pPr>
              <a:t>‹#›</a:t>
            </a:fld>
            <a:r>
              <a:rPr lang="en-US" sz="900" dirty="0">
                <a:solidFill>
                  <a:srgbClr val="FFFFFF">
                    <a:alpha val="50000"/>
                  </a:srgbClr>
                </a:solidFill>
                <a:latin typeface="Trebuchet MS"/>
                <a:cs typeface="Trebuchet MS"/>
                <a:sym typeface="Helvetica"/>
              </a:rPr>
              <a:t> </a:t>
            </a:r>
            <a:endParaRPr lang="en-US" sz="1200" dirty="0">
              <a:solidFill>
                <a:srgbClr val="FFFFFF">
                  <a:alpha val="50000"/>
                </a:srgbClr>
              </a:solidFill>
              <a:latin typeface="Trebuchet MS"/>
              <a:cs typeface="Trebuchet MS"/>
              <a:sym typeface="Helvetica"/>
            </a:endParaRPr>
          </a:p>
        </p:txBody>
      </p:sp>
      <p:sp>
        <p:nvSpPr>
          <p:cNvPr id="14" name="TextBox 13"/>
          <p:cNvSpPr txBox="1">
            <a:spLocks noChangeArrowheads="1"/>
          </p:cNvSpPr>
          <p:nvPr/>
        </p:nvSpPr>
        <p:spPr bwMode="auto">
          <a:xfrm>
            <a:off x="2239964" y="4857725"/>
            <a:ext cx="4664075" cy="267487"/>
          </a:xfrm>
          <a:prstGeom prst="rect">
            <a:avLst/>
          </a:prstGeom>
          <a:noFill/>
          <a:ln>
            <a:noFill/>
          </a:ln>
        </p:spPr>
        <p:txBody>
          <a:bodyPr lIns="0" tIns="45718" rIns="0" bIns="45718" anchor="ct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fontAlgn="base">
              <a:spcBef>
                <a:spcPct val="0"/>
              </a:spcBef>
              <a:spcAft>
                <a:spcPct val="0"/>
              </a:spcAft>
              <a:defRPr>
                <a:solidFill>
                  <a:schemeClr val="tx1"/>
                </a:solidFill>
                <a:latin typeface="Calibri" charset="0"/>
                <a:ea typeface="ＭＳ Ｐゴシック" charset="0"/>
              </a:defRPr>
            </a:lvl6pPr>
            <a:lvl7pPr marL="2971800" indent="-228600" fontAlgn="base">
              <a:spcBef>
                <a:spcPct val="0"/>
              </a:spcBef>
              <a:spcAft>
                <a:spcPct val="0"/>
              </a:spcAft>
              <a:defRPr>
                <a:solidFill>
                  <a:schemeClr val="tx1"/>
                </a:solidFill>
                <a:latin typeface="Calibri" charset="0"/>
                <a:ea typeface="ＭＳ Ｐゴシック" charset="0"/>
              </a:defRPr>
            </a:lvl7pPr>
            <a:lvl8pPr marL="3429000" indent="-228600" fontAlgn="base">
              <a:spcBef>
                <a:spcPct val="0"/>
              </a:spcBef>
              <a:spcAft>
                <a:spcPct val="0"/>
              </a:spcAft>
              <a:defRPr>
                <a:solidFill>
                  <a:schemeClr val="tx1"/>
                </a:solidFill>
                <a:latin typeface="Calibri" charset="0"/>
                <a:ea typeface="ＭＳ Ｐゴシック" charset="0"/>
              </a:defRPr>
            </a:lvl8pPr>
            <a:lvl9pPr marL="3886200" indent="-228600" fontAlgn="base">
              <a:spcBef>
                <a:spcPct val="0"/>
              </a:spcBef>
              <a:spcAft>
                <a:spcPct val="0"/>
              </a:spcAft>
              <a:defRPr>
                <a:solidFill>
                  <a:schemeClr val="tx1"/>
                </a:solidFill>
                <a:latin typeface="Calibri" charset="0"/>
                <a:ea typeface="ＭＳ Ｐゴシック" charset="0"/>
              </a:defRPr>
            </a:lvl9pPr>
          </a:lstStyle>
          <a:p>
            <a:pPr algn="ctr" defTabSz="514337">
              <a:spcAft>
                <a:spcPts val="600"/>
              </a:spcAft>
              <a:defRPr/>
            </a:pPr>
            <a:r>
              <a:rPr lang="en-US" sz="700" dirty="0">
                <a:solidFill>
                  <a:srgbClr val="3C90F3"/>
                </a:solidFill>
                <a:latin typeface="Trebuchet MS"/>
                <a:cs typeface="Trebuchet MS"/>
                <a:sym typeface="Helvetica"/>
              </a:rPr>
              <a:t>Copyright © Nomis Solutions, Inc. All rights reserved.</a:t>
            </a:r>
          </a:p>
        </p:txBody>
      </p:sp>
      <p:pic>
        <p:nvPicPr>
          <p:cNvPr id="15" name="Picture 14" descr="PowerPoint elements_blue background plain.wmf">
            <a:extLst>
              <a:ext uri="{FF2B5EF4-FFF2-40B4-BE49-F238E27FC236}">
                <a16:creationId xmlns:a16="http://schemas.microsoft.com/office/drawing/2014/main" id="{E37F8851-8651-FC40-80C6-B6BFE741FCED}"/>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8355" y="-1"/>
            <a:ext cx="9162288" cy="5153786"/>
          </a:xfrm>
          <a:prstGeom prst="rect">
            <a:avLst/>
          </a:prstGeom>
        </p:spPr>
      </p:pic>
      <p:sp>
        <p:nvSpPr>
          <p:cNvPr id="16" name="TextBox 2">
            <a:extLst>
              <a:ext uri="{FF2B5EF4-FFF2-40B4-BE49-F238E27FC236}">
                <a16:creationId xmlns:a16="http://schemas.microsoft.com/office/drawing/2014/main" id="{1D949E80-BBF3-9C47-9078-DE2E88AB9446}"/>
              </a:ext>
            </a:extLst>
          </p:cNvPr>
          <p:cNvSpPr txBox="1">
            <a:spLocks noChangeArrowheads="1"/>
          </p:cNvSpPr>
          <p:nvPr userDrawn="1"/>
        </p:nvSpPr>
        <p:spPr bwMode="auto">
          <a:xfrm>
            <a:off x="7299325" y="4859338"/>
            <a:ext cx="1371600" cy="290227"/>
          </a:xfrm>
          <a:prstGeom prst="rect">
            <a:avLst/>
          </a:prstGeom>
          <a:noFill/>
          <a:ln>
            <a:noFill/>
          </a:ln>
        </p:spPr>
        <p:txBody>
          <a:bodyPr lIns="0" tIns="45718" rIns="0" bIns="45718" anchor="ct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fontAlgn="base">
              <a:spcBef>
                <a:spcPct val="0"/>
              </a:spcBef>
              <a:spcAft>
                <a:spcPct val="0"/>
              </a:spcAft>
              <a:defRPr>
                <a:solidFill>
                  <a:schemeClr val="tx1"/>
                </a:solidFill>
                <a:latin typeface="Calibri" charset="0"/>
                <a:ea typeface="ＭＳ Ｐゴシック" charset="0"/>
              </a:defRPr>
            </a:lvl6pPr>
            <a:lvl7pPr marL="2971800" indent="-228600" fontAlgn="base">
              <a:spcBef>
                <a:spcPct val="0"/>
              </a:spcBef>
              <a:spcAft>
                <a:spcPct val="0"/>
              </a:spcAft>
              <a:defRPr>
                <a:solidFill>
                  <a:schemeClr val="tx1"/>
                </a:solidFill>
                <a:latin typeface="Calibri" charset="0"/>
                <a:ea typeface="ＭＳ Ｐゴシック" charset="0"/>
              </a:defRPr>
            </a:lvl7pPr>
            <a:lvl8pPr marL="3429000" indent="-228600" fontAlgn="base">
              <a:spcBef>
                <a:spcPct val="0"/>
              </a:spcBef>
              <a:spcAft>
                <a:spcPct val="0"/>
              </a:spcAft>
              <a:defRPr>
                <a:solidFill>
                  <a:schemeClr val="tx1"/>
                </a:solidFill>
                <a:latin typeface="Calibri" charset="0"/>
                <a:ea typeface="ＭＳ Ｐゴシック" charset="0"/>
              </a:defRPr>
            </a:lvl8pPr>
            <a:lvl9pPr marL="3886200" indent="-228600" fontAlgn="base">
              <a:spcBef>
                <a:spcPct val="0"/>
              </a:spcBef>
              <a:spcAft>
                <a:spcPct val="0"/>
              </a:spcAft>
              <a:defRPr>
                <a:solidFill>
                  <a:schemeClr val="tx1"/>
                </a:solidFill>
                <a:latin typeface="Calibri" charset="0"/>
                <a:ea typeface="ＭＳ Ｐゴシック" charset="0"/>
              </a:defRPr>
            </a:lvl9pPr>
          </a:lstStyle>
          <a:p>
            <a:pPr algn="r" defTabSz="514350">
              <a:spcAft>
                <a:spcPts val="600"/>
              </a:spcAft>
              <a:defRPr/>
            </a:pPr>
            <a:fld id="{650B4636-A852-744A-A226-6C4815BB4956}" type="slidenum">
              <a:rPr lang="en-US" sz="700" smtClean="0">
                <a:solidFill>
                  <a:srgbClr val="3C90F3"/>
                </a:solidFill>
                <a:latin typeface="Trebuchet MS"/>
                <a:cs typeface="Trebuchet MS"/>
                <a:sym typeface="Helvetica"/>
              </a:rPr>
              <a:pPr algn="r" defTabSz="514350">
                <a:spcAft>
                  <a:spcPts val="600"/>
                </a:spcAft>
                <a:defRPr/>
              </a:pPr>
              <a:t>‹#›</a:t>
            </a:fld>
            <a:r>
              <a:rPr lang="en-US" sz="900" dirty="0">
                <a:solidFill>
                  <a:srgbClr val="FFFFFF">
                    <a:alpha val="50000"/>
                  </a:srgbClr>
                </a:solidFill>
                <a:latin typeface="Trebuchet MS"/>
                <a:cs typeface="Trebuchet MS"/>
                <a:sym typeface="Helvetica"/>
              </a:rPr>
              <a:t> </a:t>
            </a:r>
            <a:endParaRPr lang="en-US" sz="1200" dirty="0">
              <a:solidFill>
                <a:srgbClr val="FFFFFF">
                  <a:alpha val="50000"/>
                </a:srgbClr>
              </a:solidFill>
              <a:latin typeface="Trebuchet MS"/>
              <a:cs typeface="Trebuchet MS"/>
              <a:sym typeface="Helvetica"/>
            </a:endParaRPr>
          </a:p>
        </p:txBody>
      </p:sp>
      <p:sp>
        <p:nvSpPr>
          <p:cNvPr id="19" name="TextBox 18">
            <a:extLst>
              <a:ext uri="{FF2B5EF4-FFF2-40B4-BE49-F238E27FC236}">
                <a16:creationId xmlns:a16="http://schemas.microsoft.com/office/drawing/2014/main" id="{AC177E25-7314-3C4B-B5D8-EBA2CF9900DA}"/>
              </a:ext>
            </a:extLst>
          </p:cNvPr>
          <p:cNvSpPr txBox="1">
            <a:spLocks noChangeArrowheads="1"/>
          </p:cNvSpPr>
          <p:nvPr userDrawn="1"/>
        </p:nvSpPr>
        <p:spPr bwMode="auto">
          <a:xfrm>
            <a:off x="2239963" y="4857724"/>
            <a:ext cx="4664075" cy="267487"/>
          </a:xfrm>
          <a:prstGeom prst="rect">
            <a:avLst/>
          </a:prstGeom>
          <a:noFill/>
          <a:ln>
            <a:noFill/>
          </a:ln>
        </p:spPr>
        <p:txBody>
          <a:bodyPr lIns="0" tIns="45718" rIns="0" bIns="45718" anchor="ct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fontAlgn="base">
              <a:spcBef>
                <a:spcPct val="0"/>
              </a:spcBef>
              <a:spcAft>
                <a:spcPct val="0"/>
              </a:spcAft>
              <a:defRPr>
                <a:solidFill>
                  <a:schemeClr val="tx1"/>
                </a:solidFill>
                <a:latin typeface="Calibri" charset="0"/>
                <a:ea typeface="ＭＳ Ｐゴシック" charset="0"/>
              </a:defRPr>
            </a:lvl6pPr>
            <a:lvl7pPr marL="2971800" indent="-228600" fontAlgn="base">
              <a:spcBef>
                <a:spcPct val="0"/>
              </a:spcBef>
              <a:spcAft>
                <a:spcPct val="0"/>
              </a:spcAft>
              <a:defRPr>
                <a:solidFill>
                  <a:schemeClr val="tx1"/>
                </a:solidFill>
                <a:latin typeface="Calibri" charset="0"/>
                <a:ea typeface="ＭＳ Ｐゴシック" charset="0"/>
              </a:defRPr>
            </a:lvl7pPr>
            <a:lvl8pPr marL="3429000" indent="-228600" fontAlgn="base">
              <a:spcBef>
                <a:spcPct val="0"/>
              </a:spcBef>
              <a:spcAft>
                <a:spcPct val="0"/>
              </a:spcAft>
              <a:defRPr>
                <a:solidFill>
                  <a:schemeClr val="tx1"/>
                </a:solidFill>
                <a:latin typeface="Calibri" charset="0"/>
                <a:ea typeface="ＭＳ Ｐゴシック" charset="0"/>
              </a:defRPr>
            </a:lvl8pPr>
            <a:lvl9pPr marL="3886200" indent="-228600" fontAlgn="base">
              <a:spcBef>
                <a:spcPct val="0"/>
              </a:spcBef>
              <a:spcAft>
                <a:spcPct val="0"/>
              </a:spcAft>
              <a:defRPr>
                <a:solidFill>
                  <a:schemeClr val="tx1"/>
                </a:solidFill>
                <a:latin typeface="Calibri" charset="0"/>
                <a:ea typeface="ＭＳ Ｐゴシック" charset="0"/>
              </a:defRPr>
            </a:lvl9pPr>
          </a:lstStyle>
          <a:p>
            <a:pPr algn="ctr" defTabSz="514350">
              <a:spcAft>
                <a:spcPts val="600"/>
              </a:spcAft>
              <a:defRPr/>
            </a:pPr>
            <a:r>
              <a:rPr lang="en-US" sz="700" dirty="0">
                <a:solidFill>
                  <a:srgbClr val="3C90F3"/>
                </a:solidFill>
                <a:latin typeface="Trebuchet MS"/>
                <a:cs typeface="Trebuchet MS"/>
                <a:sym typeface="Helvetica"/>
              </a:rPr>
              <a:t>Copyright © Nomis Solutions, Inc. All rights reserved.</a:t>
            </a:r>
          </a:p>
        </p:txBody>
      </p:sp>
    </p:spTree>
    <p:extLst>
      <p:ext uri="{BB962C8B-B14F-4D97-AF65-F5344CB8AC3E}">
        <p14:creationId xmlns:p14="http://schemas.microsoft.com/office/powerpoint/2010/main" val="693929700"/>
      </p:ext>
    </p:extLst>
  </p:cSld>
  <p:clrMapOvr>
    <a:masterClrMapping/>
  </p:clrMapOvr>
  <p:transition spd="med">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picture and bio slide">
    <p:spTree>
      <p:nvGrpSpPr>
        <p:cNvPr id="1" name=""/>
        <p:cNvGrpSpPr/>
        <p:nvPr/>
      </p:nvGrpSpPr>
      <p:grpSpPr>
        <a:xfrm>
          <a:off x="0" y="0"/>
          <a:ext cx="0" cy="0"/>
          <a:chOff x="0" y="0"/>
          <a:chExt cx="0" cy="0"/>
        </a:xfrm>
      </p:grpSpPr>
      <p:pic>
        <p:nvPicPr>
          <p:cNvPr id="10" name="Picture 9" descr="PowerPoint elements_blue background plain.wmf"/>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8355" y="-1"/>
            <a:ext cx="9162288" cy="5153786"/>
          </a:xfrm>
          <a:prstGeom prst="rect">
            <a:avLst/>
          </a:prstGeom>
        </p:spPr>
      </p:pic>
      <p:sp>
        <p:nvSpPr>
          <p:cNvPr id="17" name="TextBox 2"/>
          <p:cNvSpPr txBox="1">
            <a:spLocks noChangeArrowheads="1"/>
          </p:cNvSpPr>
          <p:nvPr/>
        </p:nvSpPr>
        <p:spPr bwMode="auto">
          <a:xfrm>
            <a:off x="7299325" y="4859339"/>
            <a:ext cx="1371600" cy="290227"/>
          </a:xfrm>
          <a:prstGeom prst="rect">
            <a:avLst/>
          </a:prstGeom>
          <a:noFill/>
          <a:ln>
            <a:noFill/>
          </a:ln>
        </p:spPr>
        <p:txBody>
          <a:bodyPr lIns="0" tIns="45718" rIns="0" bIns="45718" anchor="ct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fontAlgn="base">
              <a:spcBef>
                <a:spcPct val="0"/>
              </a:spcBef>
              <a:spcAft>
                <a:spcPct val="0"/>
              </a:spcAft>
              <a:defRPr>
                <a:solidFill>
                  <a:schemeClr val="tx1"/>
                </a:solidFill>
                <a:latin typeface="Calibri" charset="0"/>
                <a:ea typeface="ＭＳ Ｐゴシック" charset="0"/>
              </a:defRPr>
            </a:lvl6pPr>
            <a:lvl7pPr marL="2971800" indent="-228600" fontAlgn="base">
              <a:spcBef>
                <a:spcPct val="0"/>
              </a:spcBef>
              <a:spcAft>
                <a:spcPct val="0"/>
              </a:spcAft>
              <a:defRPr>
                <a:solidFill>
                  <a:schemeClr val="tx1"/>
                </a:solidFill>
                <a:latin typeface="Calibri" charset="0"/>
                <a:ea typeface="ＭＳ Ｐゴシック" charset="0"/>
              </a:defRPr>
            </a:lvl7pPr>
            <a:lvl8pPr marL="3429000" indent="-228600" fontAlgn="base">
              <a:spcBef>
                <a:spcPct val="0"/>
              </a:spcBef>
              <a:spcAft>
                <a:spcPct val="0"/>
              </a:spcAft>
              <a:defRPr>
                <a:solidFill>
                  <a:schemeClr val="tx1"/>
                </a:solidFill>
                <a:latin typeface="Calibri" charset="0"/>
                <a:ea typeface="ＭＳ Ｐゴシック" charset="0"/>
              </a:defRPr>
            </a:lvl8pPr>
            <a:lvl9pPr marL="3886200" indent="-228600" fontAlgn="base">
              <a:spcBef>
                <a:spcPct val="0"/>
              </a:spcBef>
              <a:spcAft>
                <a:spcPct val="0"/>
              </a:spcAft>
              <a:defRPr>
                <a:solidFill>
                  <a:schemeClr val="tx1"/>
                </a:solidFill>
                <a:latin typeface="Calibri" charset="0"/>
                <a:ea typeface="ＭＳ Ｐゴシック" charset="0"/>
              </a:defRPr>
            </a:lvl9pPr>
          </a:lstStyle>
          <a:p>
            <a:pPr algn="r" defTabSz="514337">
              <a:spcAft>
                <a:spcPts val="600"/>
              </a:spcAft>
              <a:defRPr/>
            </a:pPr>
            <a:fld id="{650B4636-A852-744A-A226-6C4815BB4956}" type="slidenum">
              <a:rPr lang="en-US" sz="700" smtClean="0">
                <a:solidFill>
                  <a:srgbClr val="3C90F3"/>
                </a:solidFill>
                <a:latin typeface="Trebuchet MS"/>
                <a:cs typeface="Trebuchet MS"/>
                <a:sym typeface="Helvetica"/>
              </a:rPr>
              <a:pPr algn="r" defTabSz="514337">
                <a:spcAft>
                  <a:spcPts val="600"/>
                </a:spcAft>
                <a:defRPr/>
              </a:pPr>
              <a:t>‹#›</a:t>
            </a:fld>
            <a:r>
              <a:rPr lang="en-US" sz="900" dirty="0">
                <a:solidFill>
                  <a:srgbClr val="FFFFFF">
                    <a:alpha val="50000"/>
                  </a:srgbClr>
                </a:solidFill>
                <a:latin typeface="Trebuchet MS"/>
                <a:cs typeface="Trebuchet MS"/>
                <a:sym typeface="Helvetica"/>
              </a:rPr>
              <a:t> </a:t>
            </a:r>
            <a:endParaRPr lang="en-US" sz="1200" dirty="0">
              <a:solidFill>
                <a:srgbClr val="FFFFFF">
                  <a:alpha val="50000"/>
                </a:srgbClr>
              </a:solidFill>
              <a:latin typeface="Trebuchet MS"/>
              <a:cs typeface="Trebuchet MS"/>
              <a:sym typeface="Helvetica"/>
            </a:endParaRPr>
          </a:p>
        </p:txBody>
      </p:sp>
      <p:sp>
        <p:nvSpPr>
          <p:cNvPr id="18" name="TextBox 13"/>
          <p:cNvSpPr txBox="1">
            <a:spLocks noChangeArrowheads="1"/>
          </p:cNvSpPr>
          <p:nvPr/>
        </p:nvSpPr>
        <p:spPr bwMode="auto">
          <a:xfrm>
            <a:off x="2239964" y="4857725"/>
            <a:ext cx="4664075" cy="267487"/>
          </a:xfrm>
          <a:prstGeom prst="rect">
            <a:avLst/>
          </a:prstGeom>
          <a:noFill/>
          <a:ln>
            <a:noFill/>
          </a:ln>
        </p:spPr>
        <p:txBody>
          <a:bodyPr lIns="0" tIns="45718" rIns="0" bIns="45718" anchor="ct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fontAlgn="base">
              <a:spcBef>
                <a:spcPct val="0"/>
              </a:spcBef>
              <a:spcAft>
                <a:spcPct val="0"/>
              </a:spcAft>
              <a:defRPr>
                <a:solidFill>
                  <a:schemeClr val="tx1"/>
                </a:solidFill>
                <a:latin typeface="Calibri" charset="0"/>
                <a:ea typeface="ＭＳ Ｐゴシック" charset="0"/>
              </a:defRPr>
            </a:lvl6pPr>
            <a:lvl7pPr marL="2971800" indent="-228600" fontAlgn="base">
              <a:spcBef>
                <a:spcPct val="0"/>
              </a:spcBef>
              <a:spcAft>
                <a:spcPct val="0"/>
              </a:spcAft>
              <a:defRPr>
                <a:solidFill>
                  <a:schemeClr val="tx1"/>
                </a:solidFill>
                <a:latin typeface="Calibri" charset="0"/>
                <a:ea typeface="ＭＳ Ｐゴシック" charset="0"/>
              </a:defRPr>
            </a:lvl7pPr>
            <a:lvl8pPr marL="3429000" indent="-228600" fontAlgn="base">
              <a:spcBef>
                <a:spcPct val="0"/>
              </a:spcBef>
              <a:spcAft>
                <a:spcPct val="0"/>
              </a:spcAft>
              <a:defRPr>
                <a:solidFill>
                  <a:schemeClr val="tx1"/>
                </a:solidFill>
                <a:latin typeface="Calibri" charset="0"/>
                <a:ea typeface="ＭＳ Ｐゴシック" charset="0"/>
              </a:defRPr>
            </a:lvl8pPr>
            <a:lvl9pPr marL="3886200" indent="-228600" fontAlgn="base">
              <a:spcBef>
                <a:spcPct val="0"/>
              </a:spcBef>
              <a:spcAft>
                <a:spcPct val="0"/>
              </a:spcAft>
              <a:defRPr>
                <a:solidFill>
                  <a:schemeClr val="tx1"/>
                </a:solidFill>
                <a:latin typeface="Calibri" charset="0"/>
                <a:ea typeface="ＭＳ Ｐゴシック" charset="0"/>
              </a:defRPr>
            </a:lvl9pPr>
          </a:lstStyle>
          <a:p>
            <a:pPr algn="ctr" defTabSz="514337">
              <a:spcAft>
                <a:spcPts val="600"/>
              </a:spcAft>
              <a:defRPr/>
            </a:pPr>
            <a:r>
              <a:rPr lang="en-US" sz="700" dirty="0">
                <a:solidFill>
                  <a:srgbClr val="3C90F3"/>
                </a:solidFill>
                <a:latin typeface="Trebuchet MS"/>
                <a:cs typeface="Trebuchet MS"/>
                <a:sym typeface="Helvetica"/>
              </a:rPr>
              <a:t>Copyright © Nomis Solutions, Inc. All rights reserved.</a:t>
            </a:r>
          </a:p>
        </p:txBody>
      </p:sp>
      <p:sp>
        <p:nvSpPr>
          <p:cNvPr id="37" name="Text Placeholder 14"/>
          <p:cNvSpPr>
            <a:spLocks noGrp="1"/>
          </p:cNvSpPr>
          <p:nvPr>
            <p:ph type="body" sz="quarter" idx="12"/>
          </p:nvPr>
        </p:nvSpPr>
        <p:spPr>
          <a:xfrm>
            <a:off x="1828800" y="685806"/>
            <a:ext cx="6858000" cy="291217"/>
          </a:xfrm>
          <a:prstGeom prst="rect">
            <a:avLst/>
          </a:prstGeom>
        </p:spPr>
        <p:txBody>
          <a:bodyPr anchor="ctr">
            <a:normAutofit/>
          </a:bodyPr>
          <a:lstStyle>
            <a:lvl1pPr marL="0" indent="0">
              <a:lnSpc>
                <a:spcPct val="100000"/>
              </a:lnSpc>
              <a:spcBef>
                <a:spcPts val="1200"/>
              </a:spcBef>
              <a:buNone/>
              <a:defRPr sz="1600">
                <a:solidFill>
                  <a:schemeClr val="bg1"/>
                </a:solidFill>
              </a:defRPr>
            </a:lvl1pPr>
          </a:lstStyle>
          <a:p>
            <a:pPr lvl="0"/>
            <a:r>
              <a:rPr lang="en-US"/>
              <a:t>Edit Master text styles</a:t>
            </a:r>
          </a:p>
        </p:txBody>
      </p:sp>
      <p:sp>
        <p:nvSpPr>
          <p:cNvPr id="38" name="Text Placeholder 2"/>
          <p:cNvSpPr>
            <a:spLocks noGrp="1"/>
          </p:cNvSpPr>
          <p:nvPr>
            <p:ph type="body" sz="quarter" idx="16"/>
          </p:nvPr>
        </p:nvSpPr>
        <p:spPr>
          <a:xfrm>
            <a:off x="1828800" y="977017"/>
            <a:ext cx="6858000" cy="1485900"/>
          </a:xfrm>
          <a:prstGeom prst="rect">
            <a:avLst/>
          </a:prstGeom>
        </p:spPr>
        <p:txBody>
          <a:bodyPr>
            <a:normAutofit/>
          </a:bodyPr>
          <a:lstStyle>
            <a:lvl1pPr marL="0" indent="0">
              <a:lnSpc>
                <a:spcPts val="1600"/>
              </a:lnSpc>
              <a:spcBef>
                <a:spcPts val="1400"/>
              </a:spcBef>
              <a:buNone/>
              <a:defRPr sz="1200">
                <a:solidFill>
                  <a:srgbClr val="FFFFFF"/>
                </a:solidFill>
              </a:defRPr>
            </a:lvl1pPr>
            <a:lvl2pPr marL="284144" indent="0">
              <a:buNone/>
              <a:defRPr>
                <a:solidFill>
                  <a:srgbClr val="545454"/>
                </a:solidFill>
              </a:defRPr>
            </a:lvl2pPr>
            <a:lvl3pPr marL="631781" indent="0">
              <a:buNone/>
              <a:defRPr>
                <a:solidFill>
                  <a:srgbClr val="545454"/>
                </a:solidFill>
              </a:defRPr>
            </a:lvl3pPr>
            <a:lvl4pPr marL="855602" indent="0">
              <a:buNone/>
              <a:defRPr>
                <a:solidFill>
                  <a:srgbClr val="545454"/>
                </a:solidFill>
              </a:defRPr>
            </a:lvl4pPr>
            <a:lvl5pPr marL="1088951" indent="0">
              <a:buNone/>
              <a:defRPr>
                <a:solidFill>
                  <a:srgbClr val="545454"/>
                </a:solidFill>
              </a:defRPr>
            </a:lvl5pPr>
          </a:lstStyle>
          <a:p>
            <a:pPr lvl="0"/>
            <a:r>
              <a:rPr lang="en-US"/>
              <a:t>Edit Master text styles</a:t>
            </a:r>
          </a:p>
        </p:txBody>
      </p:sp>
      <p:sp>
        <p:nvSpPr>
          <p:cNvPr id="39" name="Text Placeholder 14"/>
          <p:cNvSpPr>
            <a:spLocks noGrp="1"/>
          </p:cNvSpPr>
          <p:nvPr>
            <p:ph type="body" sz="quarter" idx="17"/>
          </p:nvPr>
        </p:nvSpPr>
        <p:spPr>
          <a:xfrm>
            <a:off x="1828800" y="2686056"/>
            <a:ext cx="6858000" cy="291217"/>
          </a:xfrm>
          <a:prstGeom prst="rect">
            <a:avLst/>
          </a:prstGeom>
        </p:spPr>
        <p:txBody>
          <a:bodyPr anchor="ctr">
            <a:normAutofit/>
          </a:bodyPr>
          <a:lstStyle>
            <a:lvl1pPr marL="0" indent="0">
              <a:lnSpc>
                <a:spcPct val="100000"/>
              </a:lnSpc>
              <a:spcBef>
                <a:spcPts val="1200"/>
              </a:spcBef>
              <a:buNone/>
              <a:defRPr sz="1600">
                <a:solidFill>
                  <a:srgbClr val="FFFFFF"/>
                </a:solidFill>
              </a:defRPr>
            </a:lvl1pPr>
          </a:lstStyle>
          <a:p>
            <a:pPr lvl="0"/>
            <a:r>
              <a:rPr lang="en-US"/>
              <a:t>Edit Master text styles</a:t>
            </a:r>
          </a:p>
        </p:txBody>
      </p:sp>
      <p:sp>
        <p:nvSpPr>
          <p:cNvPr id="40" name="Text Placeholder 2"/>
          <p:cNvSpPr>
            <a:spLocks noGrp="1"/>
          </p:cNvSpPr>
          <p:nvPr>
            <p:ph type="body" sz="quarter" idx="18"/>
          </p:nvPr>
        </p:nvSpPr>
        <p:spPr>
          <a:xfrm>
            <a:off x="1828800" y="2977267"/>
            <a:ext cx="6858000" cy="1485900"/>
          </a:xfrm>
          <a:prstGeom prst="rect">
            <a:avLst/>
          </a:prstGeom>
        </p:spPr>
        <p:txBody>
          <a:bodyPr>
            <a:normAutofit/>
          </a:bodyPr>
          <a:lstStyle>
            <a:lvl1pPr marL="0" indent="0">
              <a:lnSpc>
                <a:spcPts val="1600"/>
              </a:lnSpc>
              <a:spcBef>
                <a:spcPts val="1400"/>
              </a:spcBef>
              <a:buNone/>
              <a:defRPr sz="1200">
                <a:solidFill>
                  <a:srgbClr val="FFFFFF"/>
                </a:solidFill>
              </a:defRPr>
            </a:lvl1pPr>
            <a:lvl2pPr marL="284144" indent="0">
              <a:buNone/>
              <a:defRPr>
                <a:solidFill>
                  <a:srgbClr val="545454"/>
                </a:solidFill>
              </a:defRPr>
            </a:lvl2pPr>
            <a:lvl3pPr marL="631781" indent="0">
              <a:buNone/>
              <a:defRPr>
                <a:solidFill>
                  <a:srgbClr val="545454"/>
                </a:solidFill>
              </a:defRPr>
            </a:lvl3pPr>
            <a:lvl4pPr marL="855602" indent="0">
              <a:buNone/>
              <a:defRPr>
                <a:solidFill>
                  <a:srgbClr val="545454"/>
                </a:solidFill>
              </a:defRPr>
            </a:lvl4pPr>
            <a:lvl5pPr marL="1088951" indent="0">
              <a:buNone/>
              <a:defRPr>
                <a:solidFill>
                  <a:srgbClr val="545454"/>
                </a:solidFill>
              </a:defRPr>
            </a:lvl5pPr>
          </a:lstStyle>
          <a:p>
            <a:pPr lvl="0"/>
            <a:r>
              <a:rPr lang="en-US"/>
              <a:t>Edit Master text styles</a:t>
            </a:r>
          </a:p>
        </p:txBody>
      </p:sp>
      <p:sp>
        <p:nvSpPr>
          <p:cNvPr id="41" name="Picture Placeholder 8"/>
          <p:cNvSpPr>
            <a:spLocks noGrp="1"/>
          </p:cNvSpPr>
          <p:nvPr>
            <p:ph type="pic" sz="quarter" idx="19"/>
          </p:nvPr>
        </p:nvSpPr>
        <p:spPr>
          <a:xfrm>
            <a:off x="666751" y="791279"/>
            <a:ext cx="914400" cy="914400"/>
          </a:xfrm>
          <a:prstGeom prst="rect">
            <a:avLst/>
          </a:prstGeom>
          <a:solidFill>
            <a:schemeClr val="bg1">
              <a:lumMod val="75000"/>
            </a:schemeClr>
          </a:solidFill>
        </p:spPr>
        <p:txBody>
          <a:bodyPr rtlCol="0" anchor="ctr">
            <a:noAutofit/>
          </a:bodyPr>
          <a:lstStyle>
            <a:lvl1pPr marL="53971" indent="0" algn="ctr">
              <a:buNone/>
              <a:defRPr sz="1000">
                <a:solidFill>
                  <a:schemeClr val="bg1"/>
                </a:solidFill>
              </a:defRPr>
            </a:lvl1pPr>
          </a:lstStyle>
          <a:p>
            <a:pPr lvl="0"/>
            <a:r>
              <a:rPr lang="en-US" noProof="0" dirty="0"/>
              <a:t>Click icon to add picture</a:t>
            </a:r>
          </a:p>
        </p:txBody>
      </p:sp>
      <p:sp>
        <p:nvSpPr>
          <p:cNvPr id="42" name="Picture Placeholder 8"/>
          <p:cNvSpPr>
            <a:spLocks noGrp="1"/>
          </p:cNvSpPr>
          <p:nvPr>
            <p:ph type="pic" sz="quarter" idx="20"/>
          </p:nvPr>
        </p:nvSpPr>
        <p:spPr>
          <a:xfrm>
            <a:off x="666751" y="2777242"/>
            <a:ext cx="914400" cy="914400"/>
          </a:xfrm>
          <a:prstGeom prst="rect">
            <a:avLst/>
          </a:prstGeom>
          <a:solidFill>
            <a:schemeClr val="bg1">
              <a:lumMod val="75000"/>
            </a:schemeClr>
          </a:solidFill>
        </p:spPr>
        <p:txBody>
          <a:bodyPr rtlCol="0" anchor="ctr">
            <a:noAutofit/>
          </a:bodyPr>
          <a:lstStyle>
            <a:lvl1pPr marL="53971" indent="0" algn="ctr">
              <a:buNone/>
              <a:defRPr sz="1000">
                <a:solidFill>
                  <a:schemeClr val="bg1"/>
                </a:solidFill>
              </a:defRPr>
            </a:lvl1pPr>
          </a:lstStyle>
          <a:p>
            <a:pPr lvl="0"/>
            <a:r>
              <a:rPr lang="en-US" noProof="0" dirty="0"/>
              <a:t>Click icon to add picture</a:t>
            </a:r>
          </a:p>
        </p:txBody>
      </p:sp>
      <p:sp>
        <p:nvSpPr>
          <p:cNvPr id="43" name="Title Placeholder 1"/>
          <p:cNvSpPr>
            <a:spLocks noGrp="1"/>
          </p:cNvSpPr>
          <p:nvPr>
            <p:ph type="title"/>
          </p:nvPr>
        </p:nvSpPr>
        <p:spPr>
          <a:xfrm>
            <a:off x="457245" y="-1"/>
            <a:ext cx="8229510" cy="571502"/>
          </a:xfrm>
          <a:prstGeom prst="rect">
            <a:avLst/>
          </a:prstGeom>
        </p:spPr>
        <p:txBody>
          <a:bodyPr rtlCol="0">
            <a:normAutofit/>
          </a:bodyPr>
          <a:lstStyle>
            <a:lvl1pPr>
              <a:defRPr>
                <a:solidFill>
                  <a:srgbClr val="FFFFFF"/>
                </a:solidFill>
              </a:defRPr>
            </a:lvl1pPr>
          </a:lstStyle>
          <a:p>
            <a:pPr lvl="0"/>
            <a:r>
              <a:rPr lang="en-US"/>
              <a:t>Click to edit Master title style</a:t>
            </a:r>
            <a:endParaRPr lang="en-US" dirty="0"/>
          </a:p>
        </p:txBody>
      </p:sp>
    </p:spTree>
    <p:extLst>
      <p:ext uri="{BB962C8B-B14F-4D97-AF65-F5344CB8AC3E}">
        <p14:creationId xmlns:p14="http://schemas.microsoft.com/office/powerpoint/2010/main" val="664776076"/>
      </p:ext>
    </p:extLst>
  </p:cSld>
  <p:clrMapOvr>
    <a:masterClrMapping/>
  </p:clrMapOvr>
  <p:transition spd="med">
    <p:fade/>
  </p:transition>
  <p:hf sldNum="0" hd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08"/>
            <a:ext cx="9144000" cy="5054600"/>
          </a:xfrm>
          <a:prstGeom prst="rect">
            <a:avLst/>
          </a:prstGeom>
        </p:spPr>
      </p:pic>
      <p:sp>
        <p:nvSpPr>
          <p:cNvPr id="15" name="Text Placeholder 14"/>
          <p:cNvSpPr>
            <a:spLocks noGrp="1"/>
          </p:cNvSpPr>
          <p:nvPr>
            <p:ph type="body" sz="quarter" idx="12" hasCustomPrompt="1"/>
          </p:nvPr>
        </p:nvSpPr>
        <p:spPr>
          <a:xfrm>
            <a:off x="457200" y="835026"/>
            <a:ext cx="8229556" cy="3862687"/>
          </a:xfrm>
          <a:prstGeom prst="rect">
            <a:avLst/>
          </a:prstGeom>
        </p:spPr>
        <p:txBody>
          <a:bodyPr/>
          <a:lstStyle>
            <a:lvl1pPr>
              <a:buClr>
                <a:srgbClr val="3585CF"/>
              </a:buClr>
              <a:defRPr>
                <a:solidFill>
                  <a:schemeClr val="bg2">
                    <a:lumMod val="25000"/>
                  </a:schemeClr>
                </a:solidFill>
              </a:defRPr>
            </a:lvl1pPr>
            <a:lvl2pPr>
              <a:buClr>
                <a:srgbClr val="3585CF"/>
              </a:buClr>
              <a:defRPr>
                <a:solidFill>
                  <a:schemeClr val="bg2">
                    <a:lumMod val="50000"/>
                  </a:schemeClr>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itle Placeholder 1"/>
          <p:cNvSpPr>
            <a:spLocks noGrp="1"/>
          </p:cNvSpPr>
          <p:nvPr>
            <p:ph type="title"/>
          </p:nvPr>
        </p:nvSpPr>
        <p:spPr>
          <a:xfrm>
            <a:off x="457245" y="-1"/>
            <a:ext cx="8229510" cy="571502"/>
          </a:xfrm>
          <a:prstGeom prst="rect">
            <a:avLst/>
          </a:prstGeom>
        </p:spPr>
        <p:txBody>
          <a:bodyPr rtlCol="0">
            <a:normAutofit/>
          </a:bodyPr>
          <a:lstStyle>
            <a:lvl1pPr>
              <a:defRPr>
                <a:solidFill>
                  <a:srgbClr val="FFFFFF"/>
                </a:solidFill>
              </a:defRPr>
            </a:lvl1pPr>
          </a:lstStyle>
          <a:p>
            <a:pPr lvl="0"/>
            <a:r>
              <a:rPr lang="en-US"/>
              <a:t>Click to edit Master title style</a:t>
            </a:r>
            <a:endParaRPr lang="en-US" dirty="0"/>
          </a:p>
        </p:txBody>
      </p:sp>
      <p:sp>
        <p:nvSpPr>
          <p:cNvPr id="6" name="TextBox 5"/>
          <p:cNvSpPr txBox="1">
            <a:spLocks noChangeArrowheads="1"/>
          </p:cNvSpPr>
          <p:nvPr/>
        </p:nvSpPr>
        <p:spPr bwMode="auto">
          <a:xfrm>
            <a:off x="2239964" y="4857725"/>
            <a:ext cx="4664075" cy="2674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45718" rIns="0" bIns="45718" anchor="ct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fontAlgn="base">
              <a:spcBef>
                <a:spcPct val="0"/>
              </a:spcBef>
              <a:spcAft>
                <a:spcPct val="0"/>
              </a:spcAft>
              <a:defRPr>
                <a:solidFill>
                  <a:schemeClr val="tx1"/>
                </a:solidFill>
                <a:latin typeface="Calibri" charset="0"/>
                <a:ea typeface="ＭＳ Ｐゴシック" charset="0"/>
              </a:defRPr>
            </a:lvl6pPr>
            <a:lvl7pPr marL="2971800" indent="-228600" fontAlgn="base">
              <a:spcBef>
                <a:spcPct val="0"/>
              </a:spcBef>
              <a:spcAft>
                <a:spcPct val="0"/>
              </a:spcAft>
              <a:defRPr>
                <a:solidFill>
                  <a:schemeClr val="tx1"/>
                </a:solidFill>
                <a:latin typeface="Calibri" charset="0"/>
                <a:ea typeface="ＭＳ Ｐゴシック" charset="0"/>
              </a:defRPr>
            </a:lvl7pPr>
            <a:lvl8pPr marL="3429000" indent="-228600" fontAlgn="base">
              <a:spcBef>
                <a:spcPct val="0"/>
              </a:spcBef>
              <a:spcAft>
                <a:spcPct val="0"/>
              </a:spcAft>
              <a:defRPr>
                <a:solidFill>
                  <a:schemeClr val="tx1"/>
                </a:solidFill>
                <a:latin typeface="Calibri" charset="0"/>
                <a:ea typeface="ＭＳ Ｐゴシック" charset="0"/>
              </a:defRPr>
            </a:lvl8pPr>
            <a:lvl9pPr marL="3886200" indent="-228600" fontAlgn="base">
              <a:spcBef>
                <a:spcPct val="0"/>
              </a:spcBef>
              <a:spcAft>
                <a:spcPct val="0"/>
              </a:spcAft>
              <a:defRPr>
                <a:solidFill>
                  <a:schemeClr val="tx1"/>
                </a:solidFill>
                <a:latin typeface="Calibri" charset="0"/>
                <a:ea typeface="ＭＳ Ｐゴシック" charset="0"/>
              </a:defRPr>
            </a:lvl9pPr>
          </a:lstStyle>
          <a:p>
            <a:pPr algn="ctr" defTabSz="514337">
              <a:spcAft>
                <a:spcPts val="600"/>
              </a:spcAft>
              <a:defRPr/>
            </a:pPr>
            <a:r>
              <a:rPr lang="en-US" sz="700" dirty="0">
                <a:solidFill>
                  <a:schemeClr val="bg1">
                    <a:lumMod val="85000"/>
                  </a:schemeClr>
                </a:solidFill>
                <a:latin typeface="Trebuchet MS"/>
                <a:cs typeface="Trebuchet MS"/>
                <a:sym typeface="Helvetica"/>
              </a:rPr>
              <a:t>Copyright © Nomis Solutions, Inc. All rights reserved.</a:t>
            </a:r>
          </a:p>
        </p:txBody>
      </p:sp>
      <p:sp>
        <p:nvSpPr>
          <p:cNvPr id="7" name="TextBox 2"/>
          <p:cNvSpPr txBox="1">
            <a:spLocks noChangeArrowheads="1"/>
          </p:cNvSpPr>
          <p:nvPr/>
        </p:nvSpPr>
        <p:spPr bwMode="auto">
          <a:xfrm>
            <a:off x="7299325" y="4859339"/>
            <a:ext cx="1371600" cy="29022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45718" rIns="0" bIns="45718" anchor="ct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fontAlgn="base">
              <a:spcBef>
                <a:spcPct val="0"/>
              </a:spcBef>
              <a:spcAft>
                <a:spcPct val="0"/>
              </a:spcAft>
              <a:defRPr>
                <a:solidFill>
                  <a:schemeClr val="tx1"/>
                </a:solidFill>
                <a:latin typeface="Calibri" charset="0"/>
                <a:ea typeface="ＭＳ Ｐゴシック" charset="0"/>
              </a:defRPr>
            </a:lvl6pPr>
            <a:lvl7pPr marL="2971800" indent="-228600" fontAlgn="base">
              <a:spcBef>
                <a:spcPct val="0"/>
              </a:spcBef>
              <a:spcAft>
                <a:spcPct val="0"/>
              </a:spcAft>
              <a:defRPr>
                <a:solidFill>
                  <a:schemeClr val="tx1"/>
                </a:solidFill>
                <a:latin typeface="Calibri" charset="0"/>
                <a:ea typeface="ＭＳ Ｐゴシック" charset="0"/>
              </a:defRPr>
            </a:lvl7pPr>
            <a:lvl8pPr marL="3429000" indent="-228600" fontAlgn="base">
              <a:spcBef>
                <a:spcPct val="0"/>
              </a:spcBef>
              <a:spcAft>
                <a:spcPct val="0"/>
              </a:spcAft>
              <a:defRPr>
                <a:solidFill>
                  <a:schemeClr val="tx1"/>
                </a:solidFill>
                <a:latin typeface="Calibri" charset="0"/>
                <a:ea typeface="ＭＳ Ｐゴシック" charset="0"/>
              </a:defRPr>
            </a:lvl8pPr>
            <a:lvl9pPr marL="3886200" indent="-228600" fontAlgn="base">
              <a:spcBef>
                <a:spcPct val="0"/>
              </a:spcBef>
              <a:spcAft>
                <a:spcPct val="0"/>
              </a:spcAft>
              <a:defRPr>
                <a:solidFill>
                  <a:schemeClr val="tx1"/>
                </a:solidFill>
                <a:latin typeface="Calibri" charset="0"/>
                <a:ea typeface="ＭＳ Ｐゴシック" charset="0"/>
              </a:defRPr>
            </a:lvl9pPr>
          </a:lstStyle>
          <a:p>
            <a:pPr algn="r" defTabSz="514337">
              <a:spcAft>
                <a:spcPts val="600"/>
              </a:spcAft>
              <a:defRPr/>
            </a:pPr>
            <a:fld id="{650B4636-A852-744A-A226-6C4815BB4956}" type="slidenum">
              <a:rPr lang="en-US" sz="700" smtClean="0">
                <a:solidFill>
                  <a:srgbClr val="D9D9D9"/>
                </a:solidFill>
                <a:latin typeface="Trebuchet MS"/>
                <a:cs typeface="Trebuchet MS"/>
                <a:sym typeface="Helvetica"/>
              </a:rPr>
              <a:pPr algn="r" defTabSz="514337">
                <a:spcAft>
                  <a:spcPts val="600"/>
                </a:spcAft>
                <a:defRPr/>
              </a:pPr>
              <a:t>‹#›</a:t>
            </a:fld>
            <a:r>
              <a:rPr lang="en-US" sz="900" dirty="0">
                <a:solidFill>
                  <a:srgbClr val="8D95A4"/>
                </a:solidFill>
                <a:latin typeface="Trebuchet MS"/>
                <a:cs typeface="Trebuchet MS"/>
                <a:sym typeface="Helvetica"/>
              </a:rPr>
              <a:t> </a:t>
            </a:r>
            <a:endParaRPr lang="en-US" sz="1200" dirty="0">
              <a:solidFill>
                <a:srgbClr val="8D95A4"/>
              </a:solidFill>
              <a:latin typeface="Trebuchet MS"/>
              <a:cs typeface="Trebuchet MS"/>
              <a:sym typeface="Helvetica"/>
            </a:endParaRPr>
          </a:p>
        </p:txBody>
      </p:sp>
      <p:pic>
        <p:nvPicPr>
          <p:cNvPr id="9" name="Picture 8"/>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08"/>
            <a:ext cx="9144000" cy="5054600"/>
          </a:xfrm>
          <a:prstGeom prst="rect">
            <a:avLst/>
          </a:prstGeom>
        </p:spPr>
      </p:pic>
      <p:sp>
        <p:nvSpPr>
          <p:cNvPr id="10" name="TextBox 9"/>
          <p:cNvSpPr txBox="1">
            <a:spLocks noChangeArrowheads="1"/>
          </p:cNvSpPr>
          <p:nvPr/>
        </p:nvSpPr>
        <p:spPr bwMode="auto">
          <a:xfrm>
            <a:off x="2239964" y="4857725"/>
            <a:ext cx="4664075" cy="2674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45718" rIns="0" bIns="45718" anchor="ct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fontAlgn="base">
              <a:spcBef>
                <a:spcPct val="0"/>
              </a:spcBef>
              <a:spcAft>
                <a:spcPct val="0"/>
              </a:spcAft>
              <a:defRPr>
                <a:solidFill>
                  <a:schemeClr val="tx1"/>
                </a:solidFill>
                <a:latin typeface="Calibri" charset="0"/>
                <a:ea typeface="ＭＳ Ｐゴシック" charset="0"/>
              </a:defRPr>
            </a:lvl6pPr>
            <a:lvl7pPr marL="2971800" indent="-228600" fontAlgn="base">
              <a:spcBef>
                <a:spcPct val="0"/>
              </a:spcBef>
              <a:spcAft>
                <a:spcPct val="0"/>
              </a:spcAft>
              <a:defRPr>
                <a:solidFill>
                  <a:schemeClr val="tx1"/>
                </a:solidFill>
                <a:latin typeface="Calibri" charset="0"/>
                <a:ea typeface="ＭＳ Ｐゴシック" charset="0"/>
              </a:defRPr>
            </a:lvl7pPr>
            <a:lvl8pPr marL="3429000" indent="-228600" fontAlgn="base">
              <a:spcBef>
                <a:spcPct val="0"/>
              </a:spcBef>
              <a:spcAft>
                <a:spcPct val="0"/>
              </a:spcAft>
              <a:defRPr>
                <a:solidFill>
                  <a:schemeClr val="tx1"/>
                </a:solidFill>
                <a:latin typeface="Calibri" charset="0"/>
                <a:ea typeface="ＭＳ Ｐゴシック" charset="0"/>
              </a:defRPr>
            </a:lvl8pPr>
            <a:lvl9pPr marL="3886200" indent="-228600" fontAlgn="base">
              <a:spcBef>
                <a:spcPct val="0"/>
              </a:spcBef>
              <a:spcAft>
                <a:spcPct val="0"/>
              </a:spcAft>
              <a:defRPr>
                <a:solidFill>
                  <a:schemeClr val="tx1"/>
                </a:solidFill>
                <a:latin typeface="Calibri" charset="0"/>
                <a:ea typeface="ＭＳ Ｐゴシック" charset="0"/>
              </a:defRPr>
            </a:lvl9pPr>
          </a:lstStyle>
          <a:p>
            <a:pPr algn="ctr" defTabSz="514337">
              <a:spcAft>
                <a:spcPts val="600"/>
              </a:spcAft>
              <a:defRPr/>
            </a:pPr>
            <a:r>
              <a:rPr lang="en-US" sz="700" dirty="0">
                <a:solidFill>
                  <a:schemeClr val="bg1">
                    <a:lumMod val="85000"/>
                  </a:schemeClr>
                </a:solidFill>
                <a:latin typeface="Trebuchet MS"/>
                <a:cs typeface="Trebuchet MS"/>
                <a:sym typeface="Helvetica"/>
              </a:rPr>
              <a:t>Copyright © Nomis Solutions, Inc. All rights reserved.</a:t>
            </a:r>
          </a:p>
        </p:txBody>
      </p:sp>
      <p:sp>
        <p:nvSpPr>
          <p:cNvPr id="11" name="TextBox 2"/>
          <p:cNvSpPr txBox="1">
            <a:spLocks noChangeArrowheads="1"/>
          </p:cNvSpPr>
          <p:nvPr/>
        </p:nvSpPr>
        <p:spPr bwMode="auto">
          <a:xfrm>
            <a:off x="7299325" y="4859339"/>
            <a:ext cx="1371600" cy="29022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45718" rIns="0" bIns="45718" anchor="ct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fontAlgn="base">
              <a:spcBef>
                <a:spcPct val="0"/>
              </a:spcBef>
              <a:spcAft>
                <a:spcPct val="0"/>
              </a:spcAft>
              <a:defRPr>
                <a:solidFill>
                  <a:schemeClr val="tx1"/>
                </a:solidFill>
                <a:latin typeface="Calibri" charset="0"/>
                <a:ea typeface="ＭＳ Ｐゴシック" charset="0"/>
              </a:defRPr>
            </a:lvl6pPr>
            <a:lvl7pPr marL="2971800" indent="-228600" fontAlgn="base">
              <a:spcBef>
                <a:spcPct val="0"/>
              </a:spcBef>
              <a:spcAft>
                <a:spcPct val="0"/>
              </a:spcAft>
              <a:defRPr>
                <a:solidFill>
                  <a:schemeClr val="tx1"/>
                </a:solidFill>
                <a:latin typeface="Calibri" charset="0"/>
                <a:ea typeface="ＭＳ Ｐゴシック" charset="0"/>
              </a:defRPr>
            </a:lvl7pPr>
            <a:lvl8pPr marL="3429000" indent="-228600" fontAlgn="base">
              <a:spcBef>
                <a:spcPct val="0"/>
              </a:spcBef>
              <a:spcAft>
                <a:spcPct val="0"/>
              </a:spcAft>
              <a:defRPr>
                <a:solidFill>
                  <a:schemeClr val="tx1"/>
                </a:solidFill>
                <a:latin typeface="Calibri" charset="0"/>
                <a:ea typeface="ＭＳ Ｐゴシック" charset="0"/>
              </a:defRPr>
            </a:lvl8pPr>
            <a:lvl9pPr marL="3886200" indent="-228600" fontAlgn="base">
              <a:spcBef>
                <a:spcPct val="0"/>
              </a:spcBef>
              <a:spcAft>
                <a:spcPct val="0"/>
              </a:spcAft>
              <a:defRPr>
                <a:solidFill>
                  <a:schemeClr val="tx1"/>
                </a:solidFill>
                <a:latin typeface="Calibri" charset="0"/>
                <a:ea typeface="ＭＳ Ｐゴシック" charset="0"/>
              </a:defRPr>
            </a:lvl9pPr>
          </a:lstStyle>
          <a:p>
            <a:pPr algn="r" defTabSz="514337">
              <a:spcAft>
                <a:spcPts val="600"/>
              </a:spcAft>
              <a:defRPr/>
            </a:pPr>
            <a:fld id="{650B4636-A852-744A-A226-6C4815BB4956}" type="slidenum">
              <a:rPr lang="en-US" sz="700" smtClean="0">
                <a:solidFill>
                  <a:srgbClr val="D9D9D9"/>
                </a:solidFill>
                <a:latin typeface="Trebuchet MS"/>
                <a:cs typeface="Trebuchet MS"/>
                <a:sym typeface="Helvetica"/>
              </a:rPr>
              <a:pPr algn="r" defTabSz="514337">
                <a:spcAft>
                  <a:spcPts val="600"/>
                </a:spcAft>
                <a:defRPr/>
              </a:pPr>
              <a:t>‹#›</a:t>
            </a:fld>
            <a:r>
              <a:rPr lang="en-US" sz="900" dirty="0">
                <a:solidFill>
                  <a:srgbClr val="8D95A4"/>
                </a:solidFill>
                <a:latin typeface="Trebuchet MS"/>
                <a:cs typeface="Trebuchet MS"/>
                <a:sym typeface="Helvetica"/>
              </a:rPr>
              <a:t> </a:t>
            </a:r>
            <a:endParaRPr lang="en-US" sz="1200" dirty="0">
              <a:solidFill>
                <a:srgbClr val="8D95A4"/>
              </a:solidFill>
              <a:latin typeface="Trebuchet MS"/>
              <a:cs typeface="Trebuchet MS"/>
              <a:sym typeface="Helvetica"/>
            </a:endParaRPr>
          </a:p>
        </p:txBody>
      </p:sp>
      <p:pic>
        <p:nvPicPr>
          <p:cNvPr id="12" name="Picture 11">
            <a:extLst>
              <a:ext uri="{FF2B5EF4-FFF2-40B4-BE49-F238E27FC236}">
                <a16:creationId xmlns:a16="http://schemas.microsoft.com/office/drawing/2014/main" id="{7DC74F2C-94FF-7743-9915-ED82E12FD68F}"/>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6108"/>
            <a:ext cx="9144000" cy="5054600"/>
          </a:xfrm>
          <a:prstGeom prst="rect">
            <a:avLst/>
          </a:prstGeom>
        </p:spPr>
      </p:pic>
      <p:sp>
        <p:nvSpPr>
          <p:cNvPr id="13" name="TextBox 12">
            <a:extLst>
              <a:ext uri="{FF2B5EF4-FFF2-40B4-BE49-F238E27FC236}">
                <a16:creationId xmlns:a16="http://schemas.microsoft.com/office/drawing/2014/main" id="{186C67AA-6960-8D4E-BBE9-DEBD91B2BEBA}"/>
              </a:ext>
            </a:extLst>
          </p:cNvPr>
          <p:cNvSpPr txBox="1">
            <a:spLocks noChangeArrowheads="1"/>
          </p:cNvSpPr>
          <p:nvPr userDrawn="1"/>
        </p:nvSpPr>
        <p:spPr bwMode="auto">
          <a:xfrm>
            <a:off x="2239963" y="4857724"/>
            <a:ext cx="4664075" cy="2674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tIns="45718" rIns="0" bIns="45718" anchor="ct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fontAlgn="base">
              <a:spcBef>
                <a:spcPct val="0"/>
              </a:spcBef>
              <a:spcAft>
                <a:spcPct val="0"/>
              </a:spcAft>
              <a:defRPr>
                <a:solidFill>
                  <a:schemeClr val="tx1"/>
                </a:solidFill>
                <a:latin typeface="Calibri" charset="0"/>
                <a:ea typeface="ＭＳ Ｐゴシック" charset="0"/>
              </a:defRPr>
            </a:lvl6pPr>
            <a:lvl7pPr marL="2971800" indent="-228600" fontAlgn="base">
              <a:spcBef>
                <a:spcPct val="0"/>
              </a:spcBef>
              <a:spcAft>
                <a:spcPct val="0"/>
              </a:spcAft>
              <a:defRPr>
                <a:solidFill>
                  <a:schemeClr val="tx1"/>
                </a:solidFill>
                <a:latin typeface="Calibri" charset="0"/>
                <a:ea typeface="ＭＳ Ｐゴシック" charset="0"/>
              </a:defRPr>
            </a:lvl7pPr>
            <a:lvl8pPr marL="3429000" indent="-228600" fontAlgn="base">
              <a:spcBef>
                <a:spcPct val="0"/>
              </a:spcBef>
              <a:spcAft>
                <a:spcPct val="0"/>
              </a:spcAft>
              <a:defRPr>
                <a:solidFill>
                  <a:schemeClr val="tx1"/>
                </a:solidFill>
                <a:latin typeface="Calibri" charset="0"/>
                <a:ea typeface="ＭＳ Ｐゴシック" charset="0"/>
              </a:defRPr>
            </a:lvl8pPr>
            <a:lvl9pPr marL="3886200" indent="-228600" fontAlgn="base">
              <a:spcBef>
                <a:spcPct val="0"/>
              </a:spcBef>
              <a:spcAft>
                <a:spcPct val="0"/>
              </a:spcAft>
              <a:defRPr>
                <a:solidFill>
                  <a:schemeClr val="tx1"/>
                </a:solidFill>
                <a:latin typeface="Calibri" charset="0"/>
                <a:ea typeface="ＭＳ Ｐゴシック" charset="0"/>
              </a:defRPr>
            </a:lvl9pPr>
          </a:lstStyle>
          <a:p>
            <a:pPr algn="ctr" defTabSz="514350">
              <a:spcAft>
                <a:spcPts val="600"/>
              </a:spcAft>
              <a:defRPr/>
            </a:pPr>
            <a:r>
              <a:rPr lang="en-US" sz="700" dirty="0">
                <a:solidFill>
                  <a:schemeClr val="bg1">
                    <a:lumMod val="85000"/>
                  </a:schemeClr>
                </a:solidFill>
                <a:latin typeface="Trebuchet MS"/>
                <a:cs typeface="Trebuchet MS"/>
                <a:sym typeface="Helvetica"/>
              </a:rPr>
              <a:t>Copyright © Nomis Solutions, Inc. All rights reserved.</a:t>
            </a:r>
          </a:p>
        </p:txBody>
      </p:sp>
      <p:sp>
        <p:nvSpPr>
          <p:cNvPr id="14" name="TextBox 2">
            <a:extLst>
              <a:ext uri="{FF2B5EF4-FFF2-40B4-BE49-F238E27FC236}">
                <a16:creationId xmlns:a16="http://schemas.microsoft.com/office/drawing/2014/main" id="{1262EA9F-8779-A943-9493-A4A6978F4C20}"/>
              </a:ext>
            </a:extLst>
          </p:cNvPr>
          <p:cNvSpPr txBox="1">
            <a:spLocks noChangeArrowheads="1"/>
          </p:cNvSpPr>
          <p:nvPr userDrawn="1"/>
        </p:nvSpPr>
        <p:spPr bwMode="auto">
          <a:xfrm>
            <a:off x="7299325" y="4859338"/>
            <a:ext cx="1371600" cy="2902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tIns="45718" rIns="0" bIns="45718" anchor="ct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fontAlgn="base">
              <a:spcBef>
                <a:spcPct val="0"/>
              </a:spcBef>
              <a:spcAft>
                <a:spcPct val="0"/>
              </a:spcAft>
              <a:defRPr>
                <a:solidFill>
                  <a:schemeClr val="tx1"/>
                </a:solidFill>
                <a:latin typeface="Calibri" charset="0"/>
                <a:ea typeface="ＭＳ Ｐゴシック" charset="0"/>
              </a:defRPr>
            </a:lvl6pPr>
            <a:lvl7pPr marL="2971800" indent="-228600" fontAlgn="base">
              <a:spcBef>
                <a:spcPct val="0"/>
              </a:spcBef>
              <a:spcAft>
                <a:spcPct val="0"/>
              </a:spcAft>
              <a:defRPr>
                <a:solidFill>
                  <a:schemeClr val="tx1"/>
                </a:solidFill>
                <a:latin typeface="Calibri" charset="0"/>
                <a:ea typeface="ＭＳ Ｐゴシック" charset="0"/>
              </a:defRPr>
            </a:lvl7pPr>
            <a:lvl8pPr marL="3429000" indent="-228600" fontAlgn="base">
              <a:spcBef>
                <a:spcPct val="0"/>
              </a:spcBef>
              <a:spcAft>
                <a:spcPct val="0"/>
              </a:spcAft>
              <a:defRPr>
                <a:solidFill>
                  <a:schemeClr val="tx1"/>
                </a:solidFill>
                <a:latin typeface="Calibri" charset="0"/>
                <a:ea typeface="ＭＳ Ｐゴシック" charset="0"/>
              </a:defRPr>
            </a:lvl8pPr>
            <a:lvl9pPr marL="3886200" indent="-228600" fontAlgn="base">
              <a:spcBef>
                <a:spcPct val="0"/>
              </a:spcBef>
              <a:spcAft>
                <a:spcPct val="0"/>
              </a:spcAft>
              <a:defRPr>
                <a:solidFill>
                  <a:schemeClr val="tx1"/>
                </a:solidFill>
                <a:latin typeface="Calibri" charset="0"/>
                <a:ea typeface="ＭＳ Ｐゴシック" charset="0"/>
              </a:defRPr>
            </a:lvl9pPr>
          </a:lstStyle>
          <a:p>
            <a:pPr algn="r" defTabSz="514350">
              <a:spcAft>
                <a:spcPts val="600"/>
              </a:spcAft>
              <a:defRPr/>
            </a:pPr>
            <a:fld id="{650B4636-A852-744A-A226-6C4815BB4956}" type="slidenum">
              <a:rPr lang="en-US" sz="700" smtClean="0">
                <a:solidFill>
                  <a:srgbClr val="D9D9D9"/>
                </a:solidFill>
                <a:latin typeface="Trebuchet MS"/>
                <a:cs typeface="Trebuchet MS"/>
                <a:sym typeface="Helvetica"/>
              </a:rPr>
              <a:pPr algn="r" defTabSz="514350">
                <a:spcAft>
                  <a:spcPts val="600"/>
                </a:spcAft>
                <a:defRPr/>
              </a:pPr>
              <a:t>‹#›</a:t>
            </a:fld>
            <a:r>
              <a:rPr lang="en-US" sz="900" dirty="0">
                <a:solidFill>
                  <a:srgbClr val="8D95A4"/>
                </a:solidFill>
                <a:latin typeface="Trebuchet MS"/>
                <a:cs typeface="Trebuchet MS"/>
                <a:sym typeface="Helvetica"/>
              </a:rPr>
              <a:t> </a:t>
            </a:r>
            <a:endParaRPr lang="en-US" sz="1200" dirty="0">
              <a:solidFill>
                <a:srgbClr val="8D95A4"/>
              </a:solidFill>
              <a:latin typeface="Trebuchet MS"/>
              <a:cs typeface="Trebuchet MS"/>
              <a:sym typeface="Helvetica"/>
            </a:endParaRPr>
          </a:p>
        </p:txBody>
      </p:sp>
    </p:spTree>
    <p:extLst>
      <p:ext uri="{BB962C8B-B14F-4D97-AF65-F5344CB8AC3E}">
        <p14:creationId xmlns:p14="http://schemas.microsoft.com/office/powerpoint/2010/main" val="4072741084"/>
      </p:ext>
    </p:extLst>
  </p:cSld>
  <p:clrMapOvr>
    <a:masterClrMapping/>
  </p:clrMapOvr>
  <p:transition spd="med">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and Content | 2 column">
    <p:spTree>
      <p:nvGrpSpPr>
        <p:cNvPr id="1" name=""/>
        <p:cNvGrpSpPr/>
        <p:nvPr/>
      </p:nvGrpSpPr>
      <p:grpSpPr>
        <a:xfrm>
          <a:off x="0" y="0"/>
          <a:ext cx="0" cy="0"/>
          <a:chOff x="0" y="0"/>
          <a:chExt cx="0" cy="0"/>
        </a:xfrm>
      </p:grpSpPr>
      <p:pic>
        <p:nvPicPr>
          <p:cNvPr id="7" name="Picture 6"/>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08"/>
            <a:ext cx="9144000" cy="5054600"/>
          </a:xfrm>
          <a:prstGeom prst="rect">
            <a:avLst/>
          </a:prstGeom>
        </p:spPr>
      </p:pic>
      <p:sp>
        <p:nvSpPr>
          <p:cNvPr id="5" name="Text Placeholder 2"/>
          <p:cNvSpPr>
            <a:spLocks noGrp="1"/>
          </p:cNvSpPr>
          <p:nvPr>
            <p:ph idx="1"/>
          </p:nvPr>
        </p:nvSpPr>
        <p:spPr>
          <a:xfrm>
            <a:off x="457200" y="835026"/>
            <a:ext cx="3931922" cy="3862687"/>
          </a:xfrm>
          <a:prstGeom prst="rect">
            <a:avLst/>
          </a:prstGeom>
        </p:spPr>
        <p:txBody>
          <a:bodyPr rtlCol="0">
            <a:normAutofit/>
          </a:bodyPr>
          <a:lstStyle>
            <a:lvl1pPr>
              <a:defRPr>
                <a:solidFill>
                  <a:schemeClr val="bg2">
                    <a:lumMod val="25000"/>
                  </a:schemeClr>
                </a:solidFill>
              </a:defRPr>
            </a:lvl1pPr>
            <a:lvl2pPr>
              <a:defRPr>
                <a:solidFill>
                  <a:schemeClr val="bg2">
                    <a:lumMod val="50000"/>
                  </a:schemeClr>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itle Placeholder 1"/>
          <p:cNvSpPr>
            <a:spLocks noGrp="1"/>
          </p:cNvSpPr>
          <p:nvPr>
            <p:ph type="title"/>
          </p:nvPr>
        </p:nvSpPr>
        <p:spPr>
          <a:xfrm>
            <a:off x="457245" y="-1"/>
            <a:ext cx="8229510" cy="571502"/>
          </a:xfrm>
          <a:prstGeom prst="rect">
            <a:avLst/>
          </a:prstGeom>
        </p:spPr>
        <p:txBody>
          <a:bodyPr rtlCol="0">
            <a:normAutofit/>
          </a:bodyPr>
          <a:lstStyle>
            <a:lvl1pPr>
              <a:defRPr>
                <a:solidFill>
                  <a:srgbClr val="FFFFFF"/>
                </a:solidFill>
              </a:defRPr>
            </a:lvl1pPr>
          </a:lstStyle>
          <a:p>
            <a:pPr lvl="0"/>
            <a:r>
              <a:rPr lang="en-US"/>
              <a:t>Click to edit Master title style</a:t>
            </a:r>
            <a:endParaRPr lang="en-US" dirty="0"/>
          </a:p>
        </p:txBody>
      </p:sp>
      <p:sp>
        <p:nvSpPr>
          <p:cNvPr id="9" name="Text Placeholder 2"/>
          <p:cNvSpPr>
            <a:spLocks noGrp="1"/>
          </p:cNvSpPr>
          <p:nvPr>
            <p:ph idx="10"/>
          </p:nvPr>
        </p:nvSpPr>
        <p:spPr>
          <a:xfrm>
            <a:off x="4754879" y="835025"/>
            <a:ext cx="3931877" cy="3862687"/>
          </a:xfrm>
          <a:prstGeom prst="rect">
            <a:avLst/>
          </a:prstGeom>
        </p:spPr>
        <p:txBody>
          <a:bodyPr rtlCol="0">
            <a:normAutofit/>
          </a:bodyPr>
          <a:lstStyle>
            <a:lvl1pPr>
              <a:defRPr>
                <a:solidFill>
                  <a:schemeClr val="bg2">
                    <a:lumMod val="25000"/>
                  </a:schemeClr>
                </a:solidFill>
              </a:defRPr>
            </a:lvl1pPr>
            <a:lvl2pPr>
              <a:defRPr>
                <a:solidFill>
                  <a:schemeClr val="bg2">
                    <a:lumMod val="50000"/>
                  </a:schemeClr>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8" name="Picture 7"/>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08"/>
            <a:ext cx="9144000" cy="5054600"/>
          </a:xfrm>
          <a:prstGeom prst="rect">
            <a:avLst/>
          </a:prstGeom>
        </p:spPr>
      </p:pic>
      <p:pic>
        <p:nvPicPr>
          <p:cNvPr id="10" name="Picture 9">
            <a:extLst>
              <a:ext uri="{FF2B5EF4-FFF2-40B4-BE49-F238E27FC236}">
                <a16:creationId xmlns:a16="http://schemas.microsoft.com/office/drawing/2014/main" id="{D6F58D52-3D70-1D46-9347-170518BBD72A}"/>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6108"/>
            <a:ext cx="9144000" cy="5054600"/>
          </a:xfrm>
          <a:prstGeom prst="rect">
            <a:avLst/>
          </a:prstGeom>
        </p:spPr>
      </p:pic>
    </p:spTree>
    <p:extLst>
      <p:ext uri="{BB962C8B-B14F-4D97-AF65-F5344CB8AC3E}">
        <p14:creationId xmlns:p14="http://schemas.microsoft.com/office/powerpoint/2010/main" val="541078691"/>
      </p:ext>
    </p:extLst>
  </p:cSld>
  <p:clrMapOvr>
    <a:masterClrMapping/>
  </p:clrMapOvr>
  <p:transition spd="med">
    <p:fade/>
  </p:transition>
  <p:hf sldNum="0" hd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and No Content">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08"/>
            <a:ext cx="9144000" cy="5054600"/>
          </a:xfrm>
          <a:prstGeom prst="rect">
            <a:avLst/>
          </a:prstGeom>
        </p:spPr>
      </p:pic>
      <p:sp>
        <p:nvSpPr>
          <p:cNvPr id="5" name="Title Placeholder 1"/>
          <p:cNvSpPr>
            <a:spLocks noGrp="1"/>
          </p:cNvSpPr>
          <p:nvPr>
            <p:ph type="title"/>
          </p:nvPr>
        </p:nvSpPr>
        <p:spPr>
          <a:xfrm>
            <a:off x="457245" y="-1"/>
            <a:ext cx="8229510" cy="571502"/>
          </a:xfrm>
          <a:prstGeom prst="rect">
            <a:avLst/>
          </a:prstGeom>
        </p:spPr>
        <p:txBody>
          <a:bodyPr rtlCol="0">
            <a:normAutofit/>
          </a:bodyPr>
          <a:lstStyle>
            <a:lvl1pPr>
              <a:defRPr>
                <a:solidFill>
                  <a:srgbClr val="FFFFFF">
                    <a:alpha val="85000"/>
                  </a:srgbClr>
                </a:solidFill>
              </a:defRPr>
            </a:lvl1pPr>
          </a:lstStyle>
          <a:p>
            <a:pPr lvl="0"/>
            <a:r>
              <a:rPr lang="en-US"/>
              <a:t>Click to edit Master title style</a:t>
            </a:r>
            <a:endParaRPr lang="en-US" dirty="0"/>
          </a:p>
        </p:txBody>
      </p:sp>
      <p:sp>
        <p:nvSpPr>
          <p:cNvPr id="4" name="TextBox 3"/>
          <p:cNvSpPr txBox="1"/>
          <p:nvPr/>
        </p:nvSpPr>
        <p:spPr>
          <a:xfrm>
            <a:off x="1404734" y="4781519"/>
            <a:ext cx="914400" cy="914400"/>
          </a:xfrm>
          <a:prstGeom prst="rect">
            <a:avLst/>
          </a:prstGeom>
          <a:noFill/>
        </p:spPr>
        <p:txBody>
          <a:bodyPr wrap="none" rtlCol="0">
            <a:normAutofit/>
          </a:bodyPr>
          <a:lstStyle/>
          <a:p>
            <a:pPr>
              <a:spcAft>
                <a:spcPts val="600"/>
              </a:spcAft>
            </a:pPr>
            <a:endParaRPr lang="en-US" sz="1800" dirty="0">
              <a:latin typeface="Trebuchet MS"/>
            </a:endParaRPr>
          </a:p>
        </p:txBody>
      </p:sp>
      <p:sp>
        <p:nvSpPr>
          <p:cNvPr id="6" name="TextBox 5"/>
          <p:cNvSpPr txBox="1">
            <a:spLocks noChangeArrowheads="1"/>
          </p:cNvSpPr>
          <p:nvPr/>
        </p:nvSpPr>
        <p:spPr bwMode="auto">
          <a:xfrm>
            <a:off x="2239964" y="4857725"/>
            <a:ext cx="4664075" cy="2674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45718" rIns="0" bIns="45718" anchor="ct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fontAlgn="base">
              <a:spcBef>
                <a:spcPct val="0"/>
              </a:spcBef>
              <a:spcAft>
                <a:spcPct val="0"/>
              </a:spcAft>
              <a:defRPr>
                <a:solidFill>
                  <a:schemeClr val="tx1"/>
                </a:solidFill>
                <a:latin typeface="Calibri" charset="0"/>
                <a:ea typeface="ＭＳ Ｐゴシック" charset="0"/>
              </a:defRPr>
            </a:lvl6pPr>
            <a:lvl7pPr marL="2971800" indent="-228600" fontAlgn="base">
              <a:spcBef>
                <a:spcPct val="0"/>
              </a:spcBef>
              <a:spcAft>
                <a:spcPct val="0"/>
              </a:spcAft>
              <a:defRPr>
                <a:solidFill>
                  <a:schemeClr val="tx1"/>
                </a:solidFill>
                <a:latin typeface="Calibri" charset="0"/>
                <a:ea typeface="ＭＳ Ｐゴシック" charset="0"/>
              </a:defRPr>
            </a:lvl7pPr>
            <a:lvl8pPr marL="3429000" indent="-228600" fontAlgn="base">
              <a:spcBef>
                <a:spcPct val="0"/>
              </a:spcBef>
              <a:spcAft>
                <a:spcPct val="0"/>
              </a:spcAft>
              <a:defRPr>
                <a:solidFill>
                  <a:schemeClr val="tx1"/>
                </a:solidFill>
                <a:latin typeface="Calibri" charset="0"/>
                <a:ea typeface="ＭＳ Ｐゴシック" charset="0"/>
              </a:defRPr>
            </a:lvl8pPr>
            <a:lvl9pPr marL="3886200" indent="-228600" fontAlgn="base">
              <a:spcBef>
                <a:spcPct val="0"/>
              </a:spcBef>
              <a:spcAft>
                <a:spcPct val="0"/>
              </a:spcAft>
              <a:defRPr>
                <a:solidFill>
                  <a:schemeClr val="tx1"/>
                </a:solidFill>
                <a:latin typeface="Calibri" charset="0"/>
                <a:ea typeface="ＭＳ Ｐゴシック" charset="0"/>
              </a:defRPr>
            </a:lvl9pPr>
          </a:lstStyle>
          <a:p>
            <a:pPr algn="ctr" defTabSz="514337">
              <a:spcAft>
                <a:spcPts val="600"/>
              </a:spcAft>
              <a:defRPr/>
            </a:pPr>
            <a:r>
              <a:rPr lang="en-US" sz="700" dirty="0">
                <a:solidFill>
                  <a:schemeClr val="bg1">
                    <a:lumMod val="85000"/>
                  </a:schemeClr>
                </a:solidFill>
                <a:latin typeface="Trebuchet MS"/>
                <a:cs typeface="Trebuchet MS"/>
                <a:sym typeface="Helvetica"/>
              </a:rPr>
              <a:t>Copyright © Nomis Solutions, Inc. All rights reserved.</a:t>
            </a:r>
          </a:p>
        </p:txBody>
      </p:sp>
      <p:sp>
        <p:nvSpPr>
          <p:cNvPr id="7" name="TextBox 2"/>
          <p:cNvSpPr txBox="1">
            <a:spLocks noChangeArrowheads="1"/>
          </p:cNvSpPr>
          <p:nvPr/>
        </p:nvSpPr>
        <p:spPr bwMode="auto">
          <a:xfrm>
            <a:off x="7299325" y="4859339"/>
            <a:ext cx="1371600" cy="29022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45718" rIns="0" bIns="45718" anchor="ct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fontAlgn="base">
              <a:spcBef>
                <a:spcPct val="0"/>
              </a:spcBef>
              <a:spcAft>
                <a:spcPct val="0"/>
              </a:spcAft>
              <a:defRPr>
                <a:solidFill>
                  <a:schemeClr val="tx1"/>
                </a:solidFill>
                <a:latin typeface="Calibri" charset="0"/>
                <a:ea typeface="ＭＳ Ｐゴシック" charset="0"/>
              </a:defRPr>
            </a:lvl6pPr>
            <a:lvl7pPr marL="2971800" indent="-228600" fontAlgn="base">
              <a:spcBef>
                <a:spcPct val="0"/>
              </a:spcBef>
              <a:spcAft>
                <a:spcPct val="0"/>
              </a:spcAft>
              <a:defRPr>
                <a:solidFill>
                  <a:schemeClr val="tx1"/>
                </a:solidFill>
                <a:latin typeface="Calibri" charset="0"/>
                <a:ea typeface="ＭＳ Ｐゴシック" charset="0"/>
              </a:defRPr>
            </a:lvl7pPr>
            <a:lvl8pPr marL="3429000" indent="-228600" fontAlgn="base">
              <a:spcBef>
                <a:spcPct val="0"/>
              </a:spcBef>
              <a:spcAft>
                <a:spcPct val="0"/>
              </a:spcAft>
              <a:defRPr>
                <a:solidFill>
                  <a:schemeClr val="tx1"/>
                </a:solidFill>
                <a:latin typeface="Calibri" charset="0"/>
                <a:ea typeface="ＭＳ Ｐゴシック" charset="0"/>
              </a:defRPr>
            </a:lvl8pPr>
            <a:lvl9pPr marL="3886200" indent="-228600" fontAlgn="base">
              <a:spcBef>
                <a:spcPct val="0"/>
              </a:spcBef>
              <a:spcAft>
                <a:spcPct val="0"/>
              </a:spcAft>
              <a:defRPr>
                <a:solidFill>
                  <a:schemeClr val="tx1"/>
                </a:solidFill>
                <a:latin typeface="Calibri" charset="0"/>
                <a:ea typeface="ＭＳ Ｐゴシック" charset="0"/>
              </a:defRPr>
            </a:lvl9pPr>
          </a:lstStyle>
          <a:p>
            <a:pPr algn="r" defTabSz="514337">
              <a:spcAft>
                <a:spcPts val="600"/>
              </a:spcAft>
              <a:defRPr/>
            </a:pPr>
            <a:fld id="{650B4636-A852-744A-A226-6C4815BB4956}" type="slidenum">
              <a:rPr lang="en-US" sz="700" smtClean="0">
                <a:solidFill>
                  <a:srgbClr val="D9D9D9"/>
                </a:solidFill>
                <a:latin typeface="Trebuchet MS"/>
                <a:cs typeface="Trebuchet MS"/>
                <a:sym typeface="Helvetica"/>
              </a:rPr>
              <a:pPr algn="r" defTabSz="514337">
                <a:spcAft>
                  <a:spcPts val="600"/>
                </a:spcAft>
                <a:defRPr/>
              </a:pPr>
              <a:t>‹#›</a:t>
            </a:fld>
            <a:r>
              <a:rPr lang="en-US" sz="900" dirty="0">
                <a:solidFill>
                  <a:srgbClr val="8D95A4"/>
                </a:solidFill>
                <a:latin typeface="Trebuchet MS"/>
                <a:cs typeface="Trebuchet MS"/>
                <a:sym typeface="Helvetica"/>
              </a:rPr>
              <a:t> </a:t>
            </a:r>
            <a:endParaRPr lang="en-US" sz="1200" dirty="0">
              <a:solidFill>
                <a:srgbClr val="8D95A4"/>
              </a:solidFill>
              <a:latin typeface="Trebuchet MS"/>
              <a:cs typeface="Trebuchet MS"/>
              <a:sym typeface="Helvetica"/>
            </a:endParaRPr>
          </a:p>
        </p:txBody>
      </p:sp>
      <p:pic>
        <p:nvPicPr>
          <p:cNvPr id="9" name="Picture 8"/>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08"/>
            <a:ext cx="9144000" cy="5054600"/>
          </a:xfrm>
          <a:prstGeom prst="rect">
            <a:avLst/>
          </a:prstGeom>
        </p:spPr>
      </p:pic>
      <p:sp>
        <p:nvSpPr>
          <p:cNvPr id="10" name="TextBox 9"/>
          <p:cNvSpPr txBox="1"/>
          <p:nvPr/>
        </p:nvSpPr>
        <p:spPr>
          <a:xfrm>
            <a:off x="1404734" y="4781519"/>
            <a:ext cx="914400" cy="914400"/>
          </a:xfrm>
          <a:prstGeom prst="rect">
            <a:avLst/>
          </a:prstGeom>
          <a:noFill/>
        </p:spPr>
        <p:txBody>
          <a:bodyPr wrap="none" rtlCol="0">
            <a:normAutofit/>
          </a:bodyPr>
          <a:lstStyle/>
          <a:p>
            <a:pPr>
              <a:spcAft>
                <a:spcPts val="600"/>
              </a:spcAft>
            </a:pPr>
            <a:endParaRPr lang="en-US" sz="1800" dirty="0">
              <a:latin typeface="Trebuchet MS"/>
            </a:endParaRPr>
          </a:p>
        </p:txBody>
      </p:sp>
      <p:sp>
        <p:nvSpPr>
          <p:cNvPr id="11" name="TextBox 10"/>
          <p:cNvSpPr txBox="1">
            <a:spLocks noChangeArrowheads="1"/>
          </p:cNvSpPr>
          <p:nvPr/>
        </p:nvSpPr>
        <p:spPr bwMode="auto">
          <a:xfrm>
            <a:off x="2239964" y="4857725"/>
            <a:ext cx="4664075" cy="2674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45718" rIns="0" bIns="45718" anchor="ct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fontAlgn="base">
              <a:spcBef>
                <a:spcPct val="0"/>
              </a:spcBef>
              <a:spcAft>
                <a:spcPct val="0"/>
              </a:spcAft>
              <a:defRPr>
                <a:solidFill>
                  <a:schemeClr val="tx1"/>
                </a:solidFill>
                <a:latin typeface="Calibri" charset="0"/>
                <a:ea typeface="ＭＳ Ｐゴシック" charset="0"/>
              </a:defRPr>
            </a:lvl6pPr>
            <a:lvl7pPr marL="2971800" indent="-228600" fontAlgn="base">
              <a:spcBef>
                <a:spcPct val="0"/>
              </a:spcBef>
              <a:spcAft>
                <a:spcPct val="0"/>
              </a:spcAft>
              <a:defRPr>
                <a:solidFill>
                  <a:schemeClr val="tx1"/>
                </a:solidFill>
                <a:latin typeface="Calibri" charset="0"/>
                <a:ea typeface="ＭＳ Ｐゴシック" charset="0"/>
              </a:defRPr>
            </a:lvl7pPr>
            <a:lvl8pPr marL="3429000" indent="-228600" fontAlgn="base">
              <a:spcBef>
                <a:spcPct val="0"/>
              </a:spcBef>
              <a:spcAft>
                <a:spcPct val="0"/>
              </a:spcAft>
              <a:defRPr>
                <a:solidFill>
                  <a:schemeClr val="tx1"/>
                </a:solidFill>
                <a:latin typeface="Calibri" charset="0"/>
                <a:ea typeface="ＭＳ Ｐゴシック" charset="0"/>
              </a:defRPr>
            </a:lvl8pPr>
            <a:lvl9pPr marL="3886200" indent="-228600" fontAlgn="base">
              <a:spcBef>
                <a:spcPct val="0"/>
              </a:spcBef>
              <a:spcAft>
                <a:spcPct val="0"/>
              </a:spcAft>
              <a:defRPr>
                <a:solidFill>
                  <a:schemeClr val="tx1"/>
                </a:solidFill>
                <a:latin typeface="Calibri" charset="0"/>
                <a:ea typeface="ＭＳ Ｐゴシック" charset="0"/>
              </a:defRPr>
            </a:lvl9pPr>
          </a:lstStyle>
          <a:p>
            <a:pPr algn="ctr" defTabSz="514337">
              <a:spcAft>
                <a:spcPts val="600"/>
              </a:spcAft>
              <a:defRPr/>
            </a:pPr>
            <a:r>
              <a:rPr lang="en-US" sz="700" dirty="0">
                <a:solidFill>
                  <a:schemeClr val="bg1">
                    <a:lumMod val="85000"/>
                  </a:schemeClr>
                </a:solidFill>
                <a:latin typeface="Trebuchet MS"/>
                <a:cs typeface="Trebuchet MS"/>
                <a:sym typeface="Helvetica"/>
              </a:rPr>
              <a:t>Copyright © Nomis Solutions, Inc. All rights reserved.</a:t>
            </a:r>
          </a:p>
        </p:txBody>
      </p:sp>
      <p:sp>
        <p:nvSpPr>
          <p:cNvPr id="12" name="TextBox 2"/>
          <p:cNvSpPr txBox="1">
            <a:spLocks noChangeArrowheads="1"/>
          </p:cNvSpPr>
          <p:nvPr/>
        </p:nvSpPr>
        <p:spPr bwMode="auto">
          <a:xfrm>
            <a:off x="7299325" y="4859339"/>
            <a:ext cx="1371600" cy="29022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45718" rIns="0" bIns="45718" anchor="ct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fontAlgn="base">
              <a:spcBef>
                <a:spcPct val="0"/>
              </a:spcBef>
              <a:spcAft>
                <a:spcPct val="0"/>
              </a:spcAft>
              <a:defRPr>
                <a:solidFill>
                  <a:schemeClr val="tx1"/>
                </a:solidFill>
                <a:latin typeface="Calibri" charset="0"/>
                <a:ea typeface="ＭＳ Ｐゴシック" charset="0"/>
              </a:defRPr>
            </a:lvl6pPr>
            <a:lvl7pPr marL="2971800" indent="-228600" fontAlgn="base">
              <a:spcBef>
                <a:spcPct val="0"/>
              </a:spcBef>
              <a:spcAft>
                <a:spcPct val="0"/>
              </a:spcAft>
              <a:defRPr>
                <a:solidFill>
                  <a:schemeClr val="tx1"/>
                </a:solidFill>
                <a:latin typeface="Calibri" charset="0"/>
                <a:ea typeface="ＭＳ Ｐゴシック" charset="0"/>
              </a:defRPr>
            </a:lvl7pPr>
            <a:lvl8pPr marL="3429000" indent="-228600" fontAlgn="base">
              <a:spcBef>
                <a:spcPct val="0"/>
              </a:spcBef>
              <a:spcAft>
                <a:spcPct val="0"/>
              </a:spcAft>
              <a:defRPr>
                <a:solidFill>
                  <a:schemeClr val="tx1"/>
                </a:solidFill>
                <a:latin typeface="Calibri" charset="0"/>
                <a:ea typeface="ＭＳ Ｐゴシック" charset="0"/>
              </a:defRPr>
            </a:lvl8pPr>
            <a:lvl9pPr marL="3886200" indent="-228600" fontAlgn="base">
              <a:spcBef>
                <a:spcPct val="0"/>
              </a:spcBef>
              <a:spcAft>
                <a:spcPct val="0"/>
              </a:spcAft>
              <a:defRPr>
                <a:solidFill>
                  <a:schemeClr val="tx1"/>
                </a:solidFill>
                <a:latin typeface="Calibri" charset="0"/>
                <a:ea typeface="ＭＳ Ｐゴシック" charset="0"/>
              </a:defRPr>
            </a:lvl9pPr>
          </a:lstStyle>
          <a:p>
            <a:pPr algn="r" defTabSz="514337">
              <a:spcAft>
                <a:spcPts val="600"/>
              </a:spcAft>
              <a:defRPr/>
            </a:pPr>
            <a:fld id="{650B4636-A852-744A-A226-6C4815BB4956}" type="slidenum">
              <a:rPr lang="en-US" sz="700" smtClean="0">
                <a:solidFill>
                  <a:srgbClr val="D9D9D9"/>
                </a:solidFill>
                <a:latin typeface="Trebuchet MS"/>
                <a:cs typeface="Trebuchet MS"/>
                <a:sym typeface="Helvetica"/>
              </a:rPr>
              <a:pPr algn="r" defTabSz="514337">
                <a:spcAft>
                  <a:spcPts val="600"/>
                </a:spcAft>
                <a:defRPr/>
              </a:pPr>
              <a:t>‹#›</a:t>
            </a:fld>
            <a:r>
              <a:rPr lang="en-US" sz="900" dirty="0">
                <a:solidFill>
                  <a:srgbClr val="8D95A4"/>
                </a:solidFill>
                <a:latin typeface="Trebuchet MS"/>
                <a:cs typeface="Trebuchet MS"/>
                <a:sym typeface="Helvetica"/>
              </a:rPr>
              <a:t> </a:t>
            </a:r>
            <a:endParaRPr lang="en-US" sz="1200" dirty="0">
              <a:solidFill>
                <a:srgbClr val="8D95A4"/>
              </a:solidFill>
              <a:latin typeface="Trebuchet MS"/>
              <a:cs typeface="Trebuchet MS"/>
              <a:sym typeface="Helvetica"/>
            </a:endParaRPr>
          </a:p>
        </p:txBody>
      </p:sp>
      <p:pic>
        <p:nvPicPr>
          <p:cNvPr id="13" name="Picture 12">
            <a:extLst>
              <a:ext uri="{FF2B5EF4-FFF2-40B4-BE49-F238E27FC236}">
                <a16:creationId xmlns:a16="http://schemas.microsoft.com/office/drawing/2014/main" id="{699ECA05-AD78-8949-962E-A790002830BE}"/>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6108"/>
            <a:ext cx="9144000" cy="5054600"/>
          </a:xfrm>
          <a:prstGeom prst="rect">
            <a:avLst/>
          </a:prstGeom>
        </p:spPr>
      </p:pic>
      <p:sp>
        <p:nvSpPr>
          <p:cNvPr id="14" name="TextBox 13">
            <a:extLst>
              <a:ext uri="{FF2B5EF4-FFF2-40B4-BE49-F238E27FC236}">
                <a16:creationId xmlns:a16="http://schemas.microsoft.com/office/drawing/2014/main" id="{A93859E0-F85E-6B43-822E-A14BB1A114E9}"/>
              </a:ext>
            </a:extLst>
          </p:cNvPr>
          <p:cNvSpPr txBox="1"/>
          <p:nvPr userDrawn="1"/>
        </p:nvSpPr>
        <p:spPr>
          <a:xfrm>
            <a:off x="1404734" y="4781519"/>
            <a:ext cx="914400" cy="914400"/>
          </a:xfrm>
          <a:prstGeom prst="rect">
            <a:avLst/>
          </a:prstGeom>
          <a:noFill/>
        </p:spPr>
        <p:txBody>
          <a:bodyPr wrap="none" rtlCol="0">
            <a:normAutofit/>
          </a:bodyPr>
          <a:lstStyle/>
          <a:p>
            <a:pPr>
              <a:spcAft>
                <a:spcPts val="600"/>
              </a:spcAft>
            </a:pPr>
            <a:endParaRPr lang="en-US" dirty="0">
              <a:latin typeface="Trebuchet MS"/>
            </a:endParaRPr>
          </a:p>
        </p:txBody>
      </p:sp>
      <p:sp>
        <p:nvSpPr>
          <p:cNvPr id="15" name="TextBox 14">
            <a:extLst>
              <a:ext uri="{FF2B5EF4-FFF2-40B4-BE49-F238E27FC236}">
                <a16:creationId xmlns:a16="http://schemas.microsoft.com/office/drawing/2014/main" id="{F4CE2020-705A-C147-AAB1-AD4F52FDD5F0}"/>
              </a:ext>
            </a:extLst>
          </p:cNvPr>
          <p:cNvSpPr txBox="1">
            <a:spLocks noChangeArrowheads="1"/>
          </p:cNvSpPr>
          <p:nvPr userDrawn="1"/>
        </p:nvSpPr>
        <p:spPr bwMode="auto">
          <a:xfrm>
            <a:off x="2239963" y="4857724"/>
            <a:ext cx="4664075" cy="2674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tIns="45718" rIns="0" bIns="45718" anchor="ct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fontAlgn="base">
              <a:spcBef>
                <a:spcPct val="0"/>
              </a:spcBef>
              <a:spcAft>
                <a:spcPct val="0"/>
              </a:spcAft>
              <a:defRPr>
                <a:solidFill>
                  <a:schemeClr val="tx1"/>
                </a:solidFill>
                <a:latin typeface="Calibri" charset="0"/>
                <a:ea typeface="ＭＳ Ｐゴシック" charset="0"/>
              </a:defRPr>
            </a:lvl6pPr>
            <a:lvl7pPr marL="2971800" indent="-228600" fontAlgn="base">
              <a:spcBef>
                <a:spcPct val="0"/>
              </a:spcBef>
              <a:spcAft>
                <a:spcPct val="0"/>
              </a:spcAft>
              <a:defRPr>
                <a:solidFill>
                  <a:schemeClr val="tx1"/>
                </a:solidFill>
                <a:latin typeface="Calibri" charset="0"/>
                <a:ea typeface="ＭＳ Ｐゴシック" charset="0"/>
              </a:defRPr>
            </a:lvl7pPr>
            <a:lvl8pPr marL="3429000" indent="-228600" fontAlgn="base">
              <a:spcBef>
                <a:spcPct val="0"/>
              </a:spcBef>
              <a:spcAft>
                <a:spcPct val="0"/>
              </a:spcAft>
              <a:defRPr>
                <a:solidFill>
                  <a:schemeClr val="tx1"/>
                </a:solidFill>
                <a:latin typeface="Calibri" charset="0"/>
                <a:ea typeface="ＭＳ Ｐゴシック" charset="0"/>
              </a:defRPr>
            </a:lvl8pPr>
            <a:lvl9pPr marL="3886200" indent="-228600" fontAlgn="base">
              <a:spcBef>
                <a:spcPct val="0"/>
              </a:spcBef>
              <a:spcAft>
                <a:spcPct val="0"/>
              </a:spcAft>
              <a:defRPr>
                <a:solidFill>
                  <a:schemeClr val="tx1"/>
                </a:solidFill>
                <a:latin typeface="Calibri" charset="0"/>
                <a:ea typeface="ＭＳ Ｐゴシック" charset="0"/>
              </a:defRPr>
            </a:lvl9pPr>
          </a:lstStyle>
          <a:p>
            <a:pPr algn="ctr" defTabSz="514350">
              <a:spcAft>
                <a:spcPts val="600"/>
              </a:spcAft>
              <a:defRPr/>
            </a:pPr>
            <a:r>
              <a:rPr lang="en-US" sz="700" dirty="0">
                <a:solidFill>
                  <a:schemeClr val="bg1">
                    <a:lumMod val="85000"/>
                  </a:schemeClr>
                </a:solidFill>
                <a:latin typeface="Trebuchet MS"/>
                <a:cs typeface="Trebuchet MS"/>
                <a:sym typeface="Helvetica"/>
              </a:rPr>
              <a:t>Copyright © Nomis Solutions, Inc. All rights reserved.</a:t>
            </a:r>
          </a:p>
        </p:txBody>
      </p:sp>
      <p:sp>
        <p:nvSpPr>
          <p:cNvPr id="16" name="TextBox 2">
            <a:extLst>
              <a:ext uri="{FF2B5EF4-FFF2-40B4-BE49-F238E27FC236}">
                <a16:creationId xmlns:a16="http://schemas.microsoft.com/office/drawing/2014/main" id="{38930E15-5D05-C94F-A25A-210339E3AFFE}"/>
              </a:ext>
            </a:extLst>
          </p:cNvPr>
          <p:cNvSpPr txBox="1">
            <a:spLocks noChangeArrowheads="1"/>
          </p:cNvSpPr>
          <p:nvPr userDrawn="1"/>
        </p:nvSpPr>
        <p:spPr bwMode="auto">
          <a:xfrm>
            <a:off x="7299325" y="4859338"/>
            <a:ext cx="1371600" cy="2902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tIns="45718" rIns="0" bIns="45718" anchor="ct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fontAlgn="base">
              <a:spcBef>
                <a:spcPct val="0"/>
              </a:spcBef>
              <a:spcAft>
                <a:spcPct val="0"/>
              </a:spcAft>
              <a:defRPr>
                <a:solidFill>
                  <a:schemeClr val="tx1"/>
                </a:solidFill>
                <a:latin typeface="Calibri" charset="0"/>
                <a:ea typeface="ＭＳ Ｐゴシック" charset="0"/>
              </a:defRPr>
            </a:lvl6pPr>
            <a:lvl7pPr marL="2971800" indent="-228600" fontAlgn="base">
              <a:spcBef>
                <a:spcPct val="0"/>
              </a:spcBef>
              <a:spcAft>
                <a:spcPct val="0"/>
              </a:spcAft>
              <a:defRPr>
                <a:solidFill>
                  <a:schemeClr val="tx1"/>
                </a:solidFill>
                <a:latin typeface="Calibri" charset="0"/>
                <a:ea typeface="ＭＳ Ｐゴシック" charset="0"/>
              </a:defRPr>
            </a:lvl7pPr>
            <a:lvl8pPr marL="3429000" indent="-228600" fontAlgn="base">
              <a:spcBef>
                <a:spcPct val="0"/>
              </a:spcBef>
              <a:spcAft>
                <a:spcPct val="0"/>
              </a:spcAft>
              <a:defRPr>
                <a:solidFill>
                  <a:schemeClr val="tx1"/>
                </a:solidFill>
                <a:latin typeface="Calibri" charset="0"/>
                <a:ea typeface="ＭＳ Ｐゴシック" charset="0"/>
              </a:defRPr>
            </a:lvl8pPr>
            <a:lvl9pPr marL="3886200" indent="-228600" fontAlgn="base">
              <a:spcBef>
                <a:spcPct val="0"/>
              </a:spcBef>
              <a:spcAft>
                <a:spcPct val="0"/>
              </a:spcAft>
              <a:defRPr>
                <a:solidFill>
                  <a:schemeClr val="tx1"/>
                </a:solidFill>
                <a:latin typeface="Calibri" charset="0"/>
                <a:ea typeface="ＭＳ Ｐゴシック" charset="0"/>
              </a:defRPr>
            </a:lvl9pPr>
          </a:lstStyle>
          <a:p>
            <a:pPr algn="r" defTabSz="514350">
              <a:spcAft>
                <a:spcPts val="600"/>
              </a:spcAft>
              <a:defRPr/>
            </a:pPr>
            <a:fld id="{650B4636-A852-744A-A226-6C4815BB4956}" type="slidenum">
              <a:rPr lang="en-US" sz="700" smtClean="0">
                <a:solidFill>
                  <a:srgbClr val="D9D9D9"/>
                </a:solidFill>
                <a:latin typeface="Trebuchet MS"/>
                <a:cs typeface="Trebuchet MS"/>
                <a:sym typeface="Helvetica"/>
              </a:rPr>
              <a:pPr algn="r" defTabSz="514350">
                <a:spcAft>
                  <a:spcPts val="600"/>
                </a:spcAft>
                <a:defRPr/>
              </a:pPr>
              <a:t>‹#›</a:t>
            </a:fld>
            <a:r>
              <a:rPr lang="en-US" sz="900" dirty="0">
                <a:solidFill>
                  <a:srgbClr val="8D95A4"/>
                </a:solidFill>
                <a:latin typeface="Trebuchet MS"/>
                <a:cs typeface="Trebuchet MS"/>
                <a:sym typeface="Helvetica"/>
              </a:rPr>
              <a:t> </a:t>
            </a:r>
            <a:endParaRPr lang="en-US" sz="1200" dirty="0">
              <a:solidFill>
                <a:srgbClr val="8D95A4"/>
              </a:solidFill>
              <a:latin typeface="Trebuchet MS"/>
              <a:cs typeface="Trebuchet MS"/>
              <a:sym typeface="Helvetica"/>
            </a:endParaRPr>
          </a:p>
        </p:txBody>
      </p:sp>
    </p:spTree>
    <p:extLst>
      <p:ext uri="{BB962C8B-B14F-4D97-AF65-F5344CB8AC3E}">
        <p14:creationId xmlns:p14="http://schemas.microsoft.com/office/powerpoint/2010/main" val="612682400"/>
      </p:ext>
    </p:extLst>
  </p:cSld>
  <p:clrMapOvr>
    <a:masterClrMapping/>
  </p:clrMapOvr>
  <p:transition spd="med">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Quotation">
    <p:spTree>
      <p:nvGrpSpPr>
        <p:cNvPr id="1" name=""/>
        <p:cNvGrpSpPr/>
        <p:nvPr/>
      </p:nvGrpSpPr>
      <p:grpSpPr>
        <a:xfrm>
          <a:off x="0" y="0"/>
          <a:ext cx="0" cy="0"/>
          <a:chOff x="0" y="0"/>
          <a:chExt cx="0" cy="0"/>
        </a:xfrm>
      </p:grpSpPr>
      <p:pic>
        <p:nvPicPr>
          <p:cNvPr id="14" name="Picture 13"/>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08"/>
            <a:ext cx="9144000" cy="5054600"/>
          </a:xfrm>
          <a:prstGeom prst="rect">
            <a:avLst/>
          </a:prstGeom>
        </p:spPr>
      </p:pic>
      <p:grpSp>
        <p:nvGrpSpPr>
          <p:cNvPr id="4" name="Group 3"/>
          <p:cNvGrpSpPr/>
          <p:nvPr/>
        </p:nvGrpSpPr>
        <p:grpSpPr>
          <a:xfrm>
            <a:off x="1588" y="651532"/>
            <a:ext cx="9144000" cy="4941090"/>
            <a:chOff x="0" y="651532"/>
            <a:chExt cx="9144000" cy="4941090"/>
          </a:xfrm>
        </p:grpSpPr>
        <p:sp>
          <p:nvSpPr>
            <p:cNvPr id="6" name="Rectangle 5"/>
            <p:cNvSpPr/>
            <p:nvPr/>
          </p:nvSpPr>
          <p:spPr>
            <a:xfrm>
              <a:off x="0" y="651532"/>
              <a:ext cx="1554513" cy="1923604"/>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spAutoFit/>
            </a:bodyPr>
            <a:lstStyle/>
            <a:p>
              <a:pPr algn="ctr">
                <a:spcAft>
                  <a:spcPts val="600"/>
                </a:spcAft>
              </a:pPr>
              <a:r>
                <a:rPr lang="en-US" sz="12500" dirty="0">
                  <a:solidFill>
                    <a:srgbClr val="0F60F2">
                      <a:alpha val="15000"/>
                    </a:srgbClr>
                  </a:solidFill>
                  <a:latin typeface="Trebuchet MS"/>
                  <a:cs typeface="Trebuchet MS"/>
                </a:rPr>
                <a:t>“</a:t>
              </a:r>
            </a:p>
          </p:txBody>
        </p:sp>
        <p:sp>
          <p:nvSpPr>
            <p:cNvPr id="7" name="Rectangle 6"/>
            <p:cNvSpPr/>
            <p:nvPr/>
          </p:nvSpPr>
          <p:spPr>
            <a:xfrm>
              <a:off x="7498048" y="3669018"/>
              <a:ext cx="1645952" cy="1923604"/>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spAutoFit/>
            </a:bodyPr>
            <a:lstStyle/>
            <a:p>
              <a:pPr algn="ctr">
                <a:spcAft>
                  <a:spcPts val="600"/>
                </a:spcAft>
              </a:pPr>
              <a:r>
                <a:rPr lang="en-US" sz="12500" dirty="0">
                  <a:solidFill>
                    <a:srgbClr val="0F60F2">
                      <a:alpha val="15000"/>
                    </a:srgbClr>
                  </a:solidFill>
                  <a:latin typeface="Trebuchet MS"/>
                  <a:cs typeface="Trebuchet MS"/>
                </a:rPr>
                <a:t>”</a:t>
              </a:r>
            </a:p>
          </p:txBody>
        </p:sp>
      </p:grpSp>
      <p:sp>
        <p:nvSpPr>
          <p:cNvPr id="15" name="Text Placeholder 14"/>
          <p:cNvSpPr>
            <a:spLocks noGrp="1"/>
          </p:cNvSpPr>
          <p:nvPr>
            <p:ph type="body" sz="quarter" idx="12"/>
          </p:nvPr>
        </p:nvSpPr>
        <p:spPr>
          <a:xfrm>
            <a:off x="457200" y="835026"/>
            <a:ext cx="8229556" cy="3862687"/>
          </a:xfrm>
          <a:prstGeom prst="rect">
            <a:avLst/>
          </a:prstGeom>
        </p:spPr>
        <p:txBody>
          <a:bodyPr lIns="914400" rIns="914400" anchor="ctr"/>
          <a:lstStyle>
            <a:lvl1pPr marL="53974" indent="0">
              <a:lnSpc>
                <a:spcPct val="150000"/>
              </a:lnSpc>
              <a:spcBef>
                <a:spcPts val="0"/>
              </a:spcBef>
              <a:spcAft>
                <a:spcPts val="1800"/>
              </a:spcAft>
              <a:buClr>
                <a:srgbClr val="3585CF"/>
              </a:buClr>
              <a:buNone/>
              <a:defRPr>
                <a:solidFill>
                  <a:srgbClr val="0F60F2"/>
                </a:solidFill>
              </a:defRPr>
            </a:lvl1pPr>
            <a:lvl2pPr marL="284155" indent="0">
              <a:buClr>
                <a:srgbClr val="3585CF"/>
              </a:buClr>
              <a:buNone/>
              <a:defRPr>
                <a:solidFill>
                  <a:schemeClr val="bg2">
                    <a:lumMod val="50000"/>
                  </a:schemeClr>
                </a:solidFill>
              </a:defRPr>
            </a:lvl2pPr>
            <a:lvl3pPr marL="631809" indent="0">
              <a:buNone/>
              <a:defRPr>
                <a:solidFill>
                  <a:schemeClr val="bg2">
                    <a:lumMod val="50000"/>
                  </a:schemeClr>
                </a:solidFill>
              </a:defRPr>
            </a:lvl3pPr>
            <a:lvl4pPr marL="855641" indent="0">
              <a:buNone/>
              <a:defRPr>
                <a:solidFill>
                  <a:schemeClr val="bg2">
                    <a:lumMod val="50000"/>
                  </a:schemeClr>
                </a:solidFill>
              </a:defRPr>
            </a:lvl4pPr>
            <a:lvl5pPr marL="1088998" indent="0" algn="r">
              <a:buNone/>
              <a:defRPr>
                <a:solidFill>
                  <a:srgbClr val="8D95A4"/>
                </a:solidFill>
              </a:defRPr>
            </a:lvl5pPr>
          </a:lstStyle>
          <a:p>
            <a:pPr lvl="0"/>
            <a:r>
              <a:rPr lang="en-US"/>
              <a:t>Edit Master text styles</a:t>
            </a:r>
          </a:p>
          <a:p>
            <a:pPr lvl="1"/>
            <a:r>
              <a:rPr lang="en-US"/>
              <a:t>Second level</a:t>
            </a:r>
          </a:p>
        </p:txBody>
      </p:sp>
      <p:sp>
        <p:nvSpPr>
          <p:cNvPr id="5" name="Title Placeholder 1"/>
          <p:cNvSpPr>
            <a:spLocks noGrp="1"/>
          </p:cNvSpPr>
          <p:nvPr>
            <p:ph type="title"/>
          </p:nvPr>
        </p:nvSpPr>
        <p:spPr>
          <a:xfrm>
            <a:off x="457245" y="-1"/>
            <a:ext cx="8229510" cy="571502"/>
          </a:xfrm>
          <a:prstGeom prst="rect">
            <a:avLst/>
          </a:prstGeom>
        </p:spPr>
        <p:txBody>
          <a:bodyPr rtlCol="0">
            <a:normAutofit/>
          </a:bodyPr>
          <a:lstStyle>
            <a:lvl1pPr>
              <a:defRPr>
                <a:solidFill>
                  <a:srgbClr val="FFFFFF">
                    <a:alpha val="85000"/>
                  </a:srgbClr>
                </a:solidFill>
              </a:defRPr>
            </a:lvl1pPr>
          </a:lstStyle>
          <a:p>
            <a:pPr lvl="0"/>
            <a:r>
              <a:rPr lang="en-US"/>
              <a:t>Click to edit Master title style</a:t>
            </a:r>
            <a:endParaRPr lang="en-US" dirty="0"/>
          </a:p>
        </p:txBody>
      </p:sp>
      <p:grpSp>
        <p:nvGrpSpPr>
          <p:cNvPr id="9" name="Group 8"/>
          <p:cNvGrpSpPr/>
          <p:nvPr/>
        </p:nvGrpSpPr>
        <p:grpSpPr>
          <a:xfrm>
            <a:off x="1588" y="651532"/>
            <a:ext cx="9144000" cy="4941090"/>
            <a:chOff x="0" y="651532"/>
            <a:chExt cx="9144000" cy="4941090"/>
          </a:xfrm>
        </p:grpSpPr>
        <p:sp>
          <p:nvSpPr>
            <p:cNvPr id="10" name="Rectangle 9"/>
            <p:cNvSpPr/>
            <p:nvPr/>
          </p:nvSpPr>
          <p:spPr>
            <a:xfrm>
              <a:off x="0" y="651532"/>
              <a:ext cx="1554513" cy="1923604"/>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spAutoFit/>
            </a:bodyPr>
            <a:lstStyle/>
            <a:p>
              <a:pPr algn="ctr">
                <a:spcAft>
                  <a:spcPts val="600"/>
                </a:spcAft>
              </a:pPr>
              <a:r>
                <a:rPr lang="en-US" sz="12500" dirty="0">
                  <a:solidFill>
                    <a:srgbClr val="0F60F2">
                      <a:alpha val="15000"/>
                    </a:srgbClr>
                  </a:solidFill>
                  <a:latin typeface="Trebuchet MS"/>
                  <a:cs typeface="Trebuchet MS"/>
                </a:rPr>
                <a:t>“</a:t>
              </a:r>
            </a:p>
          </p:txBody>
        </p:sp>
        <p:sp>
          <p:nvSpPr>
            <p:cNvPr id="11" name="Rectangle 10"/>
            <p:cNvSpPr/>
            <p:nvPr/>
          </p:nvSpPr>
          <p:spPr>
            <a:xfrm>
              <a:off x="7498048" y="3669018"/>
              <a:ext cx="1645952" cy="1923604"/>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spAutoFit/>
            </a:bodyPr>
            <a:lstStyle/>
            <a:p>
              <a:pPr algn="ctr">
                <a:spcAft>
                  <a:spcPts val="600"/>
                </a:spcAft>
              </a:pPr>
              <a:r>
                <a:rPr lang="en-US" sz="12500" dirty="0">
                  <a:solidFill>
                    <a:srgbClr val="0F60F2">
                      <a:alpha val="15000"/>
                    </a:srgbClr>
                  </a:solidFill>
                  <a:latin typeface="Trebuchet MS"/>
                  <a:cs typeface="Trebuchet MS"/>
                </a:rPr>
                <a:t>”</a:t>
              </a:r>
            </a:p>
          </p:txBody>
        </p:sp>
      </p:grpSp>
      <p:sp>
        <p:nvSpPr>
          <p:cNvPr id="12" name="TextBox 11"/>
          <p:cNvSpPr txBox="1">
            <a:spLocks noChangeArrowheads="1"/>
          </p:cNvSpPr>
          <p:nvPr/>
        </p:nvSpPr>
        <p:spPr bwMode="auto">
          <a:xfrm>
            <a:off x="2239964" y="4857725"/>
            <a:ext cx="4664075" cy="2674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45718" rIns="0" bIns="45718" anchor="ct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fontAlgn="base">
              <a:spcBef>
                <a:spcPct val="0"/>
              </a:spcBef>
              <a:spcAft>
                <a:spcPct val="0"/>
              </a:spcAft>
              <a:defRPr>
                <a:solidFill>
                  <a:schemeClr val="tx1"/>
                </a:solidFill>
                <a:latin typeface="Calibri" charset="0"/>
                <a:ea typeface="ＭＳ Ｐゴシック" charset="0"/>
              </a:defRPr>
            </a:lvl6pPr>
            <a:lvl7pPr marL="2971800" indent="-228600" fontAlgn="base">
              <a:spcBef>
                <a:spcPct val="0"/>
              </a:spcBef>
              <a:spcAft>
                <a:spcPct val="0"/>
              </a:spcAft>
              <a:defRPr>
                <a:solidFill>
                  <a:schemeClr val="tx1"/>
                </a:solidFill>
                <a:latin typeface="Calibri" charset="0"/>
                <a:ea typeface="ＭＳ Ｐゴシック" charset="0"/>
              </a:defRPr>
            </a:lvl7pPr>
            <a:lvl8pPr marL="3429000" indent="-228600" fontAlgn="base">
              <a:spcBef>
                <a:spcPct val="0"/>
              </a:spcBef>
              <a:spcAft>
                <a:spcPct val="0"/>
              </a:spcAft>
              <a:defRPr>
                <a:solidFill>
                  <a:schemeClr val="tx1"/>
                </a:solidFill>
                <a:latin typeface="Calibri" charset="0"/>
                <a:ea typeface="ＭＳ Ｐゴシック" charset="0"/>
              </a:defRPr>
            </a:lvl8pPr>
            <a:lvl9pPr marL="3886200" indent="-228600" fontAlgn="base">
              <a:spcBef>
                <a:spcPct val="0"/>
              </a:spcBef>
              <a:spcAft>
                <a:spcPct val="0"/>
              </a:spcAft>
              <a:defRPr>
                <a:solidFill>
                  <a:schemeClr val="tx1"/>
                </a:solidFill>
                <a:latin typeface="Calibri" charset="0"/>
                <a:ea typeface="ＭＳ Ｐゴシック" charset="0"/>
              </a:defRPr>
            </a:lvl9pPr>
          </a:lstStyle>
          <a:p>
            <a:pPr algn="ctr" defTabSz="514337">
              <a:spcAft>
                <a:spcPts val="600"/>
              </a:spcAft>
              <a:defRPr/>
            </a:pPr>
            <a:r>
              <a:rPr lang="en-US" sz="700" dirty="0">
                <a:solidFill>
                  <a:schemeClr val="bg1">
                    <a:lumMod val="85000"/>
                  </a:schemeClr>
                </a:solidFill>
                <a:latin typeface="Trebuchet MS"/>
                <a:cs typeface="Trebuchet MS"/>
                <a:sym typeface="Helvetica"/>
              </a:rPr>
              <a:t>Copyright © Nomis Solutions, Inc. All rights reserved.</a:t>
            </a:r>
          </a:p>
        </p:txBody>
      </p:sp>
      <p:sp>
        <p:nvSpPr>
          <p:cNvPr id="13" name="TextBox 2"/>
          <p:cNvSpPr txBox="1">
            <a:spLocks noChangeArrowheads="1"/>
          </p:cNvSpPr>
          <p:nvPr/>
        </p:nvSpPr>
        <p:spPr bwMode="auto">
          <a:xfrm>
            <a:off x="7299325" y="4859339"/>
            <a:ext cx="1371600" cy="29022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45718" rIns="0" bIns="45718" anchor="ct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fontAlgn="base">
              <a:spcBef>
                <a:spcPct val="0"/>
              </a:spcBef>
              <a:spcAft>
                <a:spcPct val="0"/>
              </a:spcAft>
              <a:defRPr>
                <a:solidFill>
                  <a:schemeClr val="tx1"/>
                </a:solidFill>
                <a:latin typeface="Calibri" charset="0"/>
                <a:ea typeface="ＭＳ Ｐゴシック" charset="0"/>
              </a:defRPr>
            </a:lvl6pPr>
            <a:lvl7pPr marL="2971800" indent="-228600" fontAlgn="base">
              <a:spcBef>
                <a:spcPct val="0"/>
              </a:spcBef>
              <a:spcAft>
                <a:spcPct val="0"/>
              </a:spcAft>
              <a:defRPr>
                <a:solidFill>
                  <a:schemeClr val="tx1"/>
                </a:solidFill>
                <a:latin typeface="Calibri" charset="0"/>
                <a:ea typeface="ＭＳ Ｐゴシック" charset="0"/>
              </a:defRPr>
            </a:lvl7pPr>
            <a:lvl8pPr marL="3429000" indent="-228600" fontAlgn="base">
              <a:spcBef>
                <a:spcPct val="0"/>
              </a:spcBef>
              <a:spcAft>
                <a:spcPct val="0"/>
              </a:spcAft>
              <a:defRPr>
                <a:solidFill>
                  <a:schemeClr val="tx1"/>
                </a:solidFill>
                <a:latin typeface="Calibri" charset="0"/>
                <a:ea typeface="ＭＳ Ｐゴシック" charset="0"/>
              </a:defRPr>
            </a:lvl8pPr>
            <a:lvl9pPr marL="3886200" indent="-228600" fontAlgn="base">
              <a:spcBef>
                <a:spcPct val="0"/>
              </a:spcBef>
              <a:spcAft>
                <a:spcPct val="0"/>
              </a:spcAft>
              <a:defRPr>
                <a:solidFill>
                  <a:schemeClr val="tx1"/>
                </a:solidFill>
                <a:latin typeface="Calibri" charset="0"/>
                <a:ea typeface="ＭＳ Ｐゴシック" charset="0"/>
              </a:defRPr>
            </a:lvl9pPr>
          </a:lstStyle>
          <a:p>
            <a:pPr algn="r" defTabSz="514337">
              <a:spcAft>
                <a:spcPts val="600"/>
              </a:spcAft>
              <a:defRPr/>
            </a:pPr>
            <a:fld id="{650B4636-A852-744A-A226-6C4815BB4956}" type="slidenum">
              <a:rPr lang="en-US" sz="700" smtClean="0">
                <a:solidFill>
                  <a:srgbClr val="D9D9D9"/>
                </a:solidFill>
                <a:latin typeface="Trebuchet MS"/>
                <a:cs typeface="Trebuchet MS"/>
                <a:sym typeface="Helvetica"/>
              </a:rPr>
              <a:pPr algn="r" defTabSz="514337">
                <a:spcAft>
                  <a:spcPts val="600"/>
                </a:spcAft>
                <a:defRPr/>
              </a:pPr>
              <a:t>‹#›</a:t>
            </a:fld>
            <a:r>
              <a:rPr lang="en-US" sz="900" dirty="0">
                <a:solidFill>
                  <a:srgbClr val="8D95A4"/>
                </a:solidFill>
                <a:latin typeface="Trebuchet MS"/>
                <a:cs typeface="Trebuchet MS"/>
                <a:sym typeface="Helvetica"/>
              </a:rPr>
              <a:t> </a:t>
            </a:r>
            <a:endParaRPr lang="en-US" sz="1200" dirty="0">
              <a:solidFill>
                <a:srgbClr val="8D95A4"/>
              </a:solidFill>
              <a:latin typeface="Trebuchet MS"/>
              <a:cs typeface="Trebuchet MS"/>
              <a:sym typeface="Helvetica"/>
            </a:endParaRPr>
          </a:p>
        </p:txBody>
      </p:sp>
      <p:pic>
        <p:nvPicPr>
          <p:cNvPr id="16" name="Picture 15"/>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08"/>
            <a:ext cx="9144000" cy="5054600"/>
          </a:xfrm>
          <a:prstGeom prst="rect">
            <a:avLst/>
          </a:prstGeom>
        </p:spPr>
      </p:pic>
      <p:grpSp>
        <p:nvGrpSpPr>
          <p:cNvPr id="17" name="Group 16"/>
          <p:cNvGrpSpPr/>
          <p:nvPr/>
        </p:nvGrpSpPr>
        <p:grpSpPr>
          <a:xfrm>
            <a:off x="1588" y="651532"/>
            <a:ext cx="9144000" cy="4941090"/>
            <a:chOff x="0" y="651532"/>
            <a:chExt cx="9144000" cy="4941090"/>
          </a:xfrm>
        </p:grpSpPr>
        <p:sp>
          <p:nvSpPr>
            <p:cNvPr id="18" name="Rectangle 17"/>
            <p:cNvSpPr/>
            <p:nvPr/>
          </p:nvSpPr>
          <p:spPr>
            <a:xfrm>
              <a:off x="0" y="651532"/>
              <a:ext cx="1554513" cy="1923604"/>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spAutoFit/>
            </a:bodyPr>
            <a:lstStyle/>
            <a:p>
              <a:pPr algn="ctr">
                <a:spcAft>
                  <a:spcPts val="600"/>
                </a:spcAft>
              </a:pPr>
              <a:r>
                <a:rPr lang="en-US" sz="12500" dirty="0">
                  <a:solidFill>
                    <a:srgbClr val="0F60F2">
                      <a:alpha val="15000"/>
                    </a:srgbClr>
                  </a:solidFill>
                  <a:latin typeface="Trebuchet MS"/>
                  <a:cs typeface="Trebuchet MS"/>
                </a:rPr>
                <a:t>“</a:t>
              </a:r>
            </a:p>
          </p:txBody>
        </p:sp>
        <p:sp>
          <p:nvSpPr>
            <p:cNvPr id="19" name="Rectangle 18"/>
            <p:cNvSpPr/>
            <p:nvPr/>
          </p:nvSpPr>
          <p:spPr>
            <a:xfrm>
              <a:off x="7498048" y="3669018"/>
              <a:ext cx="1645952" cy="1923604"/>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spAutoFit/>
            </a:bodyPr>
            <a:lstStyle/>
            <a:p>
              <a:pPr algn="ctr">
                <a:spcAft>
                  <a:spcPts val="600"/>
                </a:spcAft>
              </a:pPr>
              <a:r>
                <a:rPr lang="en-US" sz="12500" dirty="0">
                  <a:solidFill>
                    <a:srgbClr val="0F60F2">
                      <a:alpha val="15000"/>
                    </a:srgbClr>
                  </a:solidFill>
                  <a:latin typeface="Trebuchet MS"/>
                  <a:cs typeface="Trebuchet MS"/>
                </a:rPr>
                <a:t>”</a:t>
              </a:r>
            </a:p>
          </p:txBody>
        </p:sp>
      </p:grpSp>
      <p:sp>
        <p:nvSpPr>
          <p:cNvPr id="20" name="TextBox 19"/>
          <p:cNvSpPr txBox="1">
            <a:spLocks noChangeArrowheads="1"/>
          </p:cNvSpPr>
          <p:nvPr/>
        </p:nvSpPr>
        <p:spPr bwMode="auto">
          <a:xfrm>
            <a:off x="2239964" y="4857725"/>
            <a:ext cx="4664075" cy="2674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45718" rIns="0" bIns="45718" anchor="ct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fontAlgn="base">
              <a:spcBef>
                <a:spcPct val="0"/>
              </a:spcBef>
              <a:spcAft>
                <a:spcPct val="0"/>
              </a:spcAft>
              <a:defRPr>
                <a:solidFill>
                  <a:schemeClr val="tx1"/>
                </a:solidFill>
                <a:latin typeface="Calibri" charset="0"/>
                <a:ea typeface="ＭＳ Ｐゴシック" charset="0"/>
              </a:defRPr>
            </a:lvl6pPr>
            <a:lvl7pPr marL="2971800" indent="-228600" fontAlgn="base">
              <a:spcBef>
                <a:spcPct val="0"/>
              </a:spcBef>
              <a:spcAft>
                <a:spcPct val="0"/>
              </a:spcAft>
              <a:defRPr>
                <a:solidFill>
                  <a:schemeClr val="tx1"/>
                </a:solidFill>
                <a:latin typeface="Calibri" charset="0"/>
                <a:ea typeface="ＭＳ Ｐゴシック" charset="0"/>
              </a:defRPr>
            </a:lvl7pPr>
            <a:lvl8pPr marL="3429000" indent="-228600" fontAlgn="base">
              <a:spcBef>
                <a:spcPct val="0"/>
              </a:spcBef>
              <a:spcAft>
                <a:spcPct val="0"/>
              </a:spcAft>
              <a:defRPr>
                <a:solidFill>
                  <a:schemeClr val="tx1"/>
                </a:solidFill>
                <a:latin typeface="Calibri" charset="0"/>
                <a:ea typeface="ＭＳ Ｐゴシック" charset="0"/>
              </a:defRPr>
            </a:lvl8pPr>
            <a:lvl9pPr marL="3886200" indent="-228600" fontAlgn="base">
              <a:spcBef>
                <a:spcPct val="0"/>
              </a:spcBef>
              <a:spcAft>
                <a:spcPct val="0"/>
              </a:spcAft>
              <a:defRPr>
                <a:solidFill>
                  <a:schemeClr val="tx1"/>
                </a:solidFill>
                <a:latin typeface="Calibri" charset="0"/>
                <a:ea typeface="ＭＳ Ｐゴシック" charset="0"/>
              </a:defRPr>
            </a:lvl9pPr>
          </a:lstStyle>
          <a:p>
            <a:pPr algn="ctr" defTabSz="514337">
              <a:spcAft>
                <a:spcPts val="600"/>
              </a:spcAft>
              <a:defRPr/>
            </a:pPr>
            <a:r>
              <a:rPr lang="en-US" sz="700" dirty="0">
                <a:solidFill>
                  <a:schemeClr val="bg1">
                    <a:lumMod val="85000"/>
                  </a:schemeClr>
                </a:solidFill>
                <a:latin typeface="Trebuchet MS"/>
                <a:cs typeface="Trebuchet MS"/>
                <a:sym typeface="Helvetica"/>
              </a:rPr>
              <a:t>Copyright © Nomis Solutions, Inc. All rights reserved.</a:t>
            </a:r>
          </a:p>
        </p:txBody>
      </p:sp>
      <p:sp>
        <p:nvSpPr>
          <p:cNvPr id="21" name="TextBox 2"/>
          <p:cNvSpPr txBox="1">
            <a:spLocks noChangeArrowheads="1"/>
          </p:cNvSpPr>
          <p:nvPr/>
        </p:nvSpPr>
        <p:spPr bwMode="auto">
          <a:xfrm>
            <a:off x="7299325" y="4859339"/>
            <a:ext cx="1371600" cy="29022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45718" rIns="0" bIns="45718" anchor="ct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fontAlgn="base">
              <a:spcBef>
                <a:spcPct val="0"/>
              </a:spcBef>
              <a:spcAft>
                <a:spcPct val="0"/>
              </a:spcAft>
              <a:defRPr>
                <a:solidFill>
                  <a:schemeClr val="tx1"/>
                </a:solidFill>
                <a:latin typeface="Calibri" charset="0"/>
                <a:ea typeface="ＭＳ Ｐゴシック" charset="0"/>
              </a:defRPr>
            </a:lvl6pPr>
            <a:lvl7pPr marL="2971800" indent="-228600" fontAlgn="base">
              <a:spcBef>
                <a:spcPct val="0"/>
              </a:spcBef>
              <a:spcAft>
                <a:spcPct val="0"/>
              </a:spcAft>
              <a:defRPr>
                <a:solidFill>
                  <a:schemeClr val="tx1"/>
                </a:solidFill>
                <a:latin typeface="Calibri" charset="0"/>
                <a:ea typeface="ＭＳ Ｐゴシック" charset="0"/>
              </a:defRPr>
            </a:lvl7pPr>
            <a:lvl8pPr marL="3429000" indent="-228600" fontAlgn="base">
              <a:spcBef>
                <a:spcPct val="0"/>
              </a:spcBef>
              <a:spcAft>
                <a:spcPct val="0"/>
              </a:spcAft>
              <a:defRPr>
                <a:solidFill>
                  <a:schemeClr val="tx1"/>
                </a:solidFill>
                <a:latin typeface="Calibri" charset="0"/>
                <a:ea typeface="ＭＳ Ｐゴシック" charset="0"/>
              </a:defRPr>
            </a:lvl8pPr>
            <a:lvl9pPr marL="3886200" indent="-228600" fontAlgn="base">
              <a:spcBef>
                <a:spcPct val="0"/>
              </a:spcBef>
              <a:spcAft>
                <a:spcPct val="0"/>
              </a:spcAft>
              <a:defRPr>
                <a:solidFill>
                  <a:schemeClr val="tx1"/>
                </a:solidFill>
                <a:latin typeface="Calibri" charset="0"/>
                <a:ea typeface="ＭＳ Ｐゴシック" charset="0"/>
              </a:defRPr>
            </a:lvl9pPr>
          </a:lstStyle>
          <a:p>
            <a:pPr algn="r" defTabSz="514337">
              <a:spcAft>
                <a:spcPts val="600"/>
              </a:spcAft>
              <a:defRPr/>
            </a:pPr>
            <a:fld id="{650B4636-A852-744A-A226-6C4815BB4956}" type="slidenum">
              <a:rPr lang="en-US" sz="700" smtClean="0">
                <a:solidFill>
                  <a:srgbClr val="D9D9D9"/>
                </a:solidFill>
                <a:latin typeface="Trebuchet MS"/>
                <a:cs typeface="Trebuchet MS"/>
                <a:sym typeface="Helvetica"/>
              </a:rPr>
              <a:pPr algn="r" defTabSz="514337">
                <a:spcAft>
                  <a:spcPts val="600"/>
                </a:spcAft>
                <a:defRPr/>
              </a:pPr>
              <a:t>‹#›</a:t>
            </a:fld>
            <a:r>
              <a:rPr lang="en-US" sz="900" dirty="0">
                <a:solidFill>
                  <a:srgbClr val="8D95A4"/>
                </a:solidFill>
                <a:latin typeface="Trebuchet MS"/>
                <a:cs typeface="Trebuchet MS"/>
                <a:sym typeface="Helvetica"/>
              </a:rPr>
              <a:t> </a:t>
            </a:r>
            <a:endParaRPr lang="en-US" sz="1200" dirty="0">
              <a:solidFill>
                <a:srgbClr val="8D95A4"/>
              </a:solidFill>
              <a:latin typeface="Trebuchet MS"/>
              <a:cs typeface="Trebuchet MS"/>
              <a:sym typeface="Helvetica"/>
            </a:endParaRPr>
          </a:p>
        </p:txBody>
      </p:sp>
      <p:pic>
        <p:nvPicPr>
          <p:cNvPr id="22" name="Picture 21">
            <a:extLst>
              <a:ext uri="{FF2B5EF4-FFF2-40B4-BE49-F238E27FC236}">
                <a16:creationId xmlns:a16="http://schemas.microsoft.com/office/drawing/2014/main" id="{0DB4A97A-B25C-7D45-B4C3-738045485A9C}"/>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6108"/>
            <a:ext cx="9144000" cy="5054600"/>
          </a:xfrm>
          <a:prstGeom prst="rect">
            <a:avLst/>
          </a:prstGeom>
        </p:spPr>
      </p:pic>
      <p:grpSp>
        <p:nvGrpSpPr>
          <p:cNvPr id="23" name="Group 22">
            <a:extLst>
              <a:ext uri="{FF2B5EF4-FFF2-40B4-BE49-F238E27FC236}">
                <a16:creationId xmlns:a16="http://schemas.microsoft.com/office/drawing/2014/main" id="{0B9ECB7B-9D90-7240-AD2C-3E2A9157D996}"/>
              </a:ext>
            </a:extLst>
          </p:cNvPr>
          <p:cNvGrpSpPr/>
          <p:nvPr userDrawn="1"/>
        </p:nvGrpSpPr>
        <p:grpSpPr>
          <a:xfrm>
            <a:off x="1588" y="651531"/>
            <a:ext cx="9144000" cy="4941091"/>
            <a:chOff x="0" y="651531"/>
            <a:chExt cx="9144000" cy="4941091"/>
          </a:xfrm>
        </p:grpSpPr>
        <p:sp>
          <p:nvSpPr>
            <p:cNvPr id="24" name="Rectangle 23">
              <a:extLst>
                <a:ext uri="{FF2B5EF4-FFF2-40B4-BE49-F238E27FC236}">
                  <a16:creationId xmlns:a16="http://schemas.microsoft.com/office/drawing/2014/main" id="{7195DB8B-414E-1C41-B68A-C4DE091C64B3}"/>
                </a:ext>
              </a:extLst>
            </p:cNvPr>
            <p:cNvSpPr/>
            <p:nvPr/>
          </p:nvSpPr>
          <p:spPr>
            <a:xfrm>
              <a:off x="0" y="651531"/>
              <a:ext cx="1554513" cy="1923604"/>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spAutoFit/>
            </a:bodyPr>
            <a:lstStyle/>
            <a:p>
              <a:pPr algn="ctr">
                <a:spcAft>
                  <a:spcPts val="600"/>
                </a:spcAft>
              </a:pPr>
              <a:r>
                <a:rPr lang="en-US" sz="12500" dirty="0">
                  <a:solidFill>
                    <a:srgbClr val="0F60F2">
                      <a:alpha val="15000"/>
                    </a:srgbClr>
                  </a:solidFill>
                  <a:latin typeface="Trebuchet MS"/>
                  <a:cs typeface="Trebuchet MS"/>
                </a:rPr>
                <a:t>“</a:t>
              </a:r>
            </a:p>
          </p:txBody>
        </p:sp>
        <p:sp>
          <p:nvSpPr>
            <p:cNvPr id="25" name="Rectangle 24">
              <a:extLst>
                <a:ext uri="{FF2B5EF4-FFF2-40B4-BE49-F238E27FC236}">
                  <a16:creationId xmlns:a16="http://schemas.microsoft.com/office/drawing/2014/main" id="{1D747957-09A8-D040-A7EF-839920710CFB}"/>
                </a:ext>
              </a:extLst>
            </p:cNvPr>
            <p:cNvSpPr/>
            <p:nvPr/>
          </p:nvSpPr>
          <p:spPr>
            <a:xfrm>
              <a:off x="7498048" y="3669018"/>
              <a:ext cx="1645952" cy="1923604"/>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spAutoFit/>
            </a:bodyPr>
            <a:lstStyle/>
            <a:p>
              <a:pPr algn="ctr">
                <a:spcAft>
                  <a:spcPts val="600"/>
                </a:spcAft>
              </a:pPr>
              <a:r>
                <a:rPr lang="en-US" sz="12500" dirty="0">
                  <a:solidFill>
                    <a:srgbClr val="0F60F2">
                      <a:alpha val="15000"/>
                    </a:srgbClr>
                  </a:solidFill>
                  <a:latin typeface="Trebuchet MS"/>
                  <a:cs typeface="Trebuchet MS"/>
                </a:rPr>
                <a:t>”</a:t>
              </a:r>
            </a:p>
          </p:txBody>
        </p:sp>
      </p:grpSp>
      <p:sp>
        <p:nvSpPr>
          <p:cNvPr id="26" name="TextBox 25">
            <a:extLst>
              <a:ext uri="{FF2B5EF4-FFF2-40B4-BE49-F238E27FC236}">
                <a16:creationId xmlns:a16="http://schemas.microsoft.com/office/drawing/2014/main" id="{7FAAAC9C-BA0A-BA43-9042-D325D15D4E61}"/>
              </a:ext>
            </a:extLst>
          </p:cNvPr>
          <p:cNvSpPr txBox="1">
            <a:spLocks noChangeArrowheads="1"/>
          </p:cNvSpPr>
          <p:nvPr userDrawn="1"/>
        </p:nvSpPr>
        <p:spPr bwMode="auto">
          <a:xfrm>
            <a:off x="2239963" y="4857724"/>
            <a:ext cx="4664075" cy="2674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tIns="45718" rIns="0" bIns="45718" anchor="ct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fontAlgn="base">
              <a:spcBef>
                <a:spcPct val="0"/>
              </a:spcBef>
              <a:spcAft>
                <a:spcPct val="0"/>
              </a:spcAft>
              <a:defRPr>
                <a:solidFill>
                  <a:schemeClr val="tx1"/>
                </a:solidFill>
                <a:latin typeface="Calibri" charset="0"/>
                <a:ea typeface="ＭＳ Ｐゴシック" charset="0"/>
              </a:defRPr>
            </a:lvl6pPr>
            <a:lvl7pPr marL="2971800" indent="-228600" fontAlgn="base">
              <a:spcBef>
                <a:spcPct val="0"/>
              </a:spcBef>
              <a:spcAft>
                <a:spcPct val="0"/>
              </a:spcAft>
              <a:defRPr>
                <a:solidFill>
                  <a:schemeClr val="tx1"/>
                </a:solidFill>
                <a:latin typeface="Calibri" charset="0"/>
                <a:ea typeface="ＭＳ Ｐゴシック" charset="0"/>
              </a:defRPr>
            </a:lvl7pPr>
            <a:lvl8pPr marL="3429000" indent="-228600" fontAlgn="base">
              <a:spcBef>
                <a:spcPct val="0"/>
              </a:spcBef>
              <a:spcAft>
                <a:spcPct val="0"/>
              </a:spcAft>
              <a:defRPr>
                <a:solidFill>
                  <a:schemeClr val="tx1"/>
                </a:solidFill>
                <a:latin typeface="Calibri" charset="0"/>
                <a:ea typeface="ＭＳ Ｐゴシック" charset="0"/>
              </a:defRPr>
            </a:lvl8pPr>
            <a:lvl9pPr marL="3886200" indent="-228600" fontAlgn="base">
              <a:spcBef>
                <a:spcPct val="0"/>
              </a:spcBef>
              <a:spcAft>
                <a:spcPct val="0"/>
              </a:spcAft>
              <a:defRPr>
                <a:solidFill>
                  <a:schemeClr val="tx1"/>
                </a:solidFill>
                <a:latin typeface="Calibri" charset="0"/>
                <a:ea typeface="ＭＳ Ｐゴシック" charset="0"/>
              </a:defRPr>
            </a:lvl9pPr>
          </a:lstStyle>
          <a:p>
            <a:pPr algn="ctr" defTabSz="514350">
              <a:spcAft>
                <a:spcPts val="600"/>
              </a:spcAft>
              <a:defRPr/>
            </a:pPr>
            <a:r>
              <a:rPr lang="en-US" sz="700" dirty="0">
                <a:solidFill>
                  <a:schemeClr val="bg1">
                    <a:lumMod val="85000"/>
                  </a:schemeClr>
                </a:solidFill>
                <a:latin typeface="Trebuchet MS"/>
                <a:cs typeface="Trebuchet MS"/>
                <a:sym typeface="Helvetica"/>
              </a:rPr>
              <a:t>Copyright © Nomis Solutions, Inc. All rights reserved.</a:t>
            </a:r>
          </a:p>
        </p:txBody>
      </p:sp>
      <p:sp>
        <p:nvSpPr>
          <p:cNvPr id="27" name="TextBox 2">
            <a:extLst>
              <a:ext uri="{FF2B5EF4-FFF2-40B4-BE49-F238E27FC236}">
                <a16:creationId xmlns:a16="http://schemas.microsoft.com/office/drawing/2014/main" id="{B2D8E612-7DC1-A245-A02A-24CFC23EB307}"/>
              </a:ext>
            </a:extLst>
          </p:cNvPr>
          <p:cNvSpPr txBox="1">
            <a:spLocks noChangeArrowheads="1"/>
          </p:cNvSpPr>
          <p:nvPr userDrawn="1"/>
        </p:nvSpPr>
        <p:spPr bwMode="auto">
          <a:xfrm>
            <a:off x="7299325" y="4859338"/>
            <a:ext cx="1371600" cy="2902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tIns="45718" rIns="0" bIns="45718" anchor="ct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fontAlgn="base">
              <a:spcBef>
                <a:spcPct val="0"/>
              </a:spcBef>
              <a:spcAft>
                <a:spcPct val="0"/>
              </a:spcAft>
              <a:defRPr>
                <a:solidFill>
                  <a:schemeClr val="tx1"/>
                </a:solidFill>
                <a:latin typeface="Calibri" charset="0"/>
                <a:ea typeface="ＭＳ Ｐゴシック" charset="0"/>
              </a:defRPr>
            </a:lvl6pPr>
            <a:lvl7pPr marL="2971800" indent="-228600" fontAlgn="base">
              <a:spcBef>
                <a:spcPct val="0"/>
              </a:spcBef>
              <a:spcAft>
                <a:spcPct val="0"/>
              </a:spcAft>
              <a:defRPr>
                <a:solidFill>
                  <a:schemeClr val="tx1"/>
                </a:solidFill>
                <a:latin typeface="Calibri" charset="0"/>
                <a:ea typeface="ＭＳ Ｐゴシック" charset="0"/>
              </a:defRPr>
            </a:lvl7pPr>
            <a:lvl8pPr marL="3429000" indent="-228600" fontAlgn="base">
              <a:spcBef>
                <a:spcPct val="0"/>
              </a:spcBef>
              <a:spcAft>
                <a:spcPct val="0"/>
              </a:spcAft>
              <a:defRPr>
                <a:solidFill>
                  <a:schemeClr val="tx1"/>
                </a:solidFill>
                <a:latin typeface="Calibri" charset="0"/>
                <a:ea typeface="ＭＳ Ｐゴシック" charset="0"/>
              </a:defRPr>
            </a:lvl8pPr>
            <a:lvl9pPr marL="3886200" indent="-228600" fontAlgn="base">
              <a:spcBef>
                <a:spcPct val="0"/>
              </a:spcBef>
              <a:spcAft>
                <a:spcPct val="0"/>
              </a:spcAft>
              <a:defRPr>
                <a:solidFill>
                  <a:schemeClr val="tx1"/>
                </a:solidFill>
                <a:latin typeface="Calibri" charset="0"/>
                <a:ea typeface="ＭＳ Ｐゴシック" charset="0"/>
              </a:defRPr>
            </a:lvl9pPr>
          </a:lstStyle>
          <a:p>
            <a:pPr algn="r" defTabSz="514350">
              <a:spcAft>
                <a:spcPts val="600"/>
              </a:spcAft>
              <a:defRPr/>
            </a:pPr>
            <a:fld id="{650B4636-A852-744A-A226-6C4815BB4956}" type="slidenum">
              <a:rPr lang="en-US" sz="700" smtClean="0">
                <a:solidFill>
                  <a:srgbClr val="D9D9D9"/>
                </a:solidFill>
                <a:latin typeface="Trebuchet MS"/>
                <a:cs typeface="Trebuchet MS"/>
                <a:sym typeface="Helvetica"/>
              </a:rPr>
              <a:pPr algn="r" defTabSz="514350">
                <a:spcAft>
                  <a:spcPts val="600"/>
                </a:spcAft>
                <a:defRPr/>
              </a:pPr>
              <a:t>‹#›</a:t>
            </a:fld>
            <a:r>
              <a:rPr lang="en-US" sz="900" dirty="0">
                <a:solidFill>
                  <a:srgbClr val="8D95A4"/>
                </a:solidFill>
                <a:latin typeface="Trebuchet MS"/>
                <a:cs typeface="Trebuchet MS"/>
                <a:sym typeface="Helvetica"/>
              </a:rPr>
              <a:t> </a:t>
            </a:r>
            <a:endParaRPr lang="en-US" sz="1200" dirty="0">
              <a:solidFill>
                <a:srgbClr val="8D95A4"/>
              </a:solidFill>
              <a:latin typeface="Trebuchet MS"/>
              <a:cs typeface="Trebuchet MS"/>
              <a:sym typeface="Helvetica"/>
            </a:endParaRPr>
          </a:p>
        </p:txBody>
      </p:sp>
    </p:spTree>
    <p:extLst>
      <p:ext uri="{BB962C8B-B14F-4D97-AF65-F5344CB8AC3E}">
        <p14:creationId xmlns:p14="http://schemas.microsoft.com/office/powerpoint/2010/main" val="1897826554"/>
      </p:ext>
    </p:extLst>
  </p:cSld>
  <p:clrMapOvr>
    <a:masterClrMapping/>
  </p:clrMapOvr>
  <p:transition spd="med">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and Content | graphics window">
    <p:spTree>
      <p:nvGrpSpPr>
        <p:cNvPr id="1" name=""/>
        <p:cNvGrpSpPr/>
        <p:nvPr/>
      </p:nvGrpSpPr>
      <p:grpSpPr>
        <a:xfrm>
          <a:off x="0" y="0"/>
          <a:ext cx="0" cy="0"/>
          <a:chOff x="0" y="0"/>
          <a:chExt cx="0" cy="0"/>
        </a:xfrm>
      </p:grpSpPr>
      <p:pic>
        <p:nvPicPr>
          <p:cNvPr id="9" name="Picture 8"/>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08"/>
            <a:ext cx="9144000" cy="5054600"/>
          </a:xfrm>
          <a:prstGeom prst="rect">
            <a:avLst/>
          </a:prstGeom>
        </p:spPr>
      </p:pic>
      <p:sp>
        <p:nvSpPr>
          <p:cNvPr id="5" name="Text Placeholder 2"/>
          <p:cNvSpPr>
            <a:spLocks noGrp="1"/>
          </p:cNvSpPr>
          <p:nvPr>
            <p:ph idx="1"/>
          </p:nvPr>
        </p:nvSpPr>
        <p:spPr>
          <a:xfrm>
            <a:off x="457201" y="835026"/>
            <a:ext cx="8229555" cy="3862687"/>
          </a:xfrm>
          <a:prstGeom prst="rect">
            <a:avLst/>
          </a:prstGeom>
        </p:spPr>
        <p:txBody>
          <a:bodyPr rtlCol="0">
            <a:normAutofit/>
          </a:bodyPr>
          <a:lstStyle>
            <a:lvl1pPr>
              <a:defRPr>
                <a:solidFill>
                  <a:schemeClr val="bg2">
                    <a:lumMod val="25000"/>
                  </a:schemeClr>
                </a:solidFill>
              </a:defRPr>
            </a:lvl1pPr>
            <a:lvl2pPr>
              <a:defRPr>
                <a:solidFill>
                  <a:schemeClr val="bg2">
                    <a:lumMod val="50000"/>
                  </a:schemeClr>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itle Placeholder 1"/>
          <p:cNvSpPr>
            <a:spLocks noGrp="1"/>
          </p:cNvSpPr>
          <p:nvPr>
            <p:ph type="title"/>
          </p:nvPr>
        </p:nvSpPr>
        <p:spPr>
          <a:xfrm>
            <a:off x="457245" y="-1"/>
            <a:ext cx="8229510" cy="571502"/>
          </a:xfrm>
          <a:prstGeom prst="rect">
            <a:avLst/>
          </a:prstGeom>
        </p:spPr>
        <p:txBody>
          <a:bodyPr rtlCol="0">
            <a:normAutofit/>
          </a:bodyPr>
          <a:lstStyle>
            <a:lvl1pPr>
              <a:defRPr>
                <a:solidFill>
                  <a:srgbClr val="FFFFFF"/>
                </a:solidFill>
              </a:defRPr>
            </a:lvl1pPr>
          </a:lstStyle>
          <a:p>
            <a:pPr lvl="0"/>
            <a:r>
              <a:rPr lang="en-US"/>
              <a:t>Click to edit Master title style</a:t>
            </a:r>
            <a:endParaRPr lang="en-US" dirty="0"/>
          </a:p>
        </p:txBody>
      </p:sp>
      <p:sp>
        <p:nvSpPr>
          <p:cNvPr id="7" name="TextBox 6"/>
          <p:cNvSpPr txBox="1">
            <a:spLocks noChangeArrowheads="1"/>
          </p:cNvSpPr>
          <p:nvPr/>
        </p:nvSpPr>
        <p:spPr bwMode="auto">
          <a:xfrm>
            <a:off x="2239964" y="4857725"/>
            <a:ext cx="4664075" cy="2674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45718" rIns="0" bIns="45718" anchor="ct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fontAlgn="base">
              <a:spcBef>
                <a:spcPct val="0"/>
              </a:spcBef>
              <a:spcAft>
                <a:spcPct val="0"/>
              </a:spcAft>
              <a:defRPr>
                <a:solidFill>
                  <a:schemeClr val="tx1"/>
                </a:solidFill>
                <a:latin typeface="Calibri" charset="0"/>
                <a:ea typeface="ＭＳ Ｐゴシック" charset="0"/>
              </a:defRPr>
            </a:lvl6pPr>
            <a:lvl7pPr marL="2971800" indent="-228600" fontAlgn="base">
              <a:spcBef>
                <a:spcPct val="0"/>
              </a:spcBef>
              <a:spcAft>
                <a:spcPct val="0"/>
              </a:spcAft>
              <a:defRPr>
                <a:solidFill>
                  <a:schemeClr val="tx1"/>
                </a:solidFill>
                <a:latin typeface="Calibri" charset="0"/>
                <a:ea typeface="ＭＳ Ｐゴシック" charset="0"/>
              </a:defRPr>
            </a:lvl7pPr>
            <a:lvl8pPr marL="3429000" indent="-228600" fontAlgn="base">
              <a:spcBef>
                <a:spcPct val="0"/>
              </a:spcBef>
              <a:spcAft>
                <a:spcPct val="0"/>
              </a:spcAft>
              <a:defRPr>
                <a:solidFill>
                  <a:schemeClr val="tx1"/>
                </a:solidFill>
                <a:latin typeface="Calibri" charset="0"/>
                <a:ea typeface="ＭＳ Ｐゴシック" charset="0"/>
              </a:defRPr>
            </a:lvl8pPr>
            <a:lvl9pPr marL="3886200" indent="-228600" fontAlgn="base">
              <a:spcBef>
                <a:spcPct val="0"/>
              </a:spcBef>
              <a:spcAft>
                <a:spcPct val="0"/>
              </a:spcAft>
              <a:defRPr>
                <a:solidFill>
                  <a:schemeClr val="tx1"/>
                </a:solidFill>
                <a:latin typeface="Calibri" charset="0"/>
                <a:ea typeface="ＭＳ Ｐゴシック" charset="0"/>
              </a:defRPr>
            </a:lvl9pPr>
          </a:lstStyle>
          <a:p>
            <a:pPr algn="ctr" defTabSz="514337">
              <a:spcAft>
                <a:spcPts val="600"/>
              </a:spcAft>
              <a:defRPr/>
            </a:pPr>
            <a:r>
              <a:rPr lang="en-US" sz="700" dirty="0">
                <a:solidFill>
                  <a:schemeClr val="bg1">
                    <a:lumMod val="85000"/>
                  </a:schemeClr>
                </a:solidFill>
                <a:latin typeface="Trebuchet MS"/>
                <a:cs typeface="Trebuchet MS"/>
                <a:sym typeface="Helvetica"/>
              </a:rPr>
              <a:t>Copyright © Nomis Solutions, Inc. All rights reserved.</a:t>
            </a:r>
          </a:p>
        </p:txBody>
      </p:sp>
      <p:sp>
        <p:nvSpPr>
          <p:cNvPr id="8" name="TextBox 2"/>
          <p:cNvSpPr txBox="1">
            <a:spLocks noChangeArrowheads="1"/>
          </p:cNvSpPr>
          <p:nvPr/>
        </p:nvSpPr>
        <p:spPr bwMode="auto">
          <a:xfrm>
            <a:off x="7299325" y="4859339"/>
            <a:ext cx="1371600" cy="29022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45718" rIns="0" bIns="45718" anchor="ct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fontAlgn="base">
              <a:spcBef>
                <a:spcPct val="0"/>
              </a:spcBef>
              <a:spcAft>
                <a:spcPct val="0"/>
              </a:spcAft>
              <a:defRPr>
                <a:solidFill>
                  <a:schemeClr val="tx1"/>
                </a:solidFill>
                <a:latin typeface="Calibri" charset="0"/>
                <a:ea typeface="ＭＳ Ｐゴシック" charset="0"/>
              </a:defRPr>
            </a:lvl6pPr>
            <a:lvl7pPr marL="2971800" indent="-228600" fontAlgn="base">
              <a:spcBef>
                <a:spcPct val="0"/>
              </a:spcBef>
              <a:spcAft>
                <a:spcPct val="0"/>
              </a:spcAft>
              <a:defRPr>
                <a:solidFill>
                  <a:schemeClr val="tx1"/>
                </a:solidFill>
                <a:latin typeface="Calibri" charset="0"/>
                <a:ea typeface="ＭＳ Ｐゴシック" charset="0"/>
              </a:defRPr>
            </a:lvl7pPr>
            <a:lvl8pPr marL="3429000" indent="-228600" fontAlgn="base">
              <a:spcBef>
                <a:spcPct val="0"/>
              </a:spcBef>
              <a:spcAft>
                <a:spcPct val="0"/>
              </a:spcAft>
              <a:defRPr>
                <a:solidFill>
                  <a:schemeClr val="tx1"/>
                </a:solidFill>
                <a:latin typeface="Calibri" charset="0"/>
                <a:ea typeface="ＭＳ Ｐゴシック" charset="0"/>
              </a:defRPr>
            </a:lvl8pPr>
            <a:lvl9pPr marL="3886200" indent="-228600" fontAlgn="base">
              <a:spcBef>
                <a:spcPct val="0"/>
              </a:spcBef>
              <a:spcAft>
                <a:spcPct val="0"/>
              </a:spcAft>
              <a:defRPr>
                <a:solidFill>
                  <a:schemeClr val="tx1"/>
                </a:solidFill>
                <a:latin typeface="Calibri" charset="0"/>
                <a:ea typeface="ＭＳ Ｐゴシック" charset="0"/>
              </a:defRPr>
            </a:lvl9pPr>
          </a:lstStyle>
          <a:p>
            <a:pPr algn="r" defTabSz="514337">
              <a:spcAft>
                <a:spcPts val="600"/>
              </a:spcAft>
              <a:defRPr/>
            </a:pPr>
            <a:fld id="{650B4636-A852-744A-A226-6C4815BB4956}" type="slidenum">
              <a:rPr lang="en-US" sz="700" smtClean="0">
                <a:solidFill>
                  <a:srgbClr val="D9D9D9"/>
                </a:solidFill>
                <a:latin typeface="Trebuchet MS"/>
                <a:cs typeface="Trebuchet MS"/>
                <a:sym typeface="Helvetica"/>
              </a:rPr>
              <a:pPr algn="r" defTabSz="514337">
                <a:spcAft>
                  <a:spcPts val="600"/>
                </a:spcAft>
                <a:defRPr/>
              </a:pPr>
              <a:t>‹#›</a:t>
            </a:fld>
            <a:r>
              <a:rPr lang="en-US" sz="900" dirty="0">
                <a:solidFill>
                  <a:srgbClr val="8D95A4"/>
                </a:solidFill>
                <a:latin typeface="Trebuchet MS"/>
                <a:cs typeface="Trebuchet MS"/>
                <a:sym typeface="Helvetica"/>
              </a:rPr>
              <a:t> </a:t>
            </a:r>
            <a:endParaRPr lang="en-US" sz="1200" dirty="0">
              <a:solidFill>
                <a:srgbClr val="8D95A4"/>
              </a:solidFill>
              <a:latin typeface="Trebuchet MS"/>
              <a:cs typeface="Trebuchet MS"/>
              <a:sym typeface="Helvetica"/>
            </a:endParaRPr>
          </a:p>
        </p:txBody>
      </p:sp>
      <p:pic>
        <p:nvPicPr>
          <p:cNvPr id="10" name="Picture 9"/>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6108"/>
            <a:ext cx="9144000" cy="5054600"/>
          </a:xfrm>
          <a:prstGeom prst="rect">
            <a:avLst/>
          </a:prstGeom>
        </p:spPr>
      </p:pic>
      <p:sp>
        <p:nvSpPr>
          <p:cNvPr id="11" name="TextBox 10"/>
          <p:cNvSpPr txBox="1">
            <a:spLocks noChangeArrowheads="1"/>
          </p:cNvSpPr>
          <p:nvPr/>
        </p:nvSpPr>
        <p:spPr bwMode="auto">
          <a:xfrm>
            <a:off x="2239964" y="4857725"/>
            <a:ext cx="4664075" cy="2674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45718" rIns="0" bIns="45718" anchor="ct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fontAlgn="base">
              <a:spcBef>
                <a:spcPct val="0"/>
              </a:spcBef>
              <a:spcAft>
                <a:spcPct val="0"/>
              </a:spcAft>
              <a:defRPr>
                <a:solidFill>
                  <a:schemeClr val="tx1"/>
                </a:solidFill>
                <a:latin typeface="Calibri" charset="0"/>
                <a:ea typeface="ＭＳ Ｐゴシック" charset="0"/>
              </a:defRPr>
            </a:lvl6pPr>
            <a:lvl7pPr marL="2971800" indent="-228600" fontAlgn="base">
              <a:spcBef>
                <a:spcPct val="0"/>
              </a:spcBef>
              <a:spcAft>
                <a:spcPct val="0"/>
              </a:spcAft>
              <a:defRPr>
                <a:solidFill>
                  <a:schemeClr val="tx1"/>
                </a:solidFill>
                <a:latin typeface="Calibri" charset="0"/>
                <a:ea typeface="ＭＳ Ｐゴシック" charset="0"/>
              </a:defRPr>
            </a:lvl7pPr>
            <a:lvl8pPr marL="3429000" indent="-228600" fontAlgn="base">
              <a:spcBef>
                <a:spcPct val="0"/>
              </a:spcBef>
              <a:spcAft>
                <a:spcPct val="0"/>
              </a:spcAft>
              <a:defRPr>
                <a:solidFill>
                  <a:schemeClr val="tx1"/>
                </a:solidFill>
                <a:latin typeface="Calibri" charset="0"/>
                <a:ea typeface="ＭＳ Ｐゴシック" charset="0"/>
              </a:defRPr>
            </a:lvl8pPr>
            <a:lvl9pPr marL="3886200" indent="-228600" fontAlgn="base">
              <a:spcBef>
                <a:spcPct val="0"/>
              </a:spcBef>
              <a:spcAft>
                <a:spcPct val="0"/>
              </a:spcAft>
              <a:defRPr>
                <a:solidFill>
                  <a:schemeClr val="tx1"/>
                </a:solidFill>
                <a:latin typeface="Calibri" charset="0"/>
                <a:ea typeface="ＭＳ Ｐゴシック" charset="0"/>
              </a:defRPr>
            </a:lvl9pPr>
          </a:lstStyle>
          <a:p>
            <a:pPr algn="ctr" defTabSz="514337">
              <a:spcAft>
                <a:spcPts val="600"/>
              </a:spcAft>
              <a:defRPr/>
            </a:pPr>
            <a:r>
              <a:rPr lang="en-US" sz="700" dirty="0">
                <a:solidFill>
                  <a:schemeClr val="bg1">
                    <a:lumMod val="85000"/>
                  </a:schemeClr>
                </a:solidFill>
                <a:latin typeface="Trebuchet MS"/>
                <a:cs typeface="Trebuchet MS"/>
                <a:sym typeface="Helvetica"/>
              </a:rPr>
              <a:t>Copyright © Nomis Solutions, Inc. All rights reserved.</a:t>
            </a:r>
          </a:p>
        </p:txBody>
      </p:sp>
      <p:sp>
        <p:nvSpPr>
          <p:cNvPr id="12" name="TextBox 2"/>
          <p:cNvSpPr txBox="1">
            <a:spLocks noChangeArrowheads="1"/>
          </p:cNvSpPr>
          <p:nvPr/>
        </p:nvSpPr>
        <p:spPr bwMode="auto">
          <a:xfrm>
            <a:off x="7299325" y="4859339"/>
            <a:ext cx="1371600" cy="29022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45718" rIns="0" bIns="45718" anchor="ct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fontAlgn="base">
              <a:spcBef>
                <a:spcPct val="0"/>
              </a:spcBef>
              <a:spcAft>
                <a:spcPct val="0"/>
              </a:spcAft>
              <a:defRPr>
                <a:solidFill>
                  <a:schemeClr val="tx1"/>
                </a:solidFill>
                <a:latin typeface="Calibri" charset="0"/>
                <a:ea typeface="ＭＳ Ｐゴシック" charset="0"/>
              </a:defRPr>
            </a:lvl6pPr>
            <a:lvl7pPr marL="2971800" indent="-228600" fontAlgn="base">
              <a:spcBef>
                <a:spcPct val="0"/>
              </a:spcBef>
              <a:spcAft>
                <a:spcPct val="0"/>
              </a:spcAft>
              <a:defRPr>
                <a:solidFill>
                  <a:schemeClr val="tx1"/>
                </a:solidFill>
                <a:latin typeface="Calibri" charset="0"/>
                <a:ea typeface="ＭＳ Ｐゴシック" charset="0"/>
              </a:defRPr>
            </a:lvl7pPr>
            <a:lvl8pPr marL="3429000" indent="-228600" fontAlgn="base">
              <a:spcBef>
                <a:spcPct val="0"/>
              </a:spcBef>
              <a:spcAft>
                <a:spcPct val="0"/>
              </a:spcAft>
              <a:defRPr>
                <a:solidFill>
                  <a:schemeClr val="tx1"/>
                </a:solidFill>
                <a:latin typeface="Calibri" charset="0"/>
                <a:ea typeface="ＭＳ Ｐゴシック" charset="0"/>
              </a:defRPr>
            </a:lvl8pPr>
            <a:lvl9pPr marL="3886200" indent="-228600" fontAlgn="base">
              <a:spcBef>
                <a:spcPct val="0"/>
              </a:spcBef>
              <a:spcAft>
                <a:spcPct val="0"/>
              </a:spcAft>
              <a:defRPr>
                <a:solidFill>
                  <a:schemeClr val="tx1"/>
                </a:solidFill>
                <a:latin typeface="Calibri" charset="0"/>
                <a:ea typeface="ＭＳ Ｐゴシック" charset="0"/>
              </a:defRPr>
            </a:lvl9pPr>
          </a:lstStyle>
          <a:p>
            <a:pPr algn="r" defTabSz="514337">
              <a:spcAft>
                <a:spcPts val="600"/>
              </a:spcAft>
              <a:defRPr/>
            </a:pPr>
            <a:fld id="{650B4636-A852-744A-A226-6C4815BB4956}" type="slidenum">
              <a:rPr lang="en-US" sz="700" smtClean="0">
                <a:solidFill>
                  <a:srgbClr val="D9D9D9"/>
                </a:solidFill>
                <a:latin typeface="Trebuchet MS"/>
                <a:cs typeface="Trebuchet MS"/>
                <a:sym typeface="Helvetica"/>
              </a:rPr>
              <a:pPr algn="r" defTabSz="514337">
                <a:spcAft>
                  <a:spcPts val="600"/>
                </a:spcAft>
                <a:defRPr/>
              </a:pPr>
              <a:t>‹#›</a:t>
            </a:fld>
            <a:r>
              <a:rPr lang="en-US" sz="900" dirty="0">
                <a:solidFill>
                  <a:srgbClr val="8D95A4"/>
                </a:solidFill>
                <a:latin typeface="Trebuchet MS"/>
                <a:cs typeface="Trebuchet MS"/>
                <a:sym typeface="Helvetica"/>
              </a:rPr>
              <a:t> </a:t>
            </a:r>
            <a:endParaRPr lang="en-US" sz="1200" dirty="0">
              <a:solidFill>
                <a:srgbClr val="8D95A4"/>
              </a:solidFill>
              <a:latin typeface="Trebuchet MS"/>
              <a:cs typeface="Trebuchet MS"/>
              <a:sym typeface="Helvetica"/>
            </a:endParaRPr>
          </a:p>
        </p:txBody>
      </p:sp>
      <p:pic>
        <p:nvPicPr>
          <p:cNvPr id="13" name="Picture 12">
            <a:extLst>
              <a:ext uri="{FF2B5EF4-FFF2-40B4-BE49-F238E27FC236}">
                <a16:creationId xmlns:a16="http://schemas.microsoft.com/office/drawing/2014/main" id="{997B3BE8-B39B-094B-B5C3-BD5E549ECA6E}"/>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6108"/>
            <a:ext cx="9144000" cy="5054600"/>
          </a:xfrm>
          <a:prstGeom prst="rect">
            <a:avLst/>
          </a:prstGeom>
        </p:spPr>
      </p:pic>
      <p:sp>
        <p:nvSpPr>
          <p:cNvPr id="14" name="TextBox 13">
            <a:extLst>
              <a:ext uri="{FF2B5EF4-FFF2-40B4-BE49-F238E27FC236}">
                <a16:creationId xmlns:a16="http://schemas.microsoft.com/office/drawing/2014/main" id="{7E907681-5B31-9041-B78C-3067856456E3}"/>
              </a:ext>
            </a:extLst>
          </p:cNvPr>
          <p:cNvSpPr txBox="1">
            <a:spLocks noChangeArrowheads="1"/>
          </p:cNvSpPr>
          <p:nvPr userDrawn="1"/>
        </p:nvSpPr>
        <p:spPr bwMode="auto">
          <a:xfrm>
            <a:off x="2239963" y="4857724"/>
            <a:ext cx="4664075" cy="2674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tIns="45718" rIns="0" bIns="45718" anchor="ct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fontAlgn="base">
              <a:spcBef>
                <a:spcPct val="0"/>
              </a:spcBef>
              <a:spcAft>
                <a:spcPct val="0"/>
              </a:spcAft>
              <a:defRPr>
                <a:solidFill>
                  <a:schemeClr val="tx1"/>
                </a:solidFill>
                <a:latin typeface="Calibri" charset="0"/>
                <a:ea typeface="ＭＳ Ｐゴシック" charset="0"/>
              </a:defRPr>
            </a:lvl6pPr>
            <a:lvl7pPr marL="2971800" indent="-228600" fontAlgn="base">
              <a:spcBef>
                <a:spcPct val="0"/>
              </a:spcBef>
              <a:spcAft>
                <a:spcPct val="0"/>
              </a:spcAft>
              <a:defRPr>
                <a:solidFill>
                  <a:schemeClr val="tx1"/>
                </a:solidFill>
                <a:latin typeface="Calibri" charset="0"/>
                <a:ea typeface="ＭＳ Ｐゴシック" charset="0"/>
              </a:defRPr>
            </a:lvl7pPr>
            <a:lvl8pPr marL="3429000" indent="-228600" fontAlgn="base">
              <a:spcBef>
                <a:spcPct val="0"/>
              </a:spcBef>
              <a:spcAft>
                <a:spcPct val="0"/>
              </a:spcAft>
              <a:defRPr>
                <a:solidFill>
                  <a:schemeClr val="tx1"/>
                </a:solidFill>
                <a:latin typeface="Calibri" charset="0"/>
                <a:ea typeface="ＭＳ Ｐゴシック" charset="0"/>
              </a:defRPr>
            </a:lvl8pPr>
            <a:lvl9pPr marL="3886200" indent="-228600" fontAlgn="base">
              <a:spcBef>
                <a:spcPct val="0"/>
              </a:spcBef>
              <a:spcAft>
                <a:spcPct val="0"/>
              </a:spcAft>
              <a:defRPr>
                <a:solidFill>
                  <a:schemeClr val="tx1"/>
                </a:solidFill>
                <a:latin typeface="Calibri" charset="0"/>
                <a:ea typeface="ＭＳ Ｐゴシック" charset="0"/>
              </a:defRPr>
            </a:lvl9pPr>
          </a:lstStyle>
          <a:p>
            <a:pPr algn="ctr" defTabSz="514350">
              <a:spcAft>
                <a:spcPts val="600"/>
              </a:spcAft>
              <a:defRPr/>
            </a:pPr>
            <a:r>
              <a:rPr lang="en-US" sz="700" dirty="0">
                <a:solidFill>
                  <a:schemeClr val="bg1">
                    <a:lumMod val="85000"/>
                  </a:schemeClr>
                </a:solidFill>
                <a:latin typeface="Trebuchet MS"/>
                <a:cs typeface="Trebuchet MS"/>
                <a:sym typeface="Helvetica"/>
              </a:rPr>
              <a:t>Copyright © Nomis Solutions, Inc. All rights reserved.</a:t>
            </a:r>
          </a:p>
        </p:txBody>
      </p:sp>
      <p:sp>
        <p:nvSpPr>
          <p:cNvPr id="15" name="TextBox 2">
            <a:extLst>
              <a:ext uri="{FF2B5EF4-FFF2-40B4-BE49-F238E27FC236}">
                <a16:creationId xmlns:a16="http://schemas.microsoft.com/office/drawing/2014/main" id="{F4F6A595-2B2C-4A47-9704-735B22132885}"/>
              </a:ext>
            </a:extLst>
          </p:cNvPr>
          <p:cNvSpPr txBox="1">
            <a:spLocks noChangeArrowheads="1"/>
          </p:cNvSpPr>
          <p:nvPr userDrawn="1"/>
        </p:nvSpPr>
        <p:spPr bwMode="auto">
          <a:xfrm>
            <a:off x="7299325" y="4859338"/>
            <a:ext cx="1371600" cy="2902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tIns="45718" rIns="0" bIns="45718" anchor="ct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fontAlgn="base">
              <a:spcBef>
                <a:spcPct val="0"/>
              </a:spcBef>
              <a:spcAft>
                <a:spcPct val="0"/>
              </a:spcAft>
              <a:defRPr>
                <a:solidFill>
                  <a:schemeClr val="tx1"/>
                </a:solidFill>
                <a:latin typeface="Calibri" charset="0"/>
                <a:ea typeface="ＭＳ Ｐゴシック" charset="0"/>
              </a:defRPr>
            </a:lvl6pPr>
            <a:lvl7pPr marL="2971800" indent="-228600" fontAlgn="base">
              <a:spcBef>
                <a:spcPct val="0"/>
              </a:spcBef>
              <a:spcAft>
                <a:spcPct val="0"/>
              </a:spcAft>
              <a:defRPr>
                <a:solidFill>
                  <a:schemeClr val="tx1"/>
                </a:solidFill>
                <a:latin typeface="Calibri" charset="0"/>
                <a:ea typeface="ＭＳ Ｐゴシック" charset="0"/>
              </a:defRPr>
            </a:lvl7pPr>
            <a:lvl8pPr marL="3429000" indent="-228600" fontAlgn="base">
              <a:spcBef>
                <a:spcPct val="0"/>
              </a:spcBef>
              <a:spcAft>
                <a:spcPct val="0"/>
              </a:spcAft>
              <a:defRPr>
                <a:solidFill>
                  <a:schemeClr val="tx1"/>
                </a:solidFill>
                <a:latin typeface="Calibri" charset="0"/>
                <a:ea typeface="ＭＳ Ｐゴシック" charset="0"/>
              </a:defRPr>
            </a:lvl8pPr>
            <a:lvl9pPr marL="3886200" indent="-228600" fontAlgn="base">
              <a:spcBef>
                <a:spcPct val="0"/>
              </a:spcBef>
              <a:spcAft>
                <a:spcPct val="0"/>
              </a:spcAft>
              <a:defRPr>
                <a:solidFill>
                  <a:schemeClr val="tx1"/>
                </a:solidFill>
                <a:latin typeface="Calibri" charset="0"/>
                <a:ea typeface="ＭＳ Ｐゴシック" charset="0"/>
              </a:defRPr>
            </a:lvl9pPr>
          </a:lstStyle>
          <a:p>
            <a:pPr algn="r" defTabSz="514350">
              <a:spcAft>
                <a:spcPts val="600"/>
              </a:spcAft>
              <a:defRPr/>
            </a:pPr>
            <a:fld id="{650B4636-A852-744A-A226-6C4815BB4956}" type="slidenum">
              <a:rPr lang="en-US" sz="700" smtClean="0">
                <a:solidFill>
                  <a:srgbClr val="D9D9D9"/>
                </a:solidFill>
                <a:latin typeface="Trebuchet MS"/>
                <a:cs typeface="Trebuchet MS"/>
                <a:sym typeface="Helvetica"/>
              </a:rPr>
              <a:pPr algn="r" defTabSz="514350">
                <a:spcAft>
                  <a:spcPts val="600"/>
                </a:spcAft>
                <a:defRPr/>
              </a:pPr>
              <a:t>‹#›</a:t>
            </a:fld>
            <a:r>
              <a:rPr lang="en-US" sz="900" dirty="0">
                <a:solidFill>
                  <a:srgbClr val="8D95A4"/>
                </a:solidFill>
                <a:latin typeface="Trebuchet MS"/>
                <a:cs typeface="Trebuchet MS"/>
                <a:sym typeface="Helvetica"/>
              </a:rPr>
              <a:t> </a:t>
            </a:r>
            <a:endParaRPr lang="en-US" sz="1200" dirty="0">
              <a:solidFill>
                <a:srgbClr val="8D95A4"/>
              </a:solidFill>
              <a:latin typeface="Trebuchet MS"/>
              <a:cs typeface="Trebuchet MS"/>
              <a:sym typeface="Helvetica"/>
            </a:endParaRPr>
          </a:p>
        </p:txBody>
      </p:sp>
    </p:spTree>
    <p:extLst>
      <p:ext uri="{BB962C8B-B14F-4D97-AF65-F5344CB8AC3E}">
        <p14:creationId xmlns:p14="http://schemas.microsoft.com/office/powerpoint/2010/main" val="1729779678"/>
      </p:ext>
    </p:extLst>
  </p:cSld>
  <p:clrMapOvr>
    <a:masterClrMapping/>
  </p:clrMapOvr>
  <p:transition spd="med">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blank page with title snip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3303263"/>
            <a:ext cx="9144000" cy="1234427"/>
          </a:xfrm>
          <a:prstGeom prst="rect">
            <a:avLst/>
          </a:prstGeom>
          <a:solidFill>
            <a:schemeClr val="bg1">
              <a:alpha val="85000"/>
            </a:schemeClr>
          </a:solidFill>
          <a:ln>
            <a:noFill/>
          </a:ln>
        </p:spPr>
        <p:txBody>
          <a:bodyPr tIns="91436" anchor="ctr" anchorCtr="1">
            <a:normAutofit/>
          </a:bodyPr>
          <a:lstStyle>
            <a:lvl1pPr marL="0" indent="0" algn="l">
              <a:lnSpc>
                <a:spcPts val="2200"/>
              </a:lnSpc>
              <a:buNone/>
              <a:defRPr sz="2000">
                <a:solidFill>
                  <a:schemeClr val="tx1">
                    <a:lumMod val="75000"/>
                    <a:lumOff val="25000"/>
                  </a:schemeClr>
                </a:solidFill>
              </a:defRPr>
            </a:lvl1pPr>
            <a:lvl2pPr marL="457169" indent="0" algn="ctr">
              <a:buNone/>
              <a:defRPr/>
            </a:lvl2pPr>
            <a:lvl3pPr marL="914337" indent="0" algn="ctr">
              <a:buNone/>
              <a:defRPr/>
            </a:lvl3pPr>
            <a:lvl4pPr marL="1371506" indent="0" algn="ctr">
              <a:buNone/>
              <a:defRPr/>
            </a:lvl4pPr>
            <a:lvl5pPr marL="1828674" indent="0" algn="ctr">
              <a:buNone/>
              <a:defRPr/>
            </a:lvl5pPr>
            <a:lvl6pPr marL="2285843" indent="0" algn="ctr">
              <a:buNone/>
              <a:defRPr/>
            </a:lvl6pPr>
            <a:lvl7pPr marL="2743012" indent="0" algn="ctr">
              <a:buNone/>
              <a:defRPr/>
            </a:lvl7pPr>
            <a:lvl8pPr marL="3200180" indent="0" algn="ctr">
              <a:buNone/>
              <a:defRPr/>
            </a:lvl8pPr>
            <a:lvl9pPr marL="3657349" indent="0" algn="ctr">
              <a:buNone/>
              <a:defRPr/>
            </a:lvl9pPr>
          </a:lstStyle>
          <a:p>
            <a:r>
              <a:rPr lang="en-US"/>
              <a:t>Click to edit Master subtitle style</a:t>
            </a:r>
            <a:endParaRPr lang="en-US" dirty="0"/>
          </a:p>
        </p:txBody>
      </p:sp>
    </p:spTree>
    <p:extLst>
      <p:ext uri="{BB962C8B-B14F-4D97-AF65-F5344CB8AC3E}">
        <p14:creationId xmlns:p14="http://schemas.microsoft.com/office/powerpoint/2010/main" val="2420929991"/>
      </p:ext>
    </p:extLst>
  </p:cSld>
  <p:clrMapOvr>
    <a:masterClrMapping/>
  </p:clrMapOvr>
  <p:transition spd="med">
    <p:fade/>
  </p:transition>
  <p:hf sldNum="0"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blank slide">
    <p:bg>
      <p:bgPr>
        <a:solidFill>
          <a:schemeClr val="bg1"/>
        </a:solidFill>
        <a:effectLst/>
      </p:bgPr>
    </p:bg>
    <p:spTree>
      <p:nvGrpSpPr>
        <p:cNvPr id="1" name=""/>
        <p:cNvGrpSpPr/>
        <p:nvPr/>
      </p:nvGrpSpPr>
      <p:grpSpPr>
        <a:xfrm>
          <a:off x="0" y="0"/>
          <a:ext cx="0" cy="0"/>
          <a:chOff x="0" y="0"/>
          <a:chExt cx="0" cy="0"/>
        </a:xfrm>
      </p:grpSpPr>
      <p:sp>
        <p:nvSpPr>
          <p:cNvPr id="4" name="TextBox 2"/>
          <p:cNvSpPr txBox="1">
            <a:spLocks noChangeArrowheads="1"/>
          </p:cNvSpPr>
          <p:nvPr/>
        </p:nvSpPr>
        <p:spPr bwMode="auto">
          <a:xfrm>
            <a:off x="7299325" y="4859339"/>
            <a:ext cx="1371600" cy="29022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45718" rIns="0" bIns="45718" anchor="ct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fontAlgn="base">
              <a:spcBef>
                <a:spcPct val="0"/>
              </a:spcBef>
              <a:spcAft>
                <a:spcPct val="0"/>
              </a:spcAft>
              <a:defRPr>
                <a:solidFill>
                  <a:schemeClr val="tx1"/>
                </a:solidFill>
                <a:latin typeface="Calibri" charset="0"/>
                <a:ea typeface="ＭＳ Ｐゴシック" charset="0"/>
              </a:defRPr>
            </a:lvl6pPr>
            <a:lvl7pPr marL="2971800" indent="-228600" fontAlgn="base">
              <a:spcBef>
                <a:spcPct val="0"/>
              </a:spcBef>
              <a:spcAft>
                <a:spcPct val="0"/>
              </a:spcAft>
              <a:defRPr>
                <a:solidFill>
                  <a:schemeClr val="tx1"/>
                </a:solidFill>
                <a:latin typeface="Calibri" charset="0"/>
                <a:ea typeface="ＭＳ Ｐゴシック" charset="0"/>
              </a:defRPr>
            </a:lvl7pPr>
            <a:lvl8pPr marL="3429000" indent="-228600" fontAlgn="base">
              <a:spcBef>
                <a:spcPct val="0"/>
              </a:spcBef>
              <a:spcAft>
                <a:spcPct val="0"/>
              </a:spcAft>
              <a:defRPr>
                <a:solidFill>
                  <a:schemeClr val="tx1"/>
                </a:solidFill>
                <a:latin typeface="Calibri" charset="0"/>
                <a:ea typeface="ＭＳ Ｐゴシック" charset="0"/>
              </a:defRPr>
            </a:lvl8pPr>
            <a:lvl9pPr marL="3886200" indent="-228600" fontAlgn="base">
              <a:spcBef>
                <a:spcPct val="0"/>
              </a:spcBef>
              <a:spcAft>
                <a:spcPct val="0"/>
              </a:spcAft>
              <a:defRPr>
                <a:solidFill>
                  <a:schemeClr val="tx1"/>
                </a:solidFill>
                <a:latin typeface="Calibri" charset="0"/>
                <a:ea typeface="ＭＳ Ｐゴシック" charset="0"/>
              </a:defRPr>
            </a:lvl9pPr>
          </a:lstStyle>
          <a:p>
            <a:pPr algn="r" defTabSz="514337">
              <a:spcAft>
                <a:spcPts val="600"/>
              </a:spcAft>
              <a:defRPr/>
            </a:pPr>
            <a:fld id="{650B4636-A852-744A-A226-6C4815BB4956}" type="slidenum">
              <a:rPr lang="en-US" sz="700" smtClean="0">
                <a:solidFill>
                  <a:srgbClr val="D9D9D9"/>
                </a:solidFill>
                <a:latin typeface="Trebuchet MS"/>
                <a:cs typeface="Trebuchet MS"/>
                <a:sym typeface="Helvetica"/>
              </a:rPr>
              <a:pPr algn="r" defTabSz="514337">
                <a:spcAft>
                  <a:spcPts val="600"/>
                </a:spcAft>
                <a:defRPr/>
              </a:pPr>
              <a:t>‹#›</a:t>
            </a:fld>
            <a:r>
              <a:rPr lang="en-US" sz="900" dirty="0">
                <a:solidFill>
                  <a:srgbClr val="8D95A4"/>
                </a:solidFill>
                <a:latin typeface="Trebuchet MS"/>
                <a:cs typeface="Trebuchet MS"/>
                <a:sym typeface="Helvetica"/>
              </a:rPr>
              <a:t> </a:t>
            </a:r>
            <a:endParaRPr lang="en-US" sz="1200" dirty="0">
              <a:solidFill>
                <a:srgbClr val="8D95A4"/>
              </a:solidFill>
              <a:latin typeface="Trebuchet MS"/>
              <a:cs typeface="Trebuchet MS"/>
              <a:sym typeface="Helvetica"/>
            </a:endParaRPr>
          </a:p>
        </p:txBody>
      </p:sp>
      <p:sp>
        <p:nvSpPr>
          <p:cNvPr id="5" name="TextBox 4"/>
          <p:cNvSpPr txBox="1">
            <a:spLocks noChangeArrowheads="1"/>
          </p:cNvSpPr>
          <p:nvPr/>
        </p:nvSpPr>
        <p:spPr bwMode="auto">
          <a:xfrm>
            <a:off x="2239964" y="4857725"/>
            <a:ext cx="4664075" cy="2674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45718" rIns="0" bIns="45718" anchor="ct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fontAlgn="base">
              <a:spcBef>
                <a:spcPct val="0"/>
              </a:spcBef>
              <a:spcAft>
                <a:spcPct val="0"/>
              </a:spcAft>
              <a:defRPr>
                <a:solidFill>
                  <a:schemeClr val="tx1"/>
                </a:solidFill>
                <a:latin typeface="Calibri" charset="0"/>
                <a:ea typeface="ＭＳ Ｐゴシック" charset="0"/>
              </a:defRPr>
            </a:lvl6pPr>
            <a:lvl7pPr marL="2971800" indent="-228600" fontAlgn="base">
              <a:spcBef>
                <a:spcPct val="0"/>
              </a:spcBef>
              <a:spcAft>
                <a:spcPct val="0"/>
              </a:spcAft>
              <a:defRPr>
                <a:solidFill>
                  <a:schemeClr val="tx1"/>
                </a:solidFill>
                <a:latin typeface="Calibri" charset="0"/>
                <a:ea typeface="ＭＳ Ｐゴシック" charset="0"/>
              </a:defRPr>
            </a:lvl7pPr>
            <a:lvl8pPr marL="3429000" indent="-228600" fontAlgn="base">
              <a:spcBef>
                <a:spcPct val="0"/>
              </a:spcBef>
              <a:spcAft>
                <a:spcPct val="0"/>
              </a:spcAft>
              <a:defRPr>
                <a:solidFill>
                  <a:schemeClr val="tx1"/>
                </a:solidFill>
                <a:latin typeface="Calibri" charset="0"/>
                <a:ea typeface="ＭＳ Ｐゴシック" charset="0"/>
              </a:defRPr>
            </a:lvl8pPr>
            <a:lvl9pPr marL="3886200" indent="-228600" fontAlgn="base">
              <a:spcBef>
                <a:spcPct val="0"/>
              </a:spcBef>
              <a:spcAft>
                <a:spcPct val="0"/>
              </a:spcAft>
              <a:defRPr>
                <a:solidFill>
                  <a:schemeClr val="tx1"/>
                </a:solidFill>
                <a:latin typeface="Calibri" charset="0"/>
                <a:ea typeface="ＭＳ Ｐゴシック" charset="0"/>
              </a:defRPr>
            </a:lvl9pPr>
          </a:lstStyle>
          <a:p>
            <a:pPr algn="ctr" defTabSz="514337">
              <a:spcAft>
                <a:spcPts val="600"/>
              </a:spcAft>
              <a:defRPr/>
            </a:pPr>
            <a:r>
              <a:rPr lang="en-US" sz="700" dirty="0">
                <a:solidFill>
                  <a:schemeClr val="bg1">
                    <a:lumMod val="85000"/>
                  </a:schemeClr>
                </a:solidFill>
                <a:latin typeface="Trebuchet MS"/>
                <a:cs typeface="Trebuchet MS"/>
                <a:sym typeface="Helvetica"/>
              </a:rPr>
              <a:t>Copyright © Nomis Solutions, Inc. All rights reserved.</a:t>
            </a:r>
          </a:p>
        </p:txBody>
      </p:sp>
      <p:sp>
        <p:nvSpPr>
          <p:cNvPr id="6" name="TextBox 2"/>
          <p:cNvSpPr txBox="1">
            <a:spLocks noChangeArrowheads="1"/>
          </p:cNvSpPr>
          <p:nvPr/>
        </p:nvSpPr>
        <p:spPr bwMode="auto">
          <a:xfrm>
            <a:off x="7299325" y="4859339"/>
            <a:ext cx="1371600" cy="29022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45718" rIns="0" bIns="45718" anchor="ct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fontAlgn="base">
              <a:spcBef>
                <a:spcPct val="0"/>
              </a:spcBef>
              <a:spcAft>
                <a:spcPct val="0"/>
              </a:spcAft>
              <a:defRPr>
                <a:solidFill>
                  <a:schemeClr val="tx1"/>
                </a:solidFill>
                <a:latin typeface="Calibri" charset="0"/>
                <a:ea typeface="ＭＳ Ｐゴシック" charset="0"/>
              </a:defRPr>
            </a:lvl6pPr>
            <a:lvl7pPr marL="2971800" indent="-228600" fontAlgn="base">
              <a:spcBef>
                <a:spcPct val="0"/>
              </a:spcBef>
              <a:spcAft>
                <a:spcPct val="0"/>
              </a:spcAft>
              <a:defRPr>
                <a:solidFill>
                  <a:schemeClr val="tx1"/>
                </a:solidFill>
                <a:latin typeface="Calibri" charset="0"/>
                <a:ea typeface="ＭＳ Ｐゴシック" charset="0"/>
              </a:defRPr>
            </a:lvl7pPr>
            <a:lvl8pPr marL="3429000" indent="-228600" fontAlgn="base">
              <a:spcBef>
                <a:spcPct val="0"/>
              </a:spcBef>
              <a:spcAft>
                <a:spcPct val="0"/>
              </a:spcAft>
              <a:defRPr>
                <a:solidFill>
                  <a:schemeClr val="tx1"/>
                </a:solidFill>
                <a:latin typeface="Calibri" charset="0"/>
                <a:ea typeface="ＭＳ Ｐゴシック" charset="0"/>
              </a:defRPr>
            </a:lvl8pPr>
            <a:lvl9pPr marL="3886200" indent="-228600" fontAlgn="base">
              <a:spcBef>
                <a:spcPct val="0"/>
              </a:spcBef>
              <a:spcAft>
                <a:spcPct val="0"/>
              </a:spcAft>
              <a:defRPr>
                <a:solidFill>
                  <a:schemeClr val="tx1"/>
                </a:solidFill>
                <a:latin typeface="Calibri" charset="0"/>
                <a:ea typeface="ＭＳ Ｐゴシック" charset="0"/>
              </a:defRPr>
            </a:lvl9pPr>
          </a:lstStyle>
          <a:p>
            <a:pPr algn="r" defTabSz="514337">
              <a:spcAft>
                <a:spcPts val="600"/>
              </a:spcAft>
              <a:defRPr/>
            </a:pPr>
            <a:fld id="{650B4636-A852-744A-A226-6C4815BB4956}" type="slidenum">
              <a:rPr lang="en-US" sz="700" smtClean="0">
                <a:solidFill>
                  <a:srgbClr val="D9D9D9"/>
                </a:solidFill>
                <a:latin typeface="Trebuchet MS"/>
                <a:cs typeface="Trebuchet MS"/>
                <a:sym typeface="Helvetica"/>
              </a:rPr>
              <a:pPr algn="r" defTabSz="514337">
                <a:spcAft>
                  <a:spcPts val="600"/>
                </a:spcAft>
                <a:defRPr/>
              </a:pPr>
              <a:t>‹#›</a:t>
            </a:fld>
            <a:r>
              <a:rPr lang="en-US" sz="900" dirty="0">
                <a:solidFill>
                  <a:srgbClr val="8D95A4"/>
                </a:solidFill>
                <a:latin typeface="Trebuchet MS"/>
                <a:cs typeface="Trebuchet MS"/>
                <a:sym typeface="Helvetica"/>
              </a:rPr>
              <a:t> </a:t>
            </a:r>
            <a:endParaRPr lang="en-US" sz="1200" dirty="0">
              <a:solidFill>
                <a:srgbClr val="8D95A4"/>
              </a:solidFill>
              <a:latin typeface="Trebuchet MS"/>
              <a:cs typeface="Trebuchet MS"/>
              <a:sym typeface="Helvetica"/>
            </a:endParaRPr>
          </a:p>
        </p:txBody>
      </p:sp>
      <p:sp>
        <p:nvSpPr>
          <p:cNvPr id="7" name="TextBox 6"/>
          <p:cNvSpPr txBox="1">
            <a:spLocks noChangeArrowheads="1"/>
          </p:cNvSpPr>
          <p:nvPr/>
        </p:nvSpPr>
        <p:spPr bwMode="auto">
          <a:xfrm>
            <a:off x="2239964" y="4857725"/>
            <a:ext cx="4664075" cy="2674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45718" rIns="0" bIns="45718" anchor="ct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fontAlgn="base">
              <a:spcBef>
                <a:spcPct val="0"/>
              </a:spcBef>
              <a:spcAft>
                <a:spcPct val="0"/>
              </a:spcAft>
              <a:defRPr>
                <a:solidFill>
                  <a:schemeClr val="tx1"/>
                </a:solidFill>
                <a:latin typeface="Calibri" charset="0"/>
                <a:ea typeface="ＭＳ Ｐゴシック" charset="0"/>
              </a:defRPr>
            </a:lvl6pPr>
            <a:lvl7pPr marL="2971800" indent="-228600" fontAlgn="base">
              <a:spcBef>
                <a:spcPct val="0"/>
              </a:spcBef>
              <a:spcAft>
                <a:spcPct val="0"/>
              </a:spcAft>
              <a:defRPr>
                <a:solidFill>
                  <a:schemeClr val="tx1"/>
                </a:solidFill>
                <a:latin typeface="Calibri" charset="0"/>
                <a:ea typeface="ＭＳ Ｐゴシック" charset="0"/>
              </a:defRPr>
            </a:lvl7pPr>
            <a:lvl8pPr marL="3429000" indent="-228600" fontAlgn="base">
              <a:spcBef>
                <a:spcPct val="0"/>
              </a:spcBef>
              <a:spcAft>
                <a:spcPct val="0"/>
              </a:spcAft>
              <a:defRPr>
                <a:solidFill>
                  <a:schemeClr val="tx1"/>
                </a:solidFill>
                <a:latin typeface="Calibri" charset="0"/>
                <a:ea typeface="ＭＳ Ｐゴシック" charset="0"/>
              </a:defRPr>
            </a:lvl8pPr>
            <a:lvl9pPr marL="3886200" indent="-228600" fontAlgn="base">
              <a:spcBef>
                <a:spcPct val="0"/>
              </a:spcBef>
              <a:spcAft>
                <a:spcPct val="0"/>
              </a:spcAft>
              <a:defRPr>
                <a:solidFill>
                  <a:schemeClr val="tx1"/>
                </a:solidFill>
                <a:latin typeface="Calibri" charset="0"/>
                <a:ea typeface="ＭＳ Ｐゴシック" charset="0"/>
              </a:defRPr>
            </a:lvl9pPr>
          </a:lstStyle>
          <a:p>
            <a:pPr algn="ctr" defTabSz="514337">
              <a:spcAft>
                <a:spcPts val="600"/>
              </a:spcAft>
              <a:defRPr/>
            </a:pPr>
            <a:r>
              <a:rPr lang="en-US" sz="700" dirty="0">
                <a:solidFill>
                  <a:schemeClr val="bg1">
                    <a:lumMod val="85000"/>
                  </a:schemeClr>
                </a:solidFill>
                <a:latin typeface="Trebuchet MS"/>
                <a:cs typeface="Trebuchet MS"/>
                <a:sym typeface="Helvetica"/>
              </a:rPr>
              <a:t>Copyright © Nomis Solutions, Inc. All rights reserved.</a:t>
            </a:r>
          </a:p>
        </p:txBody>
      </p:sp>
    </p:spTree>
    <p:extLst>
      <p:ext uri="{BB962C8B-B14F-4D97-AF65-F5344CB8AC3E}">
        <p14:creationId xmlns:p14="http://schemas.microsoft.com/office/powerpoint/2010/main" val="1463498181"/>
      </p:ext>
    </p:extLst>
  </p:cSld>
  <p:clrMapOvr>
    <a:masterClrMapping/>
  </p:clrMapOvr>
  <p:transition spd="med">
    <p:fade/>
  </p:transition>
  <p:hf sldNum="0" hd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ection Slide | End old">
    <p:spTree>
      <p:nvGrpSpPr>
        <p:cNvPr id="1" name=""/>
        <p:cNvGrpSpPr/>
        <p:nvPr/>
      </p:nvGrpSpPr>
      <p:grpSpPr>
        <a:xfrm>
          <a:off x="0" y="0"/>
          <a:ext cx="0" cy="0"/>
          <a:chOff x="0" y="0"/>
          <a:chExt cx="0" cy="0"/>
        </a:xfrm>
      </p:grpSpPr>
      <p:pic>
        <p:nvPicPr>
          <p:cNvPr id="7" name="Picture 6" descr="PowerPoint elements end slide.wmf"/>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8355" y="-3676"/>
            <a:ext cx="9162288" cy="5064710"/>
          </a:xfrm>
          <a:prstGeom prst="rect">
            <a:avLst/>
          </a:prstGeom>
        </p:spPr>
      </p:pic>
      <p:sp>
        <p:nvSpPr>
          <p:cNvPr id="15" name="Subtitle 2"/>
          <p:cNvSpPr>
            <a:spLocks noGrp="1"/>
          </p:cNvSpPr>
          <p:nvPr>
            <p:ph type="subTitle" idx="1"/>
          </p:nvPr>
        </p:nvSpPr>
        <p:spPr>
          <a:xfrm>
            <a:off x="914400" y="2923036"/>
            <a:ext cx="8229600" cy="1783061"/>
          </a:xfrm>
          <a:prstGeom prst="rect">
            <a:avLst/>
          </a:prstGeom>
        </p:spPr>
        <p:txBody>
          <a:bodyPr tIns="91436">
            <a:normAutofit/>
          </a:bodyPr>
          <a:lstStyle>
            <a:lvl1pPr marL="0" indent="0" algn="l">
              <a:lnSpc>
                <a:spcPts val="2200"/>
              </a:lnSpc>
              <a:buNone/>
              <a:defRPr sz="2000">
                <a:solidFill>
                  <a:schemeClr val="tx1">
                    <a:lumMod val="75000"/>
                    <a:lumOff val="25000"/>
                  </a:schemeClr>
                </a:solidFill>
              </a:defRPr>
            </a:lvl1pPr>
            <a:lvl2pPr marL="457169" indent="0" algn="ctr">
              <a:buNone/>
              <a:defRPr/>
            </a:lvl2pPr>
            <a:lvl3pPr marL="914337" indent="0" algn="ctr">
              <a:buNone/>
              <a:defRPr/>
            </a:lvl3pPr>
            <a:lvl4pPr marL="1371506" indent="0" algn="ctr">
              <a:buNone/>
              <a:defRPr/>
            </a:lvl4pPr>
            <a:lvl5pPr marL="1828674" indent="0" algn="ctr">
              <a:buNone/>
              <a:defRPr/>
            </a:lvl5pPr>
            <a:lvl6pPr marL="2285843" indent="0" algn="ctr">
              <a:buNone/>
              <a:defRPr/>
            </a:lvl6pPr>
            <a:lvl7pPr marL="2743012" indent="0" algn="ctr">
              <a:buNone/>
              <a:defRPr/>
            </a:lvl7pPr>
            <a:lvl8pPr marL="3200180" indent="0" algn="ctr">
              <a:buNone/>
              <a:defRPr/>
            </a:lvl8pPr>
            <a:lvl9pPr marL="3657349" indent="0" algn="ctr">
              <a:buNone/>
              <a:defRPr/>
            </a:lvl9pPr>
          </a:lstStyle>
          <a:p>
            <a:r>
              <a:rPr lang="en-US"/>
              <a:t>Click to edit Master subtitle style</a:t>
            </a:r>
            <a:endParaRPr lang="en-US" dirty="0"/>
          </a:p>
        </p:txBody>
      </p:sp>
      <p:sp>
        <p:nvSpPr>
          <p:cNvPr id="14" name="Title 1"/>
          <p:cNvSpPr>
            <a:spLocks noGrp="1"/>
          </p:cNvSpPr>
          <p:nvPr>
            <p:ph type="ctrTitle"/>
          </p:nvPr>
        </p:nvSpPr>
        <p:spPr>
          <a:xfrm>
            <a:off x="914400" y="8"/>
            <a:ext cx="8229600" cy="2663182"/>
          </a:xfrm>
          <a:prstGeom prst="rect">
            <a:avLst/>
          </a:prstGeom>
          <a:ln>
            <a:noFill/>
          </a:ln>
        </p:spPr>
        <p:txBody>
          <a:bodyPr>
            <a:normAutofit/>
          </a:bodyPr>
          <a:lstStyle>
            <a:lvl1pPr algn="l">
              <a:lnSpc>
                <a:spcPts val="3600"/>
              </a:lnSpc>
              <a:defRPr sz="4000" b="0" i="0" baseline="0">
                <a:solidFill>
                  <a:srgbClr val="FFFFFF"/>
                </a:solidFill>
                <a:latin typeface="Trebuchet MS"/>
                <a:cs typeface="Trebuchet MS"/>
              </a:defRPr>
            </a:lvl1pPr>
          </a:lstStyle>
          <a:p>
            <a:r>
              <a:rPr lang="en-US"/>
              <a:t>Click to edit Master title style</a:t>
            </a:r>
            <a:endParaRPr lang="en-US" dirty="0"/>
          </a:p>
        </p:txBody>
      </p:sp>
      <p:sp>
        <p:nvSpPr>
          <p:cNvPr id="10" name="TextBox 9"/>
          <p:cNvSpPr txBox="1"/>
          <p:nvPr/>
        </p:nvSpPr>
        <p:spPr>
          <a:xfrm>
            <a:off x="4762625" y="4983555"/>
            <a:ext cx="914400" cy="914400"/>
          </a:xfrm>
          <a:prstGeom prst="rect">
            <a:avLst/>
          </a:prstGeom>
          <a:noFill/>
        </p:spPr>
        <p:txBody>
          <a:bodyPr wrap="none" rtlCol="0">
            <a:normAutofit/>
          </a:bodyPr>
          <a:lstStyle/>
          <a:p>
            <a:pPr>
              <a:spcAft>
                <a:spcPts val="600"/>
              </a:spcAft>
            </a:pPr>
            <a:endParaRPr lang="en-US" sz="1800" dirty="0">
              <a:latin typeface="Trebuchet MS"/>
            </a:endParaRPr>
          </a:p>
        </p:txBody>
      </p:sp>
      <p:pic>
        <p:nvPicPr>
          <p:cNvPr id="6" name="Picture 5" descr="PowerPoint elements end slide.wmf"/>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8355" y="-3676"/>
            <a:ext cx="9162288" cy="5064710"/>
          </a:xfrm>
          <a:prstGeom prst="rect">
            <a:avLst/>
          </a:prstGeom>
        </p:spPr>
      </p:pic>
      <p:sp>
        <p:nvSpPr>
          <p:cNvPr id="8" name="TextBox 7"/>
          <p:cNvSpPr txBox="1"/>
          <p:nvPr/>
        </p:nvSpPr>
        <p:spPr>
          <a:xfrm>
            <a:off x="4762625" y="4983555"/>
            <a:ext cx="914400" cy="914400"/>
          </a:xfrm>
          <a:prstGeom prst="rect">
            <a:avLst/>
          </a:prstGeom>
          <a:noFill/>
        </p:spPr>
        <p:txBody>
          <a:bodyPr wrap="none" rtlCol="0">
            <a:normAutofit/>
          </a:bodyPr>
          <a:lstStyle/>
          <a:p>
            <a:pPr>
              <a:spcAft>
                <a:spcPts val="600"/>
              </a:spcAft>
            </a:pPr>
            <a:endParaRPr lang="en-US" sz="1800" dirty="0">
              <a:latin typeface="Trebuchet MS"/>
            </a:endParaRPr>
          </a:p>
        </p:txBody>
      </p:sp>
      <p:pic>
        <p:nvPicPr>
          <p:cNvPr id="9" name="Picture 8" descr="PowerPoint elements end slide.wmf">
            <a:extLst>
              <a:ext uri="{FF2B5EF4-FFF2-40B4-BE49-F238E27FC236}">
                <a16:creationId xmlns:a16="http://schemas.microsoft.com/office/drawing/2014/main" id="{3FAD3705-3560-8544-85F8-B0EDE6218C03}"/>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8355" y="-3676"/>
            <a:ext cx="9162288" cy="5064710"/>
          </a:xfrm>
          <a:prstGeom prst="rect">
            <a:avLst/>
          </a:prstGeom>
        </p:spPr>
      </p:pic>
      <p:sp>
        <p:nvSpPr>
          <p:cNvPr id="11" name="TextBox 10">
            <a:extLst>
              <a:ext uri="{FF2B5EF4-FFF2-40B4-BE49-F238E27FC236}">
                <a16:creationId xmlns:a16="http://schemas.microsoft.com/office/drawing/2014/main" id="{D3F9C781-27B8-F04D-99AA-B031EA55D92F}"/>
              </a:ext>
            </a:extLst>
          </p:cNvPr>
          <p:cNvSpPr txBox="1"/>
          <p:nvPr userDrawn="1"/>
        </p:nvSpPr>
        <p:spPr>
          <a:xfrm>
            <a:off x="4762625" y="4983555"/>
            <a:ext cx="914400" cy="914400"/>
          </a:xfrm>
          <a:prstGeom prst="rect">
            <a:avLst/>
          </a:prstGeom>
          <a:noFill/>
        </p:spPr>
        <p:txBody>
          <a:bodyPr wrap="none" rtlCol="0">
            <a:normAutofit/>
          </a:bodyPr>
          <a:lstStyle/>
          <a:p>
            <a:pPr>
              <a:spcAft>
                <a:spcPts val="600"/>
              </a:spcAft>
            </a:pPr>
            <a:endParaRPr lang="en-US" dirty="0">
              <a:latin typeface="Trebuchet MS"/>
            </a:endParaRPr>
          </a:p>
        </p:txBody>
      </p:sp>
    </p:spTree>
    <p:extLst>
      <p:ext uri="{BB962C8B-B14F-4D97-AF65-F5344CB8AC3E}">
        <p14:creationId xmlns:p14="http://schemas.microsoft.com/office/powerpoint/2010/main" val="3216409902"/>
      </p:ext>
    </p:extLst>
  </p:cSld>
  <p:clrMapOvr>
    <a:masterClrMapping/>
  </p:clrMapOvr>
  <p:transition spd="med">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Title and Content | blue background">
    <p:spTree>
      <p:nvGrpSpPr>
        <p:cNvPr id="1" name=""/>
        <p:cNvGrpSpPr/>
        <p:nvPr/>
      </p:nvGrpSpPr>
      <p:grpSpPr>
        <a:xfrm>
          <a:off x="0" y="0"/>
          <a:ext cx="0" cy="0"/>
          <a:chOff x="0" y="0"/>
          <a:chExt cx="0" cy="0"/>
        </a:xfrm>
      </p:grpSpPr>
      <p:sp>
        <p:nvSpPr>
          <p:cNvPr id="25" name="Text Placeholder 2"/>
          <p:cNvSpPr>
            <a:spLocks noGrp="1"/>
          </p:cNvSpPr>
          <p:nvPr>
            <p:ph idx="1"/>
          </p:nvPr>
        </p:nvSpPr>
        <p:spPr>
          <a:xfrm>
            <a:off x="457200" y="835025"/>
            <a:ext cx="8229555" cy="3862687"/>
          </a:xfrm>
          <a:prstGeom prst="rect">
            <a:avLst/>
          </a:prstGeom>
        </p:spPr>
        <p:txBody>
          <a:bodyPr rtlCol="0">
            <a:normAutofit/>
          </a:bodyPr>
          <a:lstStyle>
            <a:lvl1pPr>
              <a:buClrTx/>
              <a:defRPr>
                <a:solidFill>
                  <a:srgbClr val="FFFFFF"/>
                </a:solidFill>
              </a:defRPr>
            </a:lvl1pPr>
            <a:lvl2pPr>
              <a:buClr>
                <a:schemeClr val="bg1"/>
              </a:buClr>
              <a:defRPr>
                <a:solidFill>
                  <a:srgbClr val="FFFFFF"/>
                </a:solidFill>
              </a:defRPr>
            </a:lvl2pPr>
            <a:lvl3pPr>
              <a:buClrTx/>
              <a:defRPr>
                <a:solidFill>
                  <a:srgbClr val="FFFFFF"/>
                </a:solidFill>
              </a:defRPr>
            </a:lvl3pPr>
            <a:lvl4pPr>
              <a:buClrTx/>
              <a:defRPr>
                <a:solidFill>
                  <a:srgbClr val="FFFFFF"/>
                </a:solidFill>
              </a:defRPr>
            </a:lvl4pPr>
            <a:lvl5pPr>
              <a:buClrTx/>
              <a:defRPr>
                <a:solidFill>
                  <a:srgbClr val="FFFFFF"/>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itle Placeholder 1"/>
          <p:cNvSpPr>
            <a:spLocks noGrp="1"/>
          </p:cNvSpPr>
          <p:nvPr>
            <p:ph type="title"/>
          </p:nvPr>
        </p:nvSpPr>
        <p:spPr>
          <a:xfrm>
            <a:off x="457245" y="-1"/>
            <a:ext cx="8685168" cy="571502"/>
          </a:xfrm>
          <a:prstGeom prst="rect">
            <a:avLst/>
          </a:prstGeom>
        </p:spPr>
        <p:txBody>
          <a:bodyPr rtlCol="0">
            <a:normAutofit/>
          </a:bodyPr>
          <a:lstStyle>
            <a:lvl1pPr>
              <a:defRPr>
                <a:solidFill>
                  <a:srgbClr val="FFFFFF"/>
                </a:solidFill>
              </a:defRPr>
            </a:lvl1pPr>
          </a:lstStyle>
          <a:p>
            <a:pPr lvl="0"/>
            <a:r>
              <a:rPr lang="en-US"/>
              <a:t>Click to edit Master title style</a:t>
            </a:r>
            <a:endParaRPr lang="en-US" dirty="0"/>
          </a:p>
        </p:txBody>
      </p:sp>
      <p:pic>
        <p:nvPicPr>
          <p:cNvPr id="8" name="Picture 7" descr="PowerPoint elements_blue background plain.wmf"/>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8355" y="-1"/>
            <a:ext cx="9162288" cy="5153786"/>
          </a:xfrm>
          <a:prstGeom prst="rect">
            <a:avLst/>
          </a:prstGeom>
        </p:spPr>
      </p:pic>
    </p:spTree>
    <p:extLst>
      <p:ext uri="{BB962C8B-B14F-4D97-AF65-F5344CB8AC3E}">
        <p14:creationId xmlns:p14="http://schemas.microsoft.com/office/powerpoint/2010/main" val="2048653848"/>
      </p:ext>
    </p:extLst>
  </p:cSld>
  <p:clrMapOvr>
    <a:masterClrMapping/>
  </p:clrMapOvr>
  <p:transition spd="med">
    <p:fade/>
  </p:transition>
  <p:hf sldNum="0" hd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presenter slide">
    <p:spTree>
      <p:nvGrpSpPr>
        <p:cNvPr id="1" name=""/>
        <p:cNvGrpSpPr/>
        <p:nvPr/>
      </p:nvGrpSpPr>
      <p:grpSpPr>
        <a:xfrm>
          <a:off x="0" y="0"/>
          <a:ext cx="0" cy="0"/>
          <a:chOff x="0" y="0"/>
          <a:chExt cx="0" cy="0"/>
        </a:xfrm>
      </p:grpSpPr>
      <p:pic>
        <p:nvPicPr>
          <p:cNvPr id="10" name="Picture 9" descr="PowerPoint elements_blue background plain.wmf"/>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8355" y="-1"/>
            <a:ext cx="9162288" cy="5153786"/>
          </a:xfrm>
          <a:prstGeom prst="rect">
            <a:avLst/>
          </a:prstGeom>
        </p:spPr>
      </p:pic>
      <p:sp>
        <p:nvSpPr>
          <p:cNvPr id="17" name="TextBox 2"/>
          <p:cNvSpPr txBox="1">
            <a:spLocks noChangeArrowheads="1"/>
          </p:cNvSpPr>
          <p:nvPr userDrawn="1"/>
        </p:nvSpPr>
        <p:spPr bwMode="auto">
          <a:xfrm>
            <a:off x="7299325" y="4859338"/>
            <a:ext cx="1371600" cy="290227"/>
          </a:xfrm>
          <a:prstGeom prst="rect">
            <a:avLst/>
          </a:prstGeom>
          <a:noFill/>
          <a:ln>
            <a:noFill/>
          </a:ln>
        </p:spPr>
        <p:txBody>
          <a:bodyPr lIns="0" tIns="45718" rIns="0" bIns="45718" anchor="ct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fontAlgn="base">
              <a:spcBef>
                <a:spcPct val="0"/>
              </a:spcBef>
              <a:spcAft>
                <a:spcPct val="0"/>
              </a:spcAft>
              <a:defRPr>
                <a:solidFill>
                  <a:schemeClr val="tx1"/>
                </a:solidFill>
                <a:latin typeface="Calibri" charset="0"/>
                <a:ea typeface="ＭＳ Ｐゴシック" charset="0"/>
              </a:defRPr>
            </a:lvl6pPr>
            <a:lvl7pPr marL="2971800" indent="-228600" fontAlgn="base">
              <a:spcBef>
                <a:spcPct val="0"/>
              </a:spcBef>
              <a:spcAft>
                <a:spcPct val="0"/>
              </a:spcAft>
              <a:defRPr>
                <a:solidFill>
                  <a:schemeClr val="tx1"/>
                </a:solidFill>
                <a:latin typeface="Calibri" charset="0"/>
                <a:ea typeface="ＭＳ Ｐゴシック" charset="0"/>
              </a:defRPr>
            </a:lvl7pPr>
            <a:lvl8pPr marL="3429000" indent="-228600" fontAlgn="base">
              <a:spcBef>
                <a:spcPct val="0"/>
              </a:spcBef>
              <a:spcAft>
                <a:spcPct val="0"/>
              </a:spcAft>
              <a:defRPr>
                <a:solidFill>
                  <a:schemeClr val="tx1"/>
                </a:solidFill>
                <a:latin typeface="Calibri" charset="0"/>
                <a:ea typeface="ＭＳ Ｐゴシック" charset="0"/>
              </a:defRPr>
            </a:lvl8pPr>
            <a:lvl9pPr marL="3886200" indent="-228600" fontAlgn="base">
              <a:spcBef>
                <a:spcPct val="0"/>
              </a:spcBef>
              <a:spcAft>
                <a:spcPct val="0"/>
              </a:spcAft>
              <a:defRPr>
                <a:solidFill>
                  <a:schemeClr val="tx1"/>
                </a:solidFill>
                <a:latin typeface="Calibri" charset="0"/>
                <a:ea typeface="ＭＳ Ｐゴシック" charset="0"/>
              </a:defRPr>
            </a:lvl9pPr>
          </a:lstStyle>
          <a:p>
            <a:pPr algn="r" defTabSz="514350">
              <a:spcAft>
                <a:spcPts val="600"/>
              </a:spcAft>
              <a:defRPr/>
            </a:pPr>
            <a:fld id="{650B4636-A852-744A-A226-6C4815BB4956}" type="slidenum">
              <a:rPr lang="en-US" sz="700" smtClean="0">
                <a:solidFill>
                  <a:srgbClr val="3C90F3"/>
                </a:solidFill>
                <a:latin typeface="Trebuchet MS"/>
                <a:cs typeface="Trebuchet MS"/>
                <a:sym typeface="Helvetica"/>
              </a:rPr>
              <a:pPr algn="r" defTabSz="514350">
                <a:spcAft>
                  <a:spcPts val="600"/>
                </a:spcAft>
                <a:defRPr/>
              </a:pPr>
              <a:t>‹#›</a:t>
            </a:fld>
            <a:r>
              <a:rPr lang="en-US" sz="900" dirty="0">
                <a:solidFill>
                  <a:srgbClr val="FFFFFF">
                    <a:alpha val="50000"/>
                  </a:srgbClr>
                </a:solidFill>
                <a:latin typeface="Trebuchet MS"/>
                <a:cs typeface="Trebuchet MS"/>
                <a:sym typeface="Helvetica"/>
              </a:rPr>
              <a:t> </a:t>
            </a:r>
            <a:endParaRPr lang="en-US" sz="1200" dirty="0">
              <a:solidFill>
                <a:srgbClr val="FFFFFF">
                  <a:alpha val="50000"/>
                </a:srgbClr>
              </a:solidFill>
              <a:latin typeface="Trebuchet MS"/>
              <a:cs typeface="Trebuchet MS"/>
              <a:sym typeface="Helvetica"/>
            </a:endParaRPr>
          </a:p>
        </p:txBody>
      </p:sp>
      <p:sp>
        <p:nvSpPr>
          <p:cNvPr id="18" name="TextBox 13"/>
          <p:cNvSpPr txBox="1">
            <a:spLocks noChangeArrowheads="1"/>
          </p:cNvSpPr>
          <p:nvPr userDrawn="1"/>
        </p:nvSpPr>
        <p:spPr bwMode="auto">
          <a:xfrm>
            <a:off x="2239963" y="4857724"/>
            <a:ext cx="4664075" cy="267487"/>
          </a:xfrm>
          <a:prstGeom prst="rect">
            <a:avLst/>
          </a:prstGeom>
          <a:noFill/>
          <a:ln>
            <a:noFill/>
          </a:ln>
        </p:spPr>
        <p:txBody>
          <a:bodyPr lIns="0" tIns="45718" rIns="0" bIns="45718" anchor="ct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fontAlgn="base">
              <a:spcBef>
                <a:spcPct val="0"/>
              </a:spcBef>
              <a:spcAft>
                <a:spcPct val="0"/>
              </a:spcAft>
              <a:defRPr>
                <a:solidFill>
                  <a:schemeClr val="tx1"/>
                </a:solidFill>
                <a:latin typeface="Calibri" charset="0"/>
                <a:ea typeface="ＭＳ Ｐゴシック" charset="0"/>
              </a:defRPr>
            </a:lvl6pPr>
            <a:lvl7pPr marL="2971800" indent="-228600" fontAlgn="base">
              <a:spcBef>
                <a:spcPct val="0"/>
              </a:spcBef>
              <a:spcAft>
                <a:spcPct val="0"/>
              </a:spcAft>
              <a:defRPr>
                <a:solidFill>
                  <a:schemeClr val="tx1"/>
                </a:solidFill>
                <a:latin typeface="Calibri" charset="0"/>
                <a:ea typeface="ＭＳ Ｐゴシック" charset="0"/>
              </a:defRPr>
            </a:lvl7pPr>
            <a:lvl8pPr marL="3429000" indent="-228600" fontAlgn="base">
              <a:spcBef>
                <a:spcPct val="0"/>
              </a:spcBef>
              <a:spcAft>
                <a:spcPct val="0"/>
              </a:spcAft>
              <a:defRPr>
                <a:solidFill>
                  <a:schemeClr val="tx1"/>
                </a:solidFill>
                <a:latin typeface="Calibri" charset="0"/>
                <a:ea typeface="ＭＳ Ｐゴシック" charset="0"/>
              </a:defRPr>
            </a:lvl8pPr>
            <a:lvl9pPr marL="3886200" indent="-228600" fontAlgn="base">
              <a:spcBef>
                <a:spcPct val="0"/>
              </a:spcBef>
              <a:spcAft>
                <a:spcPct val="0"/>
              </a:spcAft>
              <a:defRPr>
                <a:solidFill>
                  <a:schemeClr val="tx1"/>
                </a:solidFill>
                <a:latin typeface="Calibri" charset="0"/>
                <a:ea typeface="ＭＳ Ｐゴシック" charset="0"/>
              </a:defRPr>
            </a:lvl9pPr>
          </a:lstStyle>
          <a:p>
            <a:pPr algn="ctr" defTabSz="514350">
              <a:spcAft>
                <a:spcPts val="600"/>
              </a:spcAft>
              <a:defRPr/>
            </a:pPr>
            <a:r>
              <a:rPr lang="en-US" sz="700" dirty="0">
                <a:solidFill>
                  <a:srgbClr val="3C90F3"/>
                </a:solidFill>
                <a:latin typeface="Trebuchet MS"/>
                <a:cs typeface="Trebuchet MS"/>
                <a:sym typeface="Helvetica"/>
              </a:rPr>
              <a:t>Copyright © Nomis Solutions, Inc. All rights reserved.</a:t>
            </a:r>
          </a:p>
        </p:txBody>
      </p:sp>
      <p:sp>
        <p:nvSpPr>
          <p:cNvPr id="37" name="Text Placeholder 14"/>
          <p:cNvSpPr>
            <a:spLocks noGrp="1"/>
          </p:cNvSpPr>
          <p:nvPr>
            <p:ph type="body" sz="quarter" idx="12"/>
          </p:nvPr>
        </p:nvSpPr>
        <p:spPr>
          <a:xfrm>
            <a:off x="1828800" y="685805"/>
            <a:ext cx="6858000" cy="291217"/>
          </a:xfrm>
          <a:prstGeom prst="rect">
            <a:avLst/>
          </a:prstGeom>
        </p:spPr>
        <p:txBody>
          <a:bodyPr anchor="ctr">
            <a:normAutofit/>
          </a:bodyPr>
          <a:lstStyle>
            <a:lvl1pPr marL="0" indent="0">
              <a:lnSpc>
                <a:spcPct val="100000"/>
              </a:lnSpc>
              <a:spcBef>
                <a:spcPts val="1200"/>
              </a:spcBef>
              <a:buNone/>
              <a:defRPr sz="1600">
                <a:solidFill>
                  <a:schemeClr val="bg1"/>
                </a:solidFill>
              </a:defRPr>
            </a:lvl1pPr>
          </a:lstStyle>
          <a:p>
            <a:pPr lvl="0"/>
            <a:r>
              <a:rPr lang="en-US"/>
              <a:t>Click to edit Master text styles</a:t>
            </a:r>
          </a:p>
        </p:txBody>
      </p:sp>
      <p:sp>
        <p:nvSpPr>
          <p:cNvPr id="38" name="Text Placeholder 2"/>
          <p:cNvSpPr>
            <a:spLocks noGrp="1"/>
          </p:cNvSpPr>
          <p:nvPr>
            <p:ph type="body" sz="quarter" idx="16"/>
          </p:nvPr>
        </p:nvSpPr>
        <p:spPr>
          <a:xfrm>
            <a:off x="1828800" y="977017"/>
            <a:ext cx="6858000" cy="1485900"/>
          </a:xfrm>
          <a:prstGeom prst="rect">
            <a:avLst/>
          </a:prstGeom>
        </p:spPr>
        <p:txBody>
          <a:bodyPr>
            <a:normAutofit/>
          </a:bodyPr>
          <a:lstStyle>
            <a:lvl1pPr marL="0" indent="0">
              <a:lnSpc>
                <a:spcPts val="1600"/>
              </a:lnSpc>
              <a:spcBef>
                <a:spcPts val="1400"/>
              </a:spcBef>
              <a:buNone/>
              <a:defRPr sz="1200">
                <a:solidFill>
                  <a:srgbClr val="FFFFFF"/>
                </a:solidFill>
              </a:defRPr>
            </a:lvl1pPr>
            <a:lvl2pPr marL="284151" indent="0">
              <a:buNone/>
              <a:defRPr>
                <a:solidFill>
                  <a:srgbClr val="545454"/>
                </a:solidFill>
              </a:defRPr>
            </a:lvl2pPr>
            <a:lvl3pPr marL="631797" indent="0">
              <a:buNone/>
              <a:defRPr>
                <a:solidFill>
                  <a:srgbClr val="545454"/>
                </a:solidFill>
              </a:defRPr>
            </a:lvl3pPr>
            <a:lvl4pPr marL="855624" indent="0">
              <a:buNone/>
              <a:defRPr>
                <a:solidFill>
                  <a:srgbClr val="545454"/>
                </a:solidFill>
              </a:defRPr>
            </a:lvl4pPr>
            <a:lvl5pPr marL="1088978" indent="0">
              <a:buNone/>
              <a:defRPr>
                <a:solidFill>
                  <a:srgbClr val="545454"/>
                </a:solidFill>
              </a:defRPr>
            </a:lvl5pPr>
          </a:lstStyle>
          <a:p>
            <a:pPr lvl="0"/>
            <a:r>
              <a:rPr lang="en-US"/>
              <a:t>Click to edit Master text styles</a:t>
            </a:r>
          </a:p>
        </p:txBody>
      </p:sp>
      <p:sp>
        <p:nvSpPr>
          <p:cNvPr id="39" name="Text Placeholder 14"/>
          <p:cNvSpPr>
            <a:spLocks noGrp="1"/>
          </p:cNvSpPr>
          <p:nvPr>
            <p:ph type="body" sz="quarter" idx="17"/>
          </p:nvPr>
        </p:nvSpPr>
        <p:spPr>
          <a:xfrm>
            <a:off x="1828800" y="2686055"/>
            <a:ext cx="6858000" cy="291217"/>
          </a:xfrm>
          <a:prstGeom prst="rect">
            <a:avLst/>
          </a:prstGeom>
        </p:spPr>
        <p:txBody>
          <a:bodyPr anchor="ctr">
            <a:normAutofit/>
          </a:bodyPr>
          <a:lstStyle>
            <a:lvl1pPr marL="0" indent="0">
              <a:lnSpc>
                <a:spcPct val="100000"/>
              </a:lnSpc>
              <a:spcBef>
                <a:spcPts val="1200"/>
              </a:spcBef>
              <a:buNone/>
              <a:defRPr sz="1600">
                <a:solidFill>
                  <a:srgbClr val="FFFFFF"/>
                </a:solidFill>
              </a:defRPr>
            </a:lvl1pPr>
          </a:lstStyle>
          <a:p>
            <a:pPr lvl="0"/>
            <a:r>
              <a:rPr lang="en-US"/>
              <a:t>Click to edit Master text styles</a:t>
            </a:r>
          </a:p>
        </p:txBody>
      </p:sp>
      <p:sp>
        <p:nvSpPr>
          <p:cNvPr id="40" name="Text Placeholder 2"/>
          <p:cNvSpPr>
            <a:spLocks noGrp="1"/>
          </p:cNvSpPr>
          <p:nvPr>
            <p:ph type="body" sz="quarter" idx="18"/>
          </p:nvPr>
        </p:nvSpPr>
        <p:spPr>
          <a:xfrm>
            <a:off x="1828800" y="2977267"/>
            <a:ext cx="6858000" cy="1485900"/>
          </a:xfrm>
          <a:prstGeom prst="rect">
            <a:avLst/>
          </a:prstGeom>
        </p:spPr>
        <p:txBody>
          <a:bodyPr>
            <a:normAutofit/>
          </a:bodyPr>
          <a:lstStyle>
            <a:lvl1pPr marL="0" indent="0">
              <a:lnSpc>
                <a:spcPts val="1600"/>
              </a:lnSpc>
              <a:spcBef>
                <a:spcPts val="1400"/>
              </a:spcBef>
              <a:buNone/>
              <a:defRPr sz="1200">
                <a:solidFill>
                  <a:srgbClr val="FFFFFF"/>
                </a:solidFill>
              </a:defRPr>
            </a:lvl1pPr>
            <a:lvl2pPr marL="284151" indent="0">
              <a:buNone/>
              <a:defRPr>
                <a:solidFill>
                  <a:srgbClr val="545454"/>
                </a:solidFill>
              </a:defRPr>
            </a:lvl2pPr>
            <a:lvl3pPr marL="631797" indent="0">
              <a:buNone/>
              <a:defRPr>
                <a:solidFill>
                  <a:srgbClr val="545454"/>
                </a:solidFill>
              </a:defRPr>
            </a:lvl3pPr>
            <a:lvl4pPr marL="855624" indent="0">
              <a:buNone/>
              <a:defRPr>
                <a:solidFill>
                  <a:srgbClr val="545454"/>
                </a:solidFill>
              </a:defRPr>
            </a:lvl4pPr>
            <a:lvl5pPr marL="1088978" indent="0">
              <a:buNone/>
              <a:defRPr>
                <a:solidFill>
                  <a:srgbClr val="545454"/>
                </a:solidFill>
              </a:defRPr>
            </a:lvl5pPr>
          </a:lstStyle>
          <a:p>
            <a:pPr lvl="0"/>
            <a:r>
              <a:rPr lang="en-US"/>
              <a:t>Click to edit Master text styles</a:t>
            </a:r>
          </a:p>
        </p:txBody>
      </p:sp>
      <p:sp>
        <p:nvSpPr>
          <p:cNvPr id="41" name="Picture Placeholder 8"/>
          <p:cNvSpPr>
            <a:spLocks noGrp="1"/>
          </p:cNvSpPr>
          <p:nvPr>
            <p:ph type="pic" sz="quarter" idx="19"/>
          </p:nvPr>
        </p:nvSpPr>
        <p:spPr>
          <a:xfrm>
            <a:off x="666751" y="791279"/>
            <a:ext cx="914400" cy="914400"/>
          </a:xfrm>
          <a:prstGeom prst="rect">
            <a:avLst/>
          </a:prstGeom>
          <a:solidFill>
            <a:schemeClr val="bg1">
              <a:lumMod val="75000"/>
            </a:schemeClr>
          </a:solidFill>
        </p:spPr>
        <p:txBody>
          <a:bodyPr rtlCol="0" anchor="ctr">
            <a:noAutofit/>
          </a:bodyPr>
          <a:lstStyle>
            <a:lvl1pPr marL="53972" indent="0" algn="ctr">
              <a:buNone/>
              <a:defRPr sz="1000">
                <a:solidFill>
                  <a:schemeClr val="bg1"/>
                </a:solidFill>
              </a:defRPr>
            </a:lvl1pPr>
          </a:lstStyle>
          <a:p>
            <a:pPr lvl="0"/>
            <a:r>
              <a:rPr lang="en-US" noProof="0" dirty="0"/>
              <a:t>Drag picture to placeholder or click icon to add</a:t>
            </a:r>
          </a:p>
        </p:txBody>
      </p:sp>
      <p:sp>
        <p:nvSpPr>
          <p:cNvPr id="42" name="Picture Placeholder 8"/>
          <p:cNvSpPr>
            <a:spLocks noGrp="1"/>
          </p:cNvSpPr>
          <p:nvPr>
            <p:ph type="pic" sz="quarter" idx="20"/>
          </p:nvPr>
        </p:nvSpPr>
        <p:spPr>
          <a:xfrm>
            <a:off x="666751" y="2777242"/>
            <a:ext cx="914400" cy="914400"/>
          </a:xfrm>
          <a:prstGeom prst="rect">
            <a:avLst/>
          </a:prstGeom>
          <a:solidFill>
            <a:schemeClr val="bg1">
              <a:lumMod val="75000"/>
            </a:schemeClr>
          </a:solidFill>
        </p:spPr>
        <p:txBody>
          <a:bodyPr rtlCol="0" anchor="ctr">
            <a:noAutofit/>
          </a:bodyPr>
          <a:lstStyle>
            <a:lvl1pPr marL="53972" indent="0" algn="ctr">
              <a:buNone/>
              <a:defRPr sz="1000">
                <a:solidFill>
                  <a:schemeClr val="bg1"/>
                </a:solidFill>
              </a:defRPr>
            </a:lvl1pPr>
          </a:lstStyle>
          <a:p>
            <a:pPr lvl="0"/>
            <a:r>
              <a:rPr lang="en-US" noProof="0" dirty="0"/>
              <a:t>Drag picture to placeholder or click icon to add</a:t>
            </a:r>
          </a:p>
        </p:txBody>
      </p:sp>
      <p:sp>
        <p:nvSpPr>
          <p:cNvPr id="43" name="Title Placeholder 1"/>
          <p:cNvSpPr>
            <a:spLocks noGrp="1"/>
          </p:cNvSpPr>
          <p:nvPr>
            <p:ph type="title"/>
          </p:nvPr>
        </p:nvSpPr>
        <p:spPr>
          <a:xfrm>
            <a:off x="457245" y="-1"/>
            <a:ext cx="8229510" cy="571502"/>
          </a:xfrm>
          <a:prstGeom prst="rect">
            <a:avLst/>
          </a:prstGeom>
        </p:spPr>
        <p:txBody>
          <a:bodyPr rtlCol="0">
            <a:normAutofit/>
          </a:bodyPr>
          <a:lstStyle>
            <a:lvl1pPr>
              <a:defRPr>
                <a:solidFill>
                  <a:srgbClr val="FFFFFF"/>
                </a:solidFill>
              </a:defRPr>
            </a:lvl1pPr>
          </a:lstStyle>
          <a:p>
            <a:pPr lvl="0"/>
            <a:r>
              <a:rPr lang="en-US"/>
              <a:t>Click to edit Master title style</a:t>
            </a:r>
            <a:endParaRPr lang="en-US" dirty="0"/>
          </a:p>
        </p:txBody>
      </p:sp>
    </p:spTree>
    <p:extLst>
      <p:ext uri="{BB962C8B-B14F-4D97-AF65-F5344CB8AC3E}">
        <p14:creationId xmlns:p14="http://schemas.microsoft.com/office/powerpoint/2010/main" val="121627997"/>
      </p:ext>
    </p:extLst>
  </p:cSld>
  <p:clrMapOvr>
    <a:masterClrMapping/>
  </p:clrMapOvr>
  <p:transition spd="med">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blank pag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3303262"/>
            <a:ext cx="9144000" cy="1234427"/>
          </a:xfrm>
          <a:prstGeom prst="rect">
            <a:avLst/>
          </a:prstGeom>
          <a:solidFill>
            <a:schemeClr val="bg1">
              <a:alpha val="85000"/>
            </a:schemeClr>
          </a:solidFill>
          <a:ln>
            <a:noFill/>
          </a:ln>
        </p:spPr>
        <p:txBody>
          <a:bodyPr tIns="91436" anchor="ctr" anchorCtr="1">
            <a:normAutofit/>
          </a:bodyPr>
          <a:lstStyle>
            <a:lvl1pPr marL="0" indent="0" algn="l">
              <a:lnSpc>
                <a:spcPts val="2200"/>
              </a:lnSpc>
              <a:buNone/>
              <a:defRPr sz="2000">
                <a:solidFill>
                  <a:schemeClr val="tx1">
                    <a:lumMod val="75000"/>
                    <a:lumOff val="25000"/>
                  </a:schemeClr>
                </a:solidFill>
              </a:defRPr>
            </a:lvl1pPr>
            <a:lvl2pPr marL="457180" indent="0" algn="ctr">
              <a:buNone/>
              <a:defRPr/>
            </a:lvl2pPr>
            <a:lvl3pPr marL="914360" indent="0" algn="ctr">
              <a:buNone/>
              <a:defRPr/>
            </a:lvl3pPr>
            <a:lvl4pPr marL="1371540" indent="0" algn="ctr">
              <a:buNone/>
              <a:defRPr/>
            </a:lvl4pPr>
            <a:lvl5pPr marL="1828720" indent="0" algn="ctr">
              <a:buNone/>
              <a:defRPr/>
            </a:lvl5pPr>
            <a:lvl6pPr marL="2285900" indent="0" algn="ctr">
              <a:buNone/>
              <a:defRPr/>
            </a:lvl6pPr>
            <a:lvl7pPr marL="2743080" indent="0" algn="ctr">
              <a:buNone/>
              <a:defRPr/>
            </a:lvl7pPr>
            <a:lvl8pPr marL="3200260" indent="0" algn="ctr">
              <a:buNone/>
              <a:defRPr/>
            </a:lvl8pPr>
            <a:lvl9pPr marL="3657440" indent="0" algn="ctr">
              <a:buNone/>
              <a:defRPr/>
            </a:lvl9pPr>
          </a:lstStyle>
          <a:p>
            <a:r>
              <a:rPr lang="en-US"/>
              <a:t>Click to edit Master subtitle style</a:t>
            </a:r>
            <a:endParaRPr lang="en-US" dirty="0"/>
          </a:p>
        </p:txBody>
      </p:sp>
    </p:spTree>
    <p:extLst>
      <p:ext uri="{BB962C8B-B14F-4D97-AF65-F5344CB8AC3E}">
        <p14:creationId xmlns:p14="http://schemas.microsoft.com/office/powerpoint/2010/main" val="1163043497"/>
      </p:ext>
    </p:extLst>
  </p:cSld>
  <p:clrMapOvr>
    <a:masterClrMapping/>
  </p:clrMapOvr>
  <p:transition spd="med">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Custom Layout">
    <p:bg>
      <p:bgPr>
        <a:solidFill>
          <a:schemeClr val="bg1"/>
        </a:solidFill>
        <a:effectLst/>
      </p:bgPr>
    </p:bg>
    <p:spTree>
      <p:nvGrpSpPr>
        <p:cNvPr id="1" name=""/>
        <p:cNvGrpSpPr/>
        <p:nvPr/>
      </p:nvGrpSpPr>
      <p:grpSpPr>
        <a:xfrm>
          <a:off x="0" y="0"/>
          <a:ext cx="0" cy="0"/>
          <a:chOff x="0" y="0"/>
          <a:chExt cx="0" cy="0"/>
        </a:xfrm>
      </p:grpSpPr>
      <p:sp>
        <p:nvSpPr>
          <p:cNvPr id="4" name="TextBox 2"/>
          <p:cNvSpPr txBox="1">
            <a:spLocks noChangeArrowheads="1"/>
          </p:cNvSpPr>
          <p:nvPr userDrawn="1"/>
        </p:nvSpPr>
        <p:spPr bwMode="auto">
          <a:xfrm>
            <a:off x="7299325" y="4859338"/>
            <a:ext cx="1371600" cy="2902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tIns="45718" rIns="0" bIns="45718" anchor="ct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fontAlgn="base">
              <a:spcBef>
                <a:spcPct val="0"/>
              </a:spcBef>
              <a:spcAft>
                <a:spcPct val="0"/>
              </a:spcAft>
              <a:defRPr>
                <a:solidFill>
                  <a:schemeClr val="tx1"/>
                </a:solidFill>
                <a:latin typeface="Calibri" charset="0"/>
                <a:ea typeface="ＭＳ Ｐゴシック" charset="0"/>
              </a:defRPr>
            </a:lvl6pPr>
            <a:lvl7pPr marL="2971800" indent="-228600" fontAlgn="base">
              <a:spcBef>
                <a:spcPct val="0"/>
              </a:spcBef>
              <a:spcAft>
                <a:spcPct val="0"/>
              </a:spcAft>
              <a:defRPr>
                <a:solidFill>
                  <a:schemeClr val="tx1"/>
                </a:solidFill>
                <a:latin typeface="Calibri" charset="0"/>
                <a:ea typeface="ＭＳ Ｐゴシック" charset="0"/>
              </a:defRPr>
            </a:lvl7pPr>
            <a:lvl8pPr marL="3429000" indent="-228600" fontAlgn="base">
              <a:spcBef>
                <a:spcPct val="0"/>
              </a:spcBef>
              <a:spcAft>
                <a:spcPct val="0"/>
              </a:spcAft>
              <a:defRPr>
                <a:solidFill>
                  <a:schemeClr val="tx1"/>
                </a:solidFill>
                <a:latin typeface="Calibri" charset="0"/>
                <a:ea typeface="ＭＳ Ｐゴシック" charset="0"/>
              </a:defRPr>
            </a:lvl8pPr>
            <a:lvl9pPr marL="3886200" indent="-228600" fontAlgn="base">
              <a:spcBef>
                <a:spcPct val="0"/>
              </a:spcBef>
              <a:spcAft>
                <a:spcPct val="0"/>
              </a:spcAft>
              <a:defRPr>
                <a:solidFill>
                  <a:schemeClr val="tx1"/>
                </a:solidFill>
                <a:latin typeface="Calibri" charset="0"/>
                <a:ea typeface="ＭＳ Ｐゴシック" charset="0"/>
              </a:defRPr>
            </a:lvl9pPr>
          </a:lstStyle>
          <a:p>
            <a:pPr algn="r" defTabSz="514350">
              <a:spcAft>
                <a:spcPts val="600"/>
              </a:spcAft>
              <a:defRPr/>
            </a:pPr>
            <a:fld id="{650B4636-A852-744A-A226-6C4815BB4956}" type="slidenum">
              <a:rPr lang="en-US" sz="700" smtClean="0">
                <a:solidFill>
                  <a:srgbClr val="D9D9D9"/>
                </a:solidFill>
                <a:latin typeface="Trebuchet MS"/>
                <a:cs typeface="Trebuchet MS"/>
                <a:sym typeface="Helvetica"/>
              </a:rPr>
              <a:pPr algn="r" defTabSz="514350">
                <a:spcAft>
                  <a:spcPts val="600"/>
                </a:spcAft>
                <a:defRPr/>
              </a:pPr>
              <a:t>‹#›</a:t>
            </a:fld>
            <a:r>
              <a:rPr lang="en-US" sz="900" dirty="0">
                <a:solidFill>
                  <a:srgbClr val="8D95A4"/>
                </a:solidFill>
                <a:latin typeface="Trebuchet MS"/>
                <a:cs typeface="Trebuchet MS"/>
                <a:sym typeface="Helvetica"/>
              </a:rPr>
              <a:t> </a:t>
            </a:r>
            <a:endParaRPr lang="en-US" sz="1200" dirty="0">
              <a:solidFill>
                <a:srgbClr val="8D95A4"/>
              </a:solidFill>
              <a:latin typeface="Trebuchet MS"/>
              <a:cs typeface="Trebuchet MS"/>
              <a:sym typeface="Helvetica"/>
            </a:endParaRPr>
          </a:p>
        </p:txBody>
      </p:sp>
      <p:sp>
        <p:nvSpPr>
          <p:cNvPr id="5" name="TextBox 4"/>
          <p:cNvSpPr txBox="1">
            <a:spLocks noChangeArrowheads="1"/>
          </p:cNvSpPr>
          <p:nvPr userDrawn="1"/>
        </p:nvSpPr>
        <p:spPr bwMode="auto">
          <a:xfrm>
            <a:off x="2239963" y="4857724"/>
            <a:ext cx="4664075" cy="2674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tIns="45718" rIns="0" bIns="45718" anchor="ct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fontAlgn="base">
              <a:spcBef>
                <a:spcPct val="0"/>
              </a:spcBef>
              <a:spcAft>
                <a:spcPct val="0"/>
              </a:spcAft>
              <a:defRPr>
                <a:solidFill>
                  <a:schemeClr val="tx1"/>
                </a:solidFill>
                <a:latin typeface="Calibri" charset="0"/>
                <a:ea typeface="ＭＳ Ｐゴシック" charset="0"/>
              </a:defRPr>
            </a:lvl6pPr>
            <a:lvl7pPr marL="2971800" indent="-228600" fontAlgn="base">
              <a:spcBef>
                <a:spcPct val="0"/>
              </a:spcBef>
              <a:spcAft>
                <a:spcPct val="0"/>
              </a:spcAft>
              <a:defRPr>
                <a:solidFill>
                  <a:schemeClr val="tx1"/>
                </a:solidFill>
                <a:latin typeface="Calibri" charset="0"/>
                <a:ea typeface="ＭＳ Ｐゴシック" charset="0"/>
              </a:defRPr>
            </a:lvl7pPr>
            <a:lvl8pPr marL="3429000" indent="-228600" fontAlgn="base">
              <a:spcBef>
                <a:spcPct val="0"/>
              </a:spcBef>
              <a:spcAft>
                <a:spcPct val="0"/>
              </a:spcAft>
              <a:defRPr>
                <a:solidFill>
                  <a:schemeClr val="tx1"/>
                </a:solidFill>
                <a:latin typeface="Calibri" charset="0"/>
                <a:ea typeface="ＭＳ Ｐゴシック" charset="0"/>
              </a:defRPr>
            </a:lvl8pPr>
            <a:lvl9pPr marL="3886200" indent="-228600" fontAlgn="base">
              <a:spcBef>
                <a:spcPct val="0"/>
              </a:spcBef>
              <a:spcAft>
                <a:spcPct val="0"/>
              </a:spcAft>
              <a:defRPr>
                <a:solidFill>
                  <a:schemeClr val="tx1"/>
                </a:solidFill>
                <a:latin typeface="Calibri" charset="0"/>
                <a:ea typeface="ＭＳ Ｐゴシック" charset="0"/>
              </a:defRPr>
            </a:lvl9pPr>
          </a:lstStyle>
          <a:p>
            <a:pPr algn="ctr" defTabSz="514350">
              <a:spcAft>
                <a:spcPts val="600"/>
              </a:spcAft>
              <a:defRPr/>
            </a:pPr>
            <a:r>
              <a:rPr lang="en-US" sz="700" dirty="0">
                <a:solidFill>
                  <a:schemeClr val="bg1">
                    <a:lumMod val="85000"/>
                  </a:schemeClr>
                </a:solidFill>
                <a:latin typeface="Trebuchet MS"/>
                <a:cs typeface="Trebuchet MS"/>
                <a:sym typeface="Helvetica"/>
              </a:rPr>
              <a:t>Copyright © Nomis Solutions, Inc. All rights reserved.</a:t>
            </a:r>
          </a:p>
        </p:txBody>
      </p:sp>
    </p:spTree>
    <p:extLst>
      <p:ext uri="{BB962C8B-B14F-4D97-AF65-F5344CB8AC3E}">
        <p14:creationId xmlns:p14="http://schemas.microsoft.com/office/powerpoint/2010/main" val="3083613319"/>
      </p:ext>
    </p:extLst>
  </p:cSld>
  <p:clrMapOvr>
    <a:masterClrMapping/>
  </p:clrMapOvr>
  <p:transition spd="med">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1" y="0"/>
            <a:ext cx="8229555" cy="571500"/>
          </a:xfrm>
          <a:prstGeom prst="rect">
            <a:avLst/>
          </a:prstGeom>
          <a:noFill/>
          <a:ln>
            <a:no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36" tIns="45718" rIns="91436" bIns="45718" numCol="1" anchor="b" anchorCtr="0" compatLnSpc="1">
            <a:prstTxWarp prst="textNoShape">
              <a:avLst/>
            </a:prstTxWarp>
          </a:bodyPr>
          <a:lstStyle/>
          <a:p>
            <a:pPr lvl="0"/>
            <a:r>
              <a:rPr lang="en-US"/>
              <a:t>Click to edit Master title style</a:t>
            </a:r>
            <a:endParaRPr lang="en-US" dirty="0"/>
          </a:p>
        </p:txBody>
      </p:sp>
      <p:sp>
        <p:nvSpPr>
          <p:cNvPr id="1027" name="Text Placeholder 2"/>
          <p:cNvSpPr>
            <a:spLocks noGrp="1"/>
          </p:cNvSpPr>
          <p:nvPr>
            <p:ph type="body" idx="1"/>
          </p:nvPr>
        </p:nvSpPr>
        <p:spPr bwMode="auto">
          <a:xfrm>
            <a:off x="457200" y="835025"/>
            <a:ext cx="8229600" cy="3862388"/>
          </a:xfrm>
          <a:prstGeom prst="rect">
            <a:avLst/>
          </a:prstGeom>
          <a:noFill/>
          <a:ln>
            <a:no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36" tIns="45718" rIns="91436" bIns="45718" numCol="1" anchor="t" anchorCtr="0" compatLnSpc="1">
            <a:prstTxWarp prst="textNoShape">
              <a:avLst/>
            </a:prstTxWarp>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Box 2"/>
          <p:cNvSpPr txBox="1">
            <a:spLocks noChangeArrowheads="1"/>
          </p:cNvSpPr>
          <p:nvPr/>
        </p:nvSpPr>
        <p:spPr bwMode="auto">
          <a:xfrm>
            <a:off x="7299325" y="4859339"/>
            <a:ext cx="1371600" cy="29022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45718" rIns="0" bIns="45718" anchor="ct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fontAlgn="base">
              <a:spcBef>
                <a:spcPct val="0"/>
              </a:spcBef>
              <a:spcAft>
                <a:spcPct val="0"/>
              </a:spcAft>
              <a:defRPr>
                <a:solidFill>
                  <a:schemeClr val="tx1"/>
                </a:solidFill>
                <a:latin typeface="Calibri" charset="0"/>
                <a:ea typeface="ＭＳ Ｐゴシック" charset="0"/>
              </a:defRPr>
            </a:lvl6pPr>
            <a:lvl7pPr marL="2971800" indent="-228600" fontAlgn="base">
              <a:spcBef>
                <a:spcPct val="0"/>
              </a:spcBef>
              <a:spcAft>
                <a:spcPct val="0"/>
              </a:spcAft>
              <a:defRPr>
                <a:solidFill>
                  <a:schemeClr val="tx1"/>
                </a:solidFill>
                <a:latin typeface="Calibri" charset="0"/>
                <a:ea typeface="ＭＳ Ｐゴシック" charset="0"/>
              </a:defRPr>
            </a:lvl7pPr>
            <a:lvl8pPr marL="3429000" indent="-228600" fontAlgn="base">
              <a:spcBef>
                <a:spcPct val="0"/>
              </a:spcBef>
              <a:spcAft>
                <a:spcPct val="0"/>
              </a:spcAft>
              <a:defRPr>
                <a:solidFill>
                  <a:schemeClr val="tx1"/>
                </a:solidFill>
                <a:latin typeface="Calibri" charset="0"/>
                <a:ea typeface="ＭＳ Ｐゴシック" charset="0"/>
              </a:defRPr>
            </a:lvl8pPr>
            <a:lvl9pPr marL="3886200" indent="-228600" fontAlgn="base">
              <a:spcBef>
                <a:spcPct val="0"/>
              </a:spcBef>
              <a:spcAft>
                <a:spcPct val="0"/>
              </a:spcAft>
              <a:defRPr>
                <a:solidFill>
                  <a:schemeClr val="tx1"/>
                </a:solidFill>
                <a:latin typeface="Calibri" charset="0"/>
                <a:ea typeface="ＭＳ Ｐゴシック" charset="0"/>
              </a:defRPr>
            </a:lvl9pPr>
          </a:lstStyle>
          <a:p>
            <a:pPr algn="r" defTabSz="514337">
              <a:spcAft>
                <a:spcPts val="600"/>
              </a:spcAft>
              <a:defRPr/>
            </a:pPr>
            <a:fld id="{650B4636-A852-744A-A226-6C4815BB4956}" type="slidenum">
              <a:rPr lang="en-US" sz="700" smtClean="0">
                <a:solidFill>
                  <a:srgbClr val="8F8F93">
                    <a:alpha val="50000"/>
                  </a:srgbClr>
                </a:solidFill>
                <a:latin typeface="Trebuchet MS"/>
                <a:cs typeface="Trebuchet MS"/>
                <a:sym typeface="Helvetica"/>
              </a:rPr>
              <a:pPr algn="r" defTabSz="514337">
                <a:spcAft>
                  <a:spcPts val="600"/>
                </a:spcAft>
                <a:defRPr/>
              </a:pPr>
              <a:t>‹#›</a:t>
            </a:fld>
            <a:r>
              <a:rPr lang="en-US" sz="900" dirty="0">
                <a:solidFill>
                  <a:srgbClr val="8F8F93">
                    <a:alpha val="50000"/>
                  </a:srgbClr>
                </a:solidFill>
                <a:latin typeface="Trebuchet MS"/>
                <a:cs typeface="Trebuchet MS"/>
                <a:sym typeface="Helvetica"/>
              </a:rPr>
              <a:t> </a:t>
            </a:r>
            <a:endParaRPr lang="en-US" sz="1200" dirty="0">
              <a:solidFill>
                <a:srgbClr val="8F8F93">
                  <a:alpha val="50000"/>
                </a:srgbClr>
              </a:solidFill>
              <a:latin typeface="Trebuchet MS"/>
              <a:cs typeface="Trebuchet MS"/>
              <a:sym typeface="Helvetica"/>
            </a:endParaRPr>
          </a:p>
        </p:txBody>
      </p:sp>
      <p:sp>
        <p:nvSpPr>
          <p:cNvPr id="10" name="TextBox 13"/>
          <p:cNvSpPr txBox="1">
            <a:spLocks noChangeArrowheads="1"/>
          </p:cNvSpPr>
          <p:nvPr/>
        </p:nvSpPr>
        <p:spPr bwMode="auto">
          <a:xfrm>
            <a:off x="2239964" y="4857725"/>
            <a:ext cx="4664075" cy="2674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45718" rIns="0" bIns="45718" anchor="ct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fontAlgn="base">
              <a:spcBef>
                <a:spcPct val="0"/>
              </a:spcBef>
              <a:spcAft>
                <a:spcPct val="0"/>
              </a:spcAft>
              <a:defRPr>
                <a:solidFill>
                  <a:schemeClr val="tx1"/>
                </a:solidFill>
                <a:latin typeface="Calibri" charset="0"/>
                <a:ea typeface="ＭＳ Ｐゴシック" charset="0"/>
              </a:defRPr>
            </a:lvl6pPr>
            <a:lvl7pPr marL="2971800" indent="-228600" fontAlgn="base">
              <a:spcBef>
                <a:spcPct val="0"/>
              </a:spcBef>
              <a:spcAft>
                <a:spcPct val="0"/>
              </a:spcAft>
              <a:defRPr>
                <a:solidFill>
                  <a:schemeClr val="tx1"/>
                </a:solidFill>
                <a:latin typeface="Calibri" charset="0"/>
                <a:ea typeface="ＭＳ Ｐゴシック" charset="0"/>
              </a:defRPr>
            </a:lvl7pPr>
            <a:lvl8pPr marL="3429000" indent="-228600" fontAlgn="base">
              <a:spcBef>
                <a:spcPct val="0"/>
              </a:spcBef>
              <a:spcAft>
                <a:spcPct val="0"/>
              </a:spcAft>
              <a:defRPr>
                <a:solidFill>
                  <a:schemeClr val="tx1"/>
                </a:solidFill>
                <a:latin typeface="Calibri" charset="0"/>
                <a:ea typeface="ＭＳ Ｐゴシック" charset="0"/>
              </a:defRPr>
            </a:lvl8pPr>
            <a:lvl9pPr marL="3886200" indent="-228600" fontAlgn="base">
              <a:spcBef>
                <a:spcPct val="0"/>
              </a:spcBef>
              <a:spcAft>
                <a:spcPct val="0"/>
              </a:spcAft>
              <a:defRPr>
                <a:solidFill>
                  <a:schemeClr val="tx1"/>
                </a:solidFill>
                <a:latin typeface="Calibri" charset="0"/>
                <a:ea typeface="ＭＳ Ｐゴシック" charset="0"/>
              </a:defRPr>
            </a:lvl9pPr>
          </a:lstStyle>
          <a:p>
            <a:pPr algn="ctr" defTabSz="514337">
              <a:spcAft>
                <a:spcPts val="600"/>
              </a:spcAft>
              <a:defRPr/>
            </a:pPr>
            <a:r>
              <a:rPr lang="en-US" sz="700" dirty="0">
                <a:solidFill>
                  <a:srgbClr val="8F8F93">
                    <a:alpha val="50000"/>
                  </a:srgbClr>
                </a:solidFill>
                <a:latin typeface="Trebuchet MS"/>
                <a:cs typeface="Trebuchet MS"/>
                <a:sym typeface="Helvetica"/>
              </a:rPr>
              <a:t>Copyright © Nomis Solutions, Inc. All rights reserved.</a:t>
            </a:r>
          </a:p>
        </p:txBody>
      </p:sp>
      <p:pic>
        <p:nvPicPr>
          <p:cNvPr id="3" name="Picture 2"/>
          <p:cNvPicPr>
            <a:picLocks noChangeAspect="1"/>
          </p:cNvPicPr>
          <p:nvPr/>
        </p:nvPicPr>
        <p:blipFill>
          <a:blip r:embed="rId18"/>
          <a:stretch>
            <a:fillRect/>
          </a:stretch>
        </p:blipFill>
        <p:spPr>
          <a:xfrm>
            <a:off x="3695700" y="2324100"/>
            <a:ext cx="1752600" cy="495300"/>
          </a:xfrm>
          <a:prstGeom prst="rect">
            <a:avLst/>
          </a:prstGeom>
        </p:spPr>
      </p:pic>
      <p:sp>
        <p:nvSpPr>
          <p:cNvPr id="13" name="TextBox 2"/>
          <p:cNvSpPr txBox="1">
            <a:spLocks noChangeArrowheads="1"/>
          </p:cNvSpPr>
          <p:nvPr/>
        </p:nvSpPr>
        <p:spPr bwMode="auto">
          <a:xfrm>
            <a:off x="7299325" y="4859339"/>
            <a:ext cx="1371600" cy="29022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45718" rIns="0" bIns="45718" anchor="ct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fontAlgn="base">
              <a:spcBef>
                <a:spcPct val="0"/>
              </a:spcBef>
              <a:spcAft>
                <a:spcPct val="0"/>
              </a:spcAft>
              <a:defRPr>
                <a:solidFill>
                  <a:schemeClr val="tx1"/>
                </a:solidFill>
                <a:latin typeface="Calibri" charset="0"/>
                <a:ea typeface="ＭＳ Ｐゴシック" charset="0"/>
              </a:defRPr>
            </a:lvl6pPr>
            <a:lvl7pPr marL="2971800" indent="-228600" fontAlgn="base">
              <a:spcBef>
                <a:spcPct val="0"/>
              </a:spcBef>
              <a:spcAft>
                <a:spcPct val="0"/>
              </a:spcAft>
              <a:defRPr>
                <a:solidFill>
                  <a:schemeClr val="tx1"/>
                </a:solidFill>
                <a:latin typeface="Calibri" charset="0"/>
                <a:ea typeface="ＭＳ Ｐゴシック" charset="0"/>
              </a:defRPr>
            </a:lvl7pPr>
            <a:lvl8pPr marL="3429000" indent="-228600" fontAlgn="base">
              <a:spcBef>
                <a:spcPct val="0"/>
              </a:spcBef>
              <a:spcAft>
                <a:spcPct val="0"/>
              </a:spcAft>
              <a:defRPr>
                <a:solidFill>
                  <a:schemeClr val="tx1"/>
                </a:solidFill>
                <a:latin typeface="Calibri" charset="0"/>
                <a:ea typeface="ＭＳ Ｐゴシック" charset="0"/>
              </a:defRPr>
            </a:lvl8pPr>
            <a:lvl9pPr marL="3886200" indent="-228600" fontAlgn="base">
              <a:spcBef>
                <a:spcPct val="0"/>
              </a:spcBef>
              <a:spcAft>
                <a:spcPct val="0"/>
              </a:spcAft>
              <a:defRPr>
                <a:solidFill>
                  <a:schemeClr val="tx1"/>
                </a:solidFill>
                <a:latin typeface="Calibri" charset="0"/>
                <a:ea typeface="ＭＳ Ｐゴシック" charset="0"/>
              </a:defRPr>
            </a:lvl9pPr>
          </a:lstStyle>
          <a:p>
            <a:pPr algn="r" defTabSz="514337">
              <a:spcAft>
                <a:spcPts val="600"/>
              </a:spcAft>
              <a:defRPr/>
            </a:pPr>
            <a:fld id="{650B4636-A852-744A-A226-6C4815BB4956}" type="slidenum">
              <a:rPr lang="en-US" sz="700" smtClean="0">
                <a:solidFill>
                  <a:srgbClr val="D9D9D9"/>
                </a:solidFill>
                <a:latin typeface="Trebuchet MS"/>
                <a:cs typeface="Trebuchet MS"/>
                <a:sym typeface="Helvetica"/>
              </a:rPr>
              <a:pPr algn="r" defTabSz="514337">
                <a:spcAft>
                  <a:spcPts val="600"/>
                </a:spcAft>
                <a:defRPr/>
              </a:pPr>
              <a:t>‹#›</a:t>
            </a:fld>
            <a:r>
              <a:rPr lang="en-US" sz="900" dirty="0">
                <a:solidFill>
                  <a:srgbClr val="8D95A4"/>
                </a:solidFill>
                <a:latin typeface="Trebuchet MS"/>
                <a:cs typeface="Trebuchet MS"/>
                <a:sym typeface="Helvetica"/>
              </a:rPr>
              <a:t> </a:t>
            </a:r>
            <a:endParaRPr lang="en-US" sz="1200" dirty="0">
              <a:solidFill>
                <a:srgbClr val="8D95A4"/>
              </a:solidFill>
              <a:latin typeface="Trebuchet MS"/>
              <a:cs typeface="Trebuchet MS"/>
              <a:sym typeface="Helvetica"/>
            </a:endParaRPr>
          </a:p>
        </p:txBody>
      </p:sp>
      <p:sp>
        <p:nvSpPr>
          <p:cNvPr id="14" name="TextBox 13"/>
          <p:cNvSpPr txBox="1">
            <a:spLocks noChangeArrowheads="1"/>
          </p:cNvSpPr>
          <p:nvPr/>
        </p:nvSpPr>
        <p:spPr bwMode="auto">
          <a:xfrm>
            <a:off x="2239964" y="4857725"/>
            <a:ext cx="4664075" cy="2674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45718" rIns="0" bIns="45718" anchor="ct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fontAlgn="base">
              <a:spcBef>
                <a:spcPct val="0"/>
              </a:spcBef>
              <a:spcAft>
                <a:spcPct val="0"/>
              </a:spcAft>
              <a:defRPr>
                <a:solidFill>
                  <a:schemeClr val="tx1"/>
                </a:solidFill>
                <a:latin typeface="Calibri" charset="0"/>
                <a:ea typeface="ＭＳ Ｐゴシック" charset="0"/>
              </a:defRPr>
            </a:lvl6pPr>
            <a:lvl7pPr marL="2971800" indent="-228600" fontAlgn="base">
              <a:spcBef>
                <a:spcPct val="0"/>
              </a:spcBef>
              <a:spcAft>
                <a:spcPct val="0"/>
              </a:spcAft>
              <a:defRPr>
                <a:solidFill>
                  <a:schemeClr val="tx1"/>
                </a:solidFill>
                <a:latin typeface="Calibri" charset="0"/>
                <a:ea typeface="ＭＳ Ｐゴシック" charset="0"/>
              </a:defRPr>
            </a:lvl7pPr>
            <a:lvl8pPr marL="3429000" indent="-228600" fontAlgn="base">
              <a:spcBef>
                <a:spcPct val="0"/>
              </a:spcBef>
              <a:spcAft>
                <a:spcPct val="0"/>
              </a:spcAft>
              <a:defRPr>
                <a:solidFill>
                  <a:schemeClr val="tx1"/>
                </a:solidFill>
                <a:latin typeface="Calibri" charset="0"/>
                <a:ea typeface="ＭＳ Ｐゴシック" charset="0"/>
              </a:defRPr>
            </a:lvl8pPr>
            <a:lvl9pPr marL="3886200" indent="-228600" fontAlgn="base">
              <a:spcBef>
                <a:spcPct val="0"/>
              </a:spcBef>
              <a:spcAft>
                <a:spcPct val="0"/>
              </a:spcAft>
              <a:defRPr>
                <a:solidFill>
                  <a:schemeClr val="tx1"/>
                </a:solidFill>
                <a:latin typeface="Calibri" charset="0"/>
                <a:ea typeface="ＭＳ Ｐゴシック" charset="0"/>
              </a:defRPr>
            </a:lvl9pPr>
          </a:lstStyle>
          <a:p>
            <a:pPr algn="ctr" defTabSz="514337">
              <a:spcAft>
                <a:spcPts val="600"/>
              </a:spcAft>
              <a:defRPr/>
            </a:pPr>
            <a:r>
              <a:rPr lang="en-US" sz="700" dirty="0">
                <a:solidFill>
                  <a:schemeClr val="bg1">
                    <a:lumMod val="85000"/>
                  </a:schemeClr>
                </a:solidFill>
                <a:latin typeface="Trebuchet MS"/>
                <a:cs typeface="Trebuchet MS"/>
                <a:sym typeface="Helvetica"/>
              </a:rPr>
              <a:t>Copyright © Nomis Solutions, Inc. All rights reserved.</a:t>
            </a:r>
          </a:p>
        </p:txBody>
      </p:sp>
      <p:sp>
        <p:nvSpPr>
          <p:cNvPr id="11" name="TextBox 2"/>
          <p:cNvSpPr txBox="1">
            <a:spLocks noChangeArrowheads="1"/>
          </p:cNvSpPr>
          <p:nvPr/>
        </p:nvSpPr>
        <p:spPr bwMode="auto">
          <a:xfrm>
            <a:off x="7299325" y="4859339"/>
            <a:ext cx="1371600" cy="29022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45718" rIns="0" bIns="45718" anchor="ct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fontAlgn="base">
              <a:spcBef>
                <a:spcPct val="0"/>
              </a:spcBef>
              <a:spcAft>
                <a:spcPct val="0"/>
              </a:spcAft>
              <a:defRPr>
                <a:solidFill>
                  <a:schemeClr val="tx1"/>
                </a:solidFill>
                <a:latin typeface="Calibri" charset="0"/>
                <a:ea typeface="ＭＳ Ｐゴシック" charset="0"/>
              </a:defRPr>
            </a:lvl6pPr>
            <a:lvl7pPr marL="2971800" indent="-228600" fontAlgn="base">
              <a:spcBef>
                <a:spcPct val="0"/>
              </a:spcBef>
              <a:spcAft>
                <a:spcPct val="0"/>
              </a:spcAft>
              <a:defRPr>
                <a:solidFill>
                  <a:schemeClr val="tx1"/>
                </a:solidFill>
                <a:latin typeface="Calibri" charset="0"/>
                <a:ea typeface="ＭＳ Ｐゴシック" charset="0"/>
              </a:defRPr>
            </a:lvl7pPr>
            <a:lvl8pPr marL="3429000" indent="-228600" fontAlgn="base">
              <a:spcBef>
                <a:spcPct val="0"/>
              </a:spcBef>
              <a:spcAft>
                <a:spcPct val="0"/>
              </a:spcAft>
              <a:defRPr>
                <a:solidFill>
                  <a:schemeClr val="tx1"/>
                </a:solidFill>
                <a:latin typeface="Calibri" charset="0"/>
                <a:ea typeface="ＭＳ Ｐゴシック" charset="0"/>
              </a:defRPr>
            </a:lvl8pPr>
            <a:lvl9pPr marL="3886200" indent="-228600" fontAlgn="base">
              <a:spcBef>
                <a:spcPct val="0"/>
              </a:spcBef>
              <a:spcAft>
                <a:spcPct val="0"/>
              </a:spcAft>
              <a:defRPr>
                <a:solidFill>
                  <a:schemeClr val="tx1"/>
                </a:solidFill>
                <a:latin typeface="Calibri" charset="0"/>
                <a:ea typeface="ＭＳ Ｐゴシック" charset="0"/>
              </a:defRPr>
            </a:lvl9pPr>
          </a:lstStyle>
          <a:p>
            <a:pPr algn="r" defTabSz="514337">
              <a:spcAft>
                <a:spcPts val="600"/>
              </a:spcAft>
              <a:defRPr/>
            </a:pPr>
            <a:fld id="{650B4636-A852-744A-A226-6C4815BB4956}" type="slidenum">
              <a:rPr lang="en-US" sz="700" smtClean="0">
                <a:solidFill>
                  <a:srgbClr val="D9D9D9"/>
                </a:solidFill>
                <a:latin typeface="Trebuchet MS"/>
                <a:cs typeface="Trebuchet MS"/>
                <a:sym typeface="Helvetica"/>
              </a:rPr>
              <a:pPr algn="r" defTabSz="514337">
                <a:spcAft>
                  <a:spcPts val="600"/>
                </a:spcAft>
                <a:defRPr/>
              </a:pPr>
              <a:t>‹#›</a:t>
            </a:fld>
            <a:r>
              <a:rPr lang="en-US" sz="900" dirty="0">
                <a:solidFill>
                  <a:srgbClr val="8D95A4"/>
                </a:solidFill>
                <a:latin typeface="Trebuchet MS"/>
                <a:cs typeface="Trebuchet MS"/>
                <a:sym typeface="Helvetica"/>
              </a:rPr>
              <a:t> </a:t>
            </a:r>
            <a:endParaRPr lang="en-US" sz="1200" dirty="0">
              <a:solidFill>
                <a:srgbClr val="8D95A4"/>
              </a:solidFill>
              <a:latin typeface="Trebuchet MS"/>
              <a:cs typeface="Trebuchet MS"/>
              <a:sym typeface="Helvetica"/>
            </a:endParaRPr>
          </a:p>
        </p:txBody>
      </p:sp>
      <p:sp>
        <p:nvSpPr>
          <p:cNvPr id="12" name="TextBox 11"/>
          <p:cNvSpPr txBox="1">
            <a:spLocks noChangeArrowheads="1"/>
          </p:cNvSpPr>
          <p:nvPr/>
        </p:nvSpPr>
        <p:spPr bwMode="auto">
          <a:xfrm>
            <a:off x="2239964" y="4857725"/>
            <a:ext cx="4664075" cy="2674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45718" rIns="0" bIns="45718" anchor="ct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fontAlgn="base">
              <a:spcBef>
                <a:spcPct val="0"/>
              </a:spcBef>
              <a:spcAft>
                <a:spcPct val="0"/>
              </a:spcAft>
              <a:defRPr>
                <a:solidFill>
                  <a:schemeClr val="tx1"/>
                </a:solidFill>
                <a:latin typeface="Calibri" charset="0"/>
                <a:ea typeface="ＭＳ Ｐゴシック" charset="0"/>
              </a:defRPr>
            </a:lvl6pPr>
            <a:lvl7pPr marL="2971800" indent="-228600" fontAlgn="base">
              <a:spcBef>
                <a:spcPct val="0"/>
              </a:spcBef>
              <a:spcAft>
                <a:spcPct val="0"/>
              </a:spcAft>
              <a:defRPr>
                <a:solidFill>
                  <a:schemeClr val="tx1"/>
                </a:solidFill>
                <a:latin typeface="Calibri" charset="0"/>
                <a:ea typeface="ＭＳ Ｐゴシック" charset="0"/>
              </a:defRPr>
            </a:lvl7pPr>
            <a:lvl8pPr marL="3429000" indent="-228600" fontAlgn="base">
              <a:spcBef>
                <a:spcPct val="0"/>
              </a:spcBef>
              <a:spcAft>
                <a:spcPct val="0"/>
              </a:spcAft>
              <a:defRPr>
                <a:solidFill>
                  <a:schemeClr val="tx1"/>
                </a:solidFill>
                <a:latin typeface="Calibri" charset="0"/>
                <a:ea typeface="ＭＳ Ｐゴシック" charset="0"/>
              </a:defRPr>
            </a:lvl8pPr>
            <a:lvl9pPr marL="3886200" indent="-228600" fontAlgn="base">
              <a:spcBef>
                <a:spcPct val="0"/>
              </a:spcBef>
              <a:spcAft>
                <a:spcPct val="0"/>
              </a:spcAft>
              <a:defRPr>
                <a:solidFill>
                  <a:schemeClr val="tx1"/>
                </a:solidFill>
                <a:latin typeface="Calibri" charset="0"/>
                <a:ea typeface="ＭＳ Ｐゴシック" charset="0"/>
              </a:defRPr>
            </a:lvl9pPr>
          </a:lstStyle>
          <a:p>
            <a:pPr algn="ctr" defTabSz="514337">
              <a:spcAft>
                <a:spcPts val="600"/>
              </a:spcAft>
              <a:defRPr/>
            </a:pPr>
            <a:r>
              <a:rPr lang="en-US" sz="700" dirty="0">
                <a:solidFill>
                  <a:schemeClr val="bg1">
                    <a:lumMod val="85000"/>
                  </a:schemeClr>
                </a:solidFill>
                <a:latin typeface="Trebuchet MS"/>
                <a:cs typeface="Trebuchet MS"/>
                <a:sym typeface="Helvetica"/>
              </a:rPr>
              <a:t>Copyright © Nomis Solutions, Inc. All rights reserved.</a:t>
            </a:r>
          </a:p>
        </p:txBody>
      </p:sp>
      <p:sp>
        <p:nvSpPr>
          <p:cNvPr id="15" name="TextBox 2">
            <a:extLst>
              <a:ext uri="{FF2B5EF4-FFF2-40B4-BE49-F238E27FC236}">
                <a16:creationId xmlns:a16="http://schemas.microsoft.com/office/drawing/2014/main" id="{F422ADC5-31C8-D643-B310-ECCD767BAC25}"/>
              </a:ext>
            </a:extLst>
          </p:cNvPr>
          <p:cNvSpPr txBox="1">
            <a:spLocks noChangeArrowheads="1"/>
          </p:cNvSpPr>
          <p:nvPr userDrawn="1"/>
        </p:nvSpPr>
        <p:spPr bwMode="auto">
          <a:xfrm>
            <a:off x="7299325" y="4859338"/>
            <a:ext cx="1371600" cy="2902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tIns="45718" rIns="0" bIns="45718" anchor="ct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fontAlgn="base">
              <a:spcBef>
                <a:spcPct val="0"/>
              </a:spcBef>
              <a:spcAft>
                <a:spcPct val="0"/>
              </a:spcAft>
              <a:defRPr>
                <a:solidFill>
                  <a:schemeClr val="tx1"/>
                </a:solidFill>
                <a:latin typeface="Calibri" charset="0"/>
                <a:ea typeface="ＭＳ Ｐゴシック" charset="0"/>
              </a:defRPr>
            </a:lvl6pPr>
            <a:lvl7pPr marL="2971800" indent="-228600" fontAlgn="base">
              <a:spcBef>
                <a:spcPct val="0"/>
              </a:spcBef>
              <a:spcAft>
                <a:spcPct val="0"/>
              </a:spcAft>
              <a:defRPr>
                <a:solidFill>
                  <a:schemeClr val="tx1"/>
                </a:solidFill>
                <a:latin typeface="Calibri" charset="0"/>
                <a:ea typeface="ＭＳ Ｐゴシック" charset="0"/>
              </a:defRPr>
            </a:lvl7pPr>
            <a:lvl8pPr marL="3429000" indent="-228600" fontAlgn="base">
              <a:spcBef>
                <a:spcPct val="0"/>
              </a:spcBef>
              <a:spcAft>
                <a:spcPct val="0"/>
              </a:spcAft>
              <a:defRPr>
                <a:solidFill>
                  <a:schemeClr val="tx1"/>
                </a:solidFill>
                <a:latin typeface="Calibri" charset="0"/>
                <a:ea typeface="ＭＳ Ｐゴシック" charset="0"/>
              </a:defRPr>
            </a:lvl8pPr>
            <a:lvl9pPr marL="3886200" indent="-228600" fontAlgn="base">
              <a:spcBef>
                <a:spcPct val="0"/>
              </a:spcBef>
              <a:spcAft>
                <a:spcPct val="0"/>
              </a:spcAft>
              <a:defRPr>
                <a:solidFill>
                  <a:schemeClr val="tx1"/>
                </a:solidFill>
                <a:latin typeface="Calibri" charset="0"/>
                <a:ea typeface="ＭＳ Ｐゴシック" charset="0"/>
              </a:defRPr>
            </a:lvl9pPr>
          </a:lstStyle>
          <a:p>
            <a:pPr algn="r" defTabSz="514350">
              <a:spcAft>
                <a:spcPts val="600"/>
              </a:spcAft>
              <a:defRPr/>
            </a:pPr>
            <a:fld id="{650B4636-A852-744A-A226-6C4815BB4956}" type="slidenum">
              <a:rPr lang="en-US" sz="700" smtClean="0">
                <a:solidFill>
                  <a:srgbClr val="D9D9D9"/>
                </a:solidFill>
                <a:latin typeface="Trebuchet MS"/>
                <a:cs typeface="Trebuchet MS"/>
                <a:sym typeface="Helvetica"/>
              </a:rPr>
              <a:pPr algn="r" defTabSz="514350">
                <a:spcAft>
                  <a:spcPts val="600"/>
                </a:spcAft>
                <a:defRPr/>
              </a:pPr>
              <a:t>‹#›</a:t>
            </a:fld>
            <a:r>
              <a:rPr lang="en-US" sz="900" dirty="0">
                <a:solidFill>
                  <a:srgbClr val="8D95A4"/>
                </a:solidFill>
                <a:latin typeface="Trebuchet MS"/>
                <a:cs typeface="Trebuchet MS"/>
                <a:sym typeface="Helvetica"/>
              </a:rPr>
              <a:t> </a:t>
            </a:r>
            <a:endParaRPr lang="en-US" sz="1200" dirty="0">
              <a:solidFill>
                <a:srgbClr val="8D95A4"/>
              </a:solidFill>
              <a:latin typeface="Trebuchet MS"/>
              <a:cs typeface="Trebuchet MS"/>
              <a:sym typeface="Helvetica"/>
            </a:endParaRPr>
          </a:p>
        </p:txBody>
      </p:sp>
      <p:sp>
        <p:nvSpPr>
          <p:cNvPr id="16" name="TextBox 15">
            <a:extLst>
              <a:ext uri="{FF2B5EF4-FFF2-40B4-BE49-F238E27FC236}">
                <a16:creationId xmlns:a16="http://schemas.microsoft.com/office/drawing/2014/main" id="{027024A8-C2CD-4340-A0C7-6455D4CD9BBC}"/>
              </a:ext>
            </a:extLst>
          </p:cNvPr>
          <p:cNvSpPr txBox="1">
            <a:spLocks noChangeArrowheads="1"/>
          </p:cNvSpPr>
          <p:nvPr userDrawn="1"/>
        </p:nvSpPr>
        <p:spPr bwMode="auto">
          <a:xfrm>
            <a:off x="2239963" y="4857724"/>
            <a:ext cx="4664075" cy="2674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tIns="45718" rIns="0" bIns="45718" anchor="ctr"/>
          <a:lstStyle>
            <a:lvl1pPr>
              <a:defRPr>
                <a:solidFill>
                  <a:schemeClr val="tx1"/>
                </a:solidFill>
                <a:latin typeface="Calibri" charset="0"/>
                <a:ea typeface="ＭＳ Ｐゴシック" charset="0"/>
                <a:cs typeface="ＭＳ Ｐゴシック" charset="0"/>
              </a:defRPr>
            </a:lvl1pPr>
            <a:lvl2pPr marL="742950" indent="-285750">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fontAlgn="base">
              <a:spcBef>
                <a:spcPct val="0"/>
              </a:spcBef>
              <a:spcAft>
                <a:spcPct val="0"/>
              </a:spcAft>
              <a:defRPr>
                <a:solidFill>
                  <a:schemeClr val="tx1"/>
                </a:solidFill>
                <a:latin typeface="Calibri" charset="0"/>
                <a:ea typeface="ＭＳ Ｐゴシック" charset="0"/>
              </a:defRPr>
            </a:lvl6pPr>
            <a:lvl7pPr marL="2971800" indent="-228600" fontAlgn="base">
              <a:spcBef>
                <a:spcPct val="0"/>
              </a:spcBef>
              <a:spcAft>
                <a:spcPct val="0"/>
              </a:spcAft>
              <a:defRPr>
                <a:solidFill>
                  <a:schemeClr val="tx1"/>
                </a:solidFill>
                <a:latin typeface="Calibri" charset="0"/>
                <a:ea typeface="ＭＳ Ｐゴシック" charset="0"/>
              </a:defRPr>
            </a:lvl7pPr>
            <a:lvl8pPr marL="3429000" indent="-228600" fontAlgn="base">
              <a:spcBef>
                <a:spcPct val="0"/>
              </a:spcBef>
              <a:spcAft>
                <a:spcPct val="0"/>
              </a:spcAft>
              <a:defRPr>
                <a:solidFill>
                  <a:schemeClr val="tx1"/>
                </a:solidFill>
                <a:latin typeface="Calibri" charset="0"/>
                <a:ea typeface="ＭＳ Ｐゴシック" charset="0"/>
              </a:defRPr>
            </a:lvl8pPr>
            <a:lvl9pPr marL="3886200" indent="-228600" fontAlgn="base">
              <a:spcBef>
                <a:spcPct val="0"/>
              </a:spcBef>
              <a:spcAft>
                <a:spcPct val="0"/>
              </a:spcAft>
              <a:defRPr>
                <a:solidFill>
                  <a:schemeClr val="tx1"/>
                </a:solidFill>
                <a:latin typeface="Calibri" charset="0"/>
                <a:ea typeface="ＭＳ Ｐゴシック" charset="0"/>
              </a:defRPr>
            </a:lvl9pPr>
          </a:lstStyle>
          <a:p>
            <a:pPr algn="ctr" defTabSz="514350">
              <a:spcAft>
                <a:spcPts val="600"/>
              </a:spcAft>
              <a:defRPr/>
            </a:pPr>
            <a:r>
              <a:rPr lang="en-US" sz="700" dirty="0">
                <a:solidFill>
                  <a:schemeClr val="bg1">
                    <a:lumMod val="85000"/>
                  </a:schemeClr>
                </a:solidFill>
                <a:latin typeface="Trebuchet MS"/>
                <a:cs typeface="Trebuchet MS"/>
                <a:sym typeface="Helvetica"/>
              </a:rPr>
              <a:t>Copyright © Nomis Solutions, Inc. All rights reserved.</a:t>
            </a:r>
          </a:p>
        </p:txBody>
      </p:sp>
    </p:spTree>
    <p:extLst>
      <p:ext uri="{BB962C8B-B14F-4D97-AF65-F5344CB8AC3E}">
        <p14:creationId xmlns:p14="http://schemas.microsoft.com/office/powerpoint/2010/main" val="513659258"/>
      </p:ext>
    </p:extLst>
  </p:cSld>
  <p:clrMap bg1="lt1" tx1="dk1" bg2="lt2" tx2="dk2" accent1="accent1" accent2="accent2" accent3="accent3" accent4="accent4" accent5="accent5" accent6="accent6" hlink="hlink" folHlink="folHlink"/>
  <p:sldLayoutIdLst>
    <p:sldLayoutId id="2147484368" r:id="rId1"/>
    <p:sldLayoutId id="2147484490" r:id="rId2"/>
    <p:sldLayoutId id="2147484491" r:id="rId3"/>
    <p:sldLayoutId id="2147484371" r:id="rId4"/>
    <p:sldLayoutId id="2147484372" r:id="rId5"/>
    <p:sldLayoutId id="2147484492" r:id="rId6"/>
    <p:sldLayoutId id="2147484374" r:id="rId7"/>
    <p:sldLayoutId id="2147484375" r:id="rId8"/>
    <p:sldLayoutId id="2147484376" r:id="rId9"/>
    <p:sldLayoutId id="2147484493" r:id="rId10"/>
    <p:sldLayoutId id="2147484494" r:id="rId11"/>
    <p:sldLayoutId id="2147484495" r:id="rId12"/>
    <p:sldLayoutId id="2147484380" r:id="rId13"/>
    <p:sldLayoutId id="2147484335" r:id="rId14"/>
    <p:sldLayoutId id="2147484336" r:id="rId15"/>
    <p:sldLayoutId id="2147484337" r:id="rId16"/>
  </p:sldLayoutIdLst>
  <p:transition spd="med">
    <p:fade/>
  </p:transition>
  <p:hf sldNum="0" hdr="0" dt="0"/>
  <p:txStyles>
    <p:titleStyle>
      <a:lvl1pPr algn="l" rtl="0" eaLnBrk="1" fontAlgn="base" hangingPunct="1">
        <a:lnSpc>
          <a:spcPts val="2800"/>
        </a:lnSpc>
        <a:spcBef>
          <a:spcPct val="0"/>
        </a:spcBef>
        <a:spcAft>
          <a:spcPct val="0"/>
        </a:spcAft>
        <a:defRPr lang="en-US" sz="2400" kern="1200" dirty="0">
          <a:solidFill>
            <a:srgbClr val="FFFFFF"/>
          </a:solidFill>
          <a:latin typeface="Trebuchet MS"/>
          <a:ea typeface="ＭＳ Ｐゴシック" charset="0"/>
          <a:cs typeface="Trebuchet MS"/>
        </a:defRPr>
      </a:lvl1pPr>
      <a:lvl2pPr algn="l" rtl="0" eaLnBrk="1" fontAlgn="base" hangingPunct="1">
        <a:lnSpc>
          <a:spcPts val="2800"/>
        </a:lnSpc>
        <a:spcBef>
          <a:spcPct val="0"/>
        </a:spcBef>
        <a:spcAft>
          <a:spcPct val="0"/>
        </a:spcAft>
        <a:defRPr sz="2600">
          <a:solidFill>
            <a:srgbClr val="7F7F7F"/>
          </a:solidFill>
          <a:latin typeface="Open Sans" charset="0"/>
          <a:ea typeface="ＭＳ Ｐゴシック" charset="0"/>
          <a:cs typeface="ＭＳ Ｐゴシック" charset="0"/>
        </a:defRPr>
      </a:lvl2pPr>
      <a:lvl3pPr algn="l" rtl="0" eaLnBrk="1" fontAlgn="base" hangingPunct="1">
        <a:lnSpc>
          <a:spcPts val="2800"/>
        </a:lnSpc>
        <a:spcBef>
          <a:spcPct val="0"/>
        </a:spcBef>
        <a:spcAft>
          <a:spcPct val="0"/>
        </a:spcAft>
        <a:defRPr sz="2600">
          <a:solidFill>
            <a:srgbClr val="7F7F7F"/>
          </a:solidFill>
          <a:latin typeface="Open Sans" charset="0"/>
          <a:ea typeface="ＭＳ Ｐゴシック" charset="0"/>
          <a:cs typeface="ＭＳ Ｐゴシック" charset="0"/>
        </a:defRPr>
      </a:lvl3pPr>
      <a:lvl4pPr algn="l" rtl="0" eaLnBrk="1" fontAlgn="base" hangingPunct="1">
        <a:lnSpc>
          <a:spcPts val="2800"/>
        </a:lnSpc>
        <a:spcBef>
          <a:spcPct val="0"/>
        </a:spcBef>
        <a:spcAft>
          <a:spcPct val="0"/>
        </a:spcAft>
        <a:defRPr sz="2600">
          <a:solidFill>
            <a:srgbClr val="7F7F7F"/>
          </a:solidFill>
          <a:latin typeface="Open Sans" charset="0"/>
          <a:ea typeface="ＭＳ Ｐゴシック" charset="0"/>
          <a:cs typeface="ＭＳ Ｐゴシック" charset="0"/>
        </a:defRPr>
      </a:lvl4pPr>
      <a:lvl5pPr algn="l" rtl="0" eaLnBrk="1" fontAlgn="base" hangingPunct="1">
        <a:lnSpc>
          <a:spcPts val="2800"/>
        </a:lnSpc>
        <a:spcBef>
          <a:spcPct val="0"/>
        </a:spcBef>
        <a:spcAft>
          <a:spcPct val="0"/>
        </a:spcAft>
        <a:defRPr sz="2600">
          <a:solidFill>
            <a:srgbClr val="7F7F7F"/>
          </a:solidFill>
          <a:latin typeface="Open Sans" charset="0"/>
          <a:ea typeface="ＭＳ Ｐゴシック" charset="0"/>
          <a:cs typeface="ＭＳ Ｐゴシック" charset="0"/>
        </a:defRPr>
      </a:lvl5pPr>
      <a:lvl6pPr marL="457169" algn="l" rtl="0" eaLnBrk="1" fontAlgn="base" hangingPunct="1">
        <a:lnSpc>
          <a:spcPts val="2800"/>
        </a:lnSpc>
        <a:spcBef>
          <a:spcPct val="0"/>
        </a:spcBef>
        <a:spcAft>
          <a:spcPct val="0"/>
        </a:spcAft>
        <a:defRPr sz="2800">
          <a:solidFill>
            <a:srgbClr val="111111"/>
          </a:solidFill>
          <a:latin typeface="Calibri" charset="0"/>
          <a:ea typeface="ＭＳ Ｐゴシック" charset="0"/>
          <a:cs typeface="ＭＳ Ｐゴシック" charset="0"/>
        </a:defRPr>
      </a:lvl6pPr>
      <a:lvl7pPr marL="914337" algn="l" rtl="0" eaLnBrk="1" fontAlgn="base" hangingPunct="1">
        <a:lnSpc>
          <a:spcPts val="2800"/>
        </a:lnSpc>
        <a:spcBef>
          <a:spcPct val="0"/>
        </a:spcBef>
        <a:spcAft>
          <a:spcPct val="0"/>
        </a:spcAft>
        <a:defRPr sz="2800">
          <a:solidFill>
            <a:srgbClr val="111111"/>
          </a:solidFill>
          <a:latin typeface="Calibri" charset="0"/>
          <a:ea typeface="ＭＳ Ｐゴシック" charset="0"/>
          <a:cs typeface="ＭＳ Ｐゴシック" charset="0"/>
        </a:defRPr>
      </a:lvl7pPr>
      <a:lvl8pPr marL="1371506" algn="l" rtl="0" eaLnBrk="1" fontAlgn="base" hangingPunct="1">
        <a:lnSpc>
          <a:spcPts val="2800"/>
        </a:lnSpc>
        <a:spcBef>
          <a:spcPct val="0"/>
        </a:spcBef>
        <a:spcAft>
          <a:spcPct val="0"/>
        </a:spcAft>
        <a:defRPr sz="2800">
          <a:solidFill>
            <a:srgbClr val="111111"/>
          </a:solidFill>
          <a:latin typeface="Calibri" charset="0"/>
          <a:ea typeface="ＭＳ Ｐゴシック" charset="0"/>
          <a:cs typeface="ＭＳ Ｐゴシック" charset="0"/>
        </a:defRPr>
      </a:lvl8pPr>
      <a:lvl9pPr marL="1828674" algn="l" rtl="0" eaLnBrk="1" fontAlgn="base" hangingPunct="1">
        <a:lnSpc>
          <a:spcPts val="2800"/>
        </a:lnSpc>
        <a:spcBef>
          <a:spcPct val="0"/>
        </a:spcBef>
        <a:spcAft>
          <a:spcPct val="0"/>
        </a:spcAft>
        <a:defRPr sz="2800">
          <a:solidFill>
            <a:srgbClr val="111111"/>
          </a:solidFill>
          <a:latin typeface="Calibri" charset="0"/>
          <a:ea typeface="ＭＳ Ｐゴシック" charset="0"/>
          <a:cs typeface="ＭＳ Ｐゴシック" charset="0"/>
        </a:defRPr>
      </a:lvl9pPr>
    </p:titleStyle>
    <p:bodyStyle>
      <a:lvl1pPr marL="231770" indent="-177796" algn="l" rtl="0" eaLnBrk="1" fontAlgn="base" hangingPunct="1">
        <a:spcBef>
          <a:spcPts val="1200"/>
        </a:spcBef>
        <a:spcAft>
          <a:spcPct val="0"/>
        </a:spcAft>
        <a:buClr>
          <a:srgbClr val="0F60F2"/>
        </a:buClr>
        <a:buFont typeface="Arial" charset="0"/>
        <a:buChar char="•"/>
        <a:defRPr sz="2000" kern="1200">
          <a:solidFill>
            <a:srgbClr val="393939"/>
          </a:solidFill>
          <a:latin typeface="Trebuchet MS"/>
          <a:ea typeface="ＭＳ Ｐゴシック" charset="0"/>
          <a:cs typeface="Trebuchet MS"/>
        </a:defRPr>
      </a:lvl1pPr>
      <a:lvl2pPr marL="514337" indent="-230183" algn="l" rtl="0" eaLnBrk="1" fontAlgn="base" hangingPunct="1">
        <a:spcBef>
          <a:spcPts val="600"/>
        </a:spcBef>
        <a:spcAft>
          <a:spcPct val="0"/>
        </a:spcAft>
        <a:buClr>
          <a:srgbClr val="3986F6"/>
        </a:buClr>
        <a:buFont typeface="Arial" charset="0"/>
        <a:buChar char="–"/>
        <a:defRPr sz="2000" kern="1200">
          <a:solidFill>
            <a:srgbClr val="4D566A"/>
          </a:solidFill>
          <a:latin typeface="Trebuchet MS"/>
          <a:ea typeface="ＭＳ Ｐゴシック" charset="0"/>
          <a:cs typeface="Trebuchet MS"/>
        </a:defRPr>
      </a:lvl2pPr>
      <a:lvl3pPr marL="795318" indent="-163509" algn="l" rtl="0" eaLnBrk="1" fontAlgn="base" hangingPunct="1">
        <a:spcBef>
          <a:spcPts val="400"/>
        </a:spcBef>
        <a:spcAft>
          <a:spcPct val="0"/>
        </a:spcAft>
        <a:buClr>
          <a:srgbClr val="6DA8F2"/>
        </a:buClr>
        <a:buFont typeface="Arial" charset="0"/>
        <a:buChar char="•"/>
        <a:defRPr kern="1200">
          <a:solidFill>
            <a:srgbClr val="4D566A"/>
          </a:solidFill>
          <a:latin typeface="Trebuchet MS"/>
          <a:ea typeface="ＭＳ Ｐゴシック" charset="0"/>
          <a:cs typeface="Trebuchet MS"/>
        </a:defRPr>
      </a:lvl3pPr>
      <a:lvl4pPr marL="1030262" indent="-174621" algn="l" rtl="0" eaLnBrk="1" fontAlgn="base" hangingPunct="1">
        <a:spcBef>
          <a:spcPts val="300"/>
        </a:spcBef>
        <a:spcAft>
          <a:spcPct val="0"/>
        </a:spcAft>
        <a:buClr>
          <a:srgbClr val="8D95A4"/>
        </a:buClr>
        <a:buFont typeface="Arial" charset="0"/>
        <a:buChar char="–"/>
        <a:defRPr sz="1600" kern="1200">
          <a:solidFill>
            <a:srgbClr val="4D566A"/>
          </a:solidFill>
          <a:latin typeface="Trebuchet MS"/>
          <a:ea typeface="ＭＳ Ｐゴシック" charset="0"/>
          <a:cs typeface="Trebuchet MS"/>
        </a:defRPr>
      </a:lvl4pPr>
      <a:lvl5pPr marL="1311242" indent="-222245" algn="l" rtl="0" eaLnBrk="1" fontAlgn="base" hangingPunct="1">
        <a:spcBef>
          <a:spcPct val="0"/>
        </a:spcBef>
        <a:spcAft>
          <a:spcPct val="0"/>
        </a:spcAft>
        <a:buClr>
          <a:srgbClr val="8D95A4"/>
        </a:buClr>
        <a:buFont typeface="Arial" charset="0"/>
        <a:buChar char="»"/>
        <a:defRPr sz="1600" kern="1200">
          <a:solidFill>
            <a:srgbClr val="4D566A"/>
          </a:solidFill>
          <a:latin typeface="Trebuchet MS"/>
          <a:ea typeface="ＭＳ Ｐゴシック" charset="0"/>
          <a:cs typeface="Trebuchet MS"/>
        </a:defRPr>
      </a:lvl5pPr>
      <a:lvl6pPr marL="2514428" indent="-228584" algn="l" defTabSz="91433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596" indent="-228584" algn="l" defTabSz="91433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765" indent="-228584" algn="l" defTabSz="91433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933" indent="-228584" algn="l" defTabSz="914337"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37" rtl="0" eaLnBrk="1" latinLnBrk="0" hangingPunct="1">
        <a:defRPr sz="1800" kern="1200">
          <a:solidFill>
            <a:schemeClr val="tx1"/>
          </a:solidFill>
          <a:latin typeface="+mn-lt"/>
          <a:ea typeface="+mn-ea"/>
          <a:cs typeface="+mn-cs"/>
        </a:defRPr>
      </a:lvl1pPr>
      <a:lvl2pPr marL="457169" algn="l" defTabSz="914337" rtl="0" eaLnBrk="1" latinLnBrk="0" hangingPunct="1">
        <a:defRPr sz="1800" kern="1200">
          <a:solidFill>
            <a:schemeClr val="tx1"/>
          </a:solidFill>
          <a:latin typeface="+mn-lt"/>
          <a:ea typeface="+mn-ea"/>
          <a:cs typeface="+mn-cs"/>
        </a:defRPr>
      </a:lvl2pPr>
      <a:lvl3pPr marL="914337" algn="l" defTabSz="914337" rtl="0" eaLnBrk="1" latinLnBrk="0" hangingPunct="1">
        <a:defRPr sz="1800" kern="1200">
          <a:solidFill>
            <a:schemeClr val="tx1"/>
          </a:solidFill>
          <a:latin typeface="+mn-lt"/>
          <a:ea typeface="+mn-ea"/>
          <a:cs typeface="+mn-cs"/>
        </a:defRPr>
      </a:lvl3pPr>
      <a:lvl4pPr marL="1371506" algn="l" defTabSz="914337" rtl="0" eaLnBrk="1" latinLnBrk="0" hangingPunct="1">
        <a:defRPr sz="1800" kern="1200">
          <a:solidFill>
            <a:schemeClr val="tx1"/>
          </a:solidFill>
          <a:latin typeface="+mn-lt"/>
          <a:ea typeface="+mn-ea"/>
          <a:cs typeface="+mn-cs"/>
        </a:defRPr>
      </a:lvl4pPr>
      <a:lvl5pPr marL="1828674" algn="l" defTabSz="914337" rtl="0" eaLnBrk="1" latinLnBrk="0" hangingPunct="1">
        <a:defRPr sz="1800" kern="1200">
          <a:solidFill>
            <a:schemeClr val="tx1"/>
          </a:solidFill>
          <a:latin typeface="+mn-lt"/>
          <a:ea typeface="+mn-ea"/>
          <a:cs typeface="+mn-cs"/>
        </a:defRPr>
      </a:lvl5pPr>
      <a:lvl6pPr marL="2285843" algn="l" defTabSz="914337" rtl="0" eaLnBrk="1" latinLnBrk="0" hangingPunct="1">
        <a:defRPr sz="1800" kern="1200">
          <a:solidFill>
            <a:schemeClr val="tx1"/>
          </a:solidFill>
          <a:latin typeface="+mn-lt"/>
          <a:ea typeface="+mn-ea"/>
          <a:cs typeface="+mn-cs"/>
        </a:defRPr>
      </a:lvl6pPr>
      <a:lvl7pPr marL="2743012" algn="l" defTabSz="914337" rtl="0" eaLnBrk="1" latinLnBrk="0" hangingPunct="1">
        <a:defRPr sz="1800" kern="1200">
          <a:solidFill>
            <a:schemeClr val="tx1"/>
          </a:solidFill>
          <a:latin typeface="+mn-lt"/>
          <a:ea typeface="+mn-ea"/>
          <a:cs typeface="+mn-cs"/>
        </a:defRPr>
      </a:lvl7pPr>
      <a:lvl8pPr marL="3200180" algn="l" defTabSz="914337" rtl="0" eaLnBrk="1" latinLnBrk="0" hangingPunct="1">
        <a:defRPr sz="1800" kern="1200">
          <a:solidFill>
            <a:schemeClr val="tx1"/>
          </a:solidFill>
          <a:latin typeface="+mn-lt"/>
          <a:ea typeface="+mn-ea"/>
          <a:cs typeface="+mn-cs"/>
        </a:defRPr>
      </a:lvl8pPr>
      <a:lvl9pPr marL="3657349" algn="l" defTabSz="91433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6.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12.tiff"/><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emf"/><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16.emf"/><Relationship Id="rId5" Type="http://schemas.openxmlformats.org/officeDocument/2006/relationships/image" Target="../media/image15.emf"/><Relationship Id="rId4" Type="http://schemas.openxmlformats.org/officeDocument/2006/relationships/image" Target="../media/image14.emf"/><Relationship Id="rId9" Type="http://schemas.openxmlformats.org/officeDocument/2006/relationships/image" Target="../media/image19.png"/></Relationships>
</file>

<file path=ppt/slides/_rels/slide22.xml.rels><?xml version="1.0" encoding="UTF-8" standalone="yes"?>
<Relationships xmlns="http://schemas.openxmlformats.org/package/2006/relationships"><Relationship Id="rId8" Type="http://schemas.openxmlformats.org/officeDocument/2006/relationships/image" Target="../media/image17.emf"/><Relationship Id="rId3" Type="http://schemas.openxmlformats.org/officeDocument/2006/relationships/image" Target="../media/image18.png"/><Relationship Id="rId7" Type="http://schemas.openxmlformats.org/officeDocument/2006/relationships/image" Target="../media/image16.emf"/><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14.emf"/><Relationship Id="rId5" Type="http://schemas.openxmlformats.org/officeDocument/2006/relationships/image" Target="../media/image13.png"/><Relationship Id="rId4" Type="http://schemas.openxmlformats.org/officeDocument/2006/relationships/image" Target="../media/image19.png"/><Relationship Id="rId9" Type="http://schemas.openxmlformats.org/officeDocument/2006/relationships/image" Target="../media/image15.emf"/></Relationships>
</file>

<file path=ppt/slides/_rels/slide23.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11.xml"/><Relationship Id="rId1" Type="http://schemas.openxmlformats.org/officeDocument/2006/relationships/slideLayout" Target="../slideLayouts/slideLayout5.xml"/><Relationship Id="rId4" Type="http://schemas.openxmlformats.org/officeDocument/2006/relationships/image" Target="../media/image21.emf"/></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lnSpc>
                <a:spcPct val="100000"/>
              </a:lnSpc>
            </a:pPr>
            <a:br>
              <a:rPr lang="en-US" dirty="0"/>
            </a:br>
            <a:r>
              <a:rPr lang="en-US" dirty="0"/>
              <a:t>Nomis &amp; XYZ</a:t>
            </a:r>
            <a:br>
              <a:rPr lang="en-US" dirty="0"/>
            </a:br>
            <a:r>
              <a:rPr lang="en-US" dirty="0"/>
              <a:t>Partnership Journey</a:t>
            </a:r>
          </a:p>
        </p:txBody>
      </p:sp>
      <p:sp>
        <p:nvSpPr>
          <p:cNvPr id="3" name="Subtitle 2"/>
          <p:cNvSpPr>
            <a:spLocks noGrp="1"/>
          </p:cNvSpPr>
          <p:nvPr>
            <p:ph type="subTitle" idx="1"/>
          </p:nvPr>
        </p:nvSpPr>
        <p:spPr>
          <a:xfrm>
            <a:off x="914440" y="2571750"/>
            <a:ext cx="8229560" cy="1876425"/>
          </a:xfrm>
        </p:spPr>
        <p:txBody>
          <a:bodyPr/>
          <a:lstStyle/>
          <a:p>
            <a:r>
              <a:rPr lang="en-US" dirty="0"/>
              <a:t>XXX XX, 20XX</a:t>
            </a:r>
          </a:p>
        </p:txBody>
      </p:sp>
    </p:spTree>
    <p:extLst>
      <p:ext uri="{BB962C8B-B14F-4D97-AF65-F5344CB8AC3E}">
        <p14:creationId xmlns:p14="http://schemas.microsoft.com/office/powerpoint/2010/main" val="254367732"/>
      </p:ext>
    </p:extLst>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9F5991EA-F62B-7446-B471-5ED4B29C0C4B}"/>
              </a:ext>
            </a:extLst>
          </p:cNvPr>
          <p:cNvSpPr>
            <a:spLocks noGrp="1"/>
          </p:cNvSpPr>
          <p:nvPr>
            <p:ph idx="1"/>
          </p:nvPr>
        </p:nvSpPr>
        <p:spPr/>
        <p:txBody>
          <a:bodyPr>
            <a:normAutofit/>
          </a:bodyPr>
          <a:lstStyle/>
          <a:p>
            <a:r>
              <a:rPr lang="en-US" sz="2100" dirty="0"/>
              <a:t>Executive Summary</a:t>
            </a:r>
          </a:p>
          <a:p>
            <a:r>
              <a:rPr lang="en-US" sz="2100" dirty="0"/>
              <a:t>Current State Assessment  </a:t>
            </a:r>
          </a:p>
          <a:p>
            <a:pPr lvl="1"/>
            <a:r>
              <a:rPr lang="en-US" sz="2100" dirty="0"/>
              <a:t>Nomis Partnership Overview </a:t>
            </a:r>
          </a:p>
          <a:p>
            <a:pPr lvl="1"/>
            <a:r>
              <a:rPr lang="en-US" sz="2100" dirty="0">
                <a:solidFill>
                  <a:srgbClr val="FF0000"/>
                </a:solidFill>
              </a:rPr>
              <a:t>XYZ</a:t>
            </a:r>
            <a:r>
              <a:rPr lang="en-US" sz="2100" dirty="0"/>
              <a:t> Performance</a:t>
            </a:r>
          </a:p>
          <a:p>
            <a:pPr lvl="1"/>
            <a:r>
              <a:rPr lang="en-US" sz="2100" dirty="0"/>
              <a:t>Market Insights*</a:t>
            </a:r>
          </a:p>
          <a:p>
            <a:r>
              <a:rPr lang="en-US" sz="2100" dirty="0"/>
              <a:t>Pricing Strategy for the Future</a:t>
            </a:r>
          </a:p>
          <a:p>
            <a:pPr lvl="1"/>
            <a:r>
              <a:rPr lang="en-US" sz="2100" dirty="0"/>
              <a:t>Industry Best Practices</a:t>
            </a:r>
            <a:endParaRPr lang="en-US" sz="2100" dirty="0">
              <a:solidFill>
                <a:srgbClr val="FF0000"/>
              </a:solidFill>
            </a:endParaRPr>
          </a:p>
          <a:p>
            <a:pPr lvl="1"/>
            <a:r>
              <a:rPr lang="en-US" sz="2100" dirty="0"/>
              <a:t>Recommendations</a:t>
            </a:r>
          </a:p>
          <a:p>
            <a:r>
              <a:rPr lang="en-US" sz="2100" dirty="0"/>
              <a:t>Working session</a:t>
            </a:r>
            <a:endParaRPr lang="en-US" dirty="0"/>
          </a:p>
        </p:txBody>
      </p:sp>
      <p:sp>
        <p:nvSpPr>
          <p:cNvPr id="4" name="Title 3">
            <a:extLst>
              <a:ext uri="{FF2B5EF4-FFF2-40B4-BE49-F238E27FC236}">
                <a16:creationId xmlns:a16="http://schemas.microsoft.com/office/drawing/2014/main" id="{D0791958-7C14-D64B-8E49-9FC774007976}"/>
              </a:ext>
            </a:extLst>
          </p:cNvPr>
          <p:cNvSpPr>
            <a:spLocks noGrp="1"/>
          </p:cNvSpPr>
          <p:nvPr>
            <p:ph type="title"/>
          </p:nvPr>
        </p:nvSpPr>
        <p:spPr/>
        <p:txBody>
          <a:bodyPr/>
          <a:lstStyle/>
          <a:p>
            <a:r>
              <a:rPr lang="en-US" dirty="0"/>
              <a:t>Agenda</a:t>
            </a:r>
          </a:p>
        </p:txBody>
      </p:sp>
      <p:sp>
        <p:nvSpPr>
          <p:cNvPr id="7" name="TextBox 6"/>
          <p:cNvSpPr txBox="1"/>
          <p:nvPr/>
        </p:nvSpPr>
        <p:spPr>
          <a:xfrm rot="16200000">
            <a:off x="6309328" y="2491757"/>
            <a:ext cx="4480536" cy="822951"/>
          </a:xfrm>
          <a:prstGeom prst="rect">
            <a:avLst/>
          </a:prstGeom>
          <a:noFill/>
        </p:spPr>
        <p:txBody>
          <a:bodyPr wrap="none" lIns="0" tIns="0" rIns="0" bIns="0" rtlCol="0" anchor="ctr">
            <a:noAutofit/>
          </a:bodyPr>
          <a:lstStyle/>
          <a:p>
            <a:pPr>
              <a:spcAft>
                <a:spcPts val="0"/>
              </a:spcAft>
            </a:pPr>
            <a:r>
              <a:rPr lang="en-US" sz="8000" dirty="0">
                <a:solidFill>
                  <a:schemeClr val="bg1">
                    <a:alpha val="15000"/>
                  </a:schemeClr>
                </a:solidFill>
                <a:latin typeface="Trebuchet MS"/>
              </a:rPr>
              <a:t>agenda</a:t>
            </a:r>
          </a:p>
        </p:txBody>
      </p:sp>
      <p:sp>
        <p:nvSpPr>
          <p:cNvPr id="3" name="Rectangle 2">
            <a:extLst>
              <a:ext uri="{FF2B5EF4-FFF2-40B4-BE49-F238E27FC236}">
                <a16:creationId xmlns:a16="http://schemas.microsoft.com/office/drawing/2014/main" id="{D1C03EE3-F368-9449-86EB-5ADCD2978FA2}"/>
              </a:ext>
            </a:extLst>
          </p:cNvPr>
          <p:cNvSpPr/>
          <p:nvPr/>
        </p:nvSpPr>
        <p:spPr>
          <a:xfrm>
            <a:off x="3095284" y="4240478"/>
            <a:ext cx="2404753" cy="629295"/>
          </a:xfrm>
          <a:prstGeom prst="rect">
            <a:avLst/>
          </a:prstGeom>
          <a:solidFill>
            <a:srgbClr val="82ACE6"/>
          </a:solidFill>
          <a:ln w="19050">
            <a:solidFill>
              <a:srgbClr val="275DA6"/>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spcAft>
                <a:spcPts val="600"/>
              </a:spcAft>
            </a:pPr>
            <a:r>
              <a:rPr lang="en-US" dirty="0"/>
              <a:t>Depends on the need of the client</a:t>
            </a:r>
          </a:p>
        </p:txBody>
      </p:sp>
    </p:spTree>
    <p:extLst>
      <p:ext uri="{BB962C8B-B14F-4D97-AF65-F5344CB8AC3E}">
        <p14:creationId xmlns:p14="http://schemas.microsoft.com/office/powerpoint/2010/main" val="1084869556"/>
      </p:ext>
    </p:extLst>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C94F447-F6C9-7B4F-B207-CF549E8D9B51}"/>
              </a:ext>
            </a:extLst>
          </p:cNvPr>
          <p:cNvSpPr>
            <a:spLocks noGrp="1"/>
          </p:cNvSpPr>
          <p:nvPr>
            <p:ph type="title"/>
          </p:nvPr>
        </p:nvSpPr>
        <p:spPr/>
        <p:txBody>
          <a:bodyPr/>
          <a:lstStyle/>
          <a:p>
            <a:r>
              <a:rPr lang="en-US" dirty="0"/>
              <a:t>Executive Summary</a:t>
            </a:r>
          </a:p>
        </p:txBody>
      </p:sp>
      <p:sp>
        <p:nvSpPr>
          <p:cNvPr id="6" name="Text Placeholder 1">
            <a:extLst>
              <a:ext uri="{FF2B5EF4-FFF2-40B4-BE49-F238E27FC236}">
                <a16:creationId xmlns:a16="http://schemas.microsoft.com/office/drawing/2014/main" id="{48B075A0-E6D9-8643-8715-4C03178530E7}"/>
              </a:ext>
            </a:extLst>
          </p:cNvPr>
          <p:cNvSpPr>
            <a:spLocks noGrp="1"/>
          </p:cNvSpPr>
          <p:nvPr>
            <p:ph type="body" sz="quarter" idx="12"/>
          </p:nvPr>
        </p:nvSpPr>
        <p:spPr>
          <a:xfrm>
            <a:off x="457199" y="835025"/>
            <a:ext cx="8229556" cy="3862687"/>
          </a:xfrm>
        </p:spPr>
        <p:txBody>
          <a:bodyPr/>
          <a:lstStyle/>
          <a:p>
            <a:pPr marL="53975" indent="0">
              <a:buNone/>
            </a:pPr>
            <a:r>
              <a:rPr lang="en-US" b="1" dirty="0">
                <a:solidFill>
                  <a:srgbClr val="097AF5"/>
                </a:solidFill>
              </a:rPr>
              <a:t>Title</a:t>
            </a:r>
          </a:p>
          <a:p>
            <a:r>
              <a:rPr lang="en-US" dirty="0" err="1"/>
              <a:t>Aaaa</a:t>
            </a:r>
            <a:endParaRPr lang="en-US" dirty="0"/>
          </a:p>
          <a:p>
            <a:r>
              <a:rPr lang="en-US" dirty="0" err="1"/>
              <a:t>Aaaa</a:t>
            </a:r>
            <a:endParaRPr lang="en-US" dirty="0"/>
          </a:p>
          <a:p>
            <a:pPr lvl="1"/>
            <a:r>
              <a:rPr lang="en-US" dirty="0" err="1">
                <a:solidFill>
                  <a:srgbClr val="727272"/>
                </a:solidFill>
              </a:rPr>
              <a:t>Dddd</a:t>
            </a:r>
            <a:endParaRPr lang="en-US" dirty="0">
              <a:solidFill>
                <a:srgbClr val="727272"/>
              </a:solidFill>
            </a:endParaRPr>
          </a:p>
          <a:p>
            <a:pPr lvl="1"/>
            <a:r>
              <a:rPr lang="en-US" dirty="0" err="1">
                <a:solidFill>
                  <a:srgbClr val="727272"/>
                </a:solidFill>
              </a:rPr>
              <a:t>Dddd</a:t>
            </a:r>
            <a:endParaRPr lang="en-US" dirty="0">
              <a:solidFill>
                <a:srgbClr val="727272"/>
              </a:solidFill>
            </a:endParaRPr>
          </a:p>
          <a:p>
            <a:pPr lvl="1"/>
            <a:endParaRPr lang="en-US" dirty="0"/>
          </a:p>
        </p:txBody>
      </p:sp>
    </p:spTree>
    <p:extLst>
      <p:ext uri="{BB962C8B-B14F-4D97-AF65-F5344CB8AC3E}">
        <p14:creationId xmlns:p14="http://schemas.microsoft.com/office/powerpoint/2010/main" val="961635173"/>
      </p:ext>
    </p:extLst>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E444B520-0B0D-CF49-9926-DFDA66F74CCC}"/>
              </a:ext>
            </a:extLst>
          </p:cNvPr>
          <p:cNvSpPr>
            <a:spLocks noGrp="1"/>
          </p:cNvSpPr>
          <p:nvPr>
            <p:ph type="ctrTitle"/>
          </p:nvPr>
        </p:nvSpPr>
        <p:spPr/>
        <p:txBody>
          <a:bodyPr/>
          <a:lstStyle/>
          <a:p>
            <a:r>
              <a:rPr lang="en-US" dirty="0"/>
              <a:t>Current State Assessment</a:t>
            </a:r>
          </a:p>
        </p:txBody>
      </p:sp>
    </p:spTree>
    <p:extLst>
      <p:ext uri="{BB962C8B-B14F-4D97-AF65-F5344CB8AC3E}">
        <p14:creationId xmlns:p14="http://schemas.microsoft.com/office/powerpoint/2010/main" val="861060718"/>
      </p:ext>
    </p:extLst>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Work since last review</a:t>
            </a:r>
          </a:p>
        </p:txBody>
      </p:sp>
      <p:grpSp>
        <p:nvGrpSpPr>
          <p:cNvPr id="18" name="Group 5">
            <a:extLst>
              <a:ext uri="{FF2B5EF4-FFF2-40B4-BE49-F238E27FC236}">
                <a16:creationId xmlns:a16="http://schemas.microsoft.com/office/drawing/2014/main" id="{25BB27E1-FD26-5649-B4E2-420EFAB779C1}"/>
              </a:ext>
            </a:extLst>
          </p:cNvPr>
          <p:cNvGrpSpPr/>
          <p:nvPr/>
        </p:nvGrpSpPr>
        <p:grpSpPr>
          <a:xfrm>
            <a:off x="457245" y="835023"/>
            <a:ext cx="3931877" cy="3862687"/>
            <a:chOff x="4754877" y="835024"/>
            <a:chExt cx="3931877" cy="3862687"/>
          </a:xfrm>
        </p:grpSpPr>
        <p:sp>
          <p:nvSpPr>
            <p:cNvPr id="19" name="TextBox 22">
              <a:extLst>
                <a:ext uri="{FF2B5EF4-FFF2-40B4-BE49-F238E27FC236}">
                  <a16:creationId xmlns:a16="http://schemas.microsoft.com/office/drawing/2014/main" id="{A2ABA809-4402-4049-9343-40E94921ECDC}"/>
                </a:ext>
              </a:extLst>
            </p:cNvPr>
            <p:cNvSpPr txBox="1"/>
            <p:nvPr/>
          </p:nvSpPr>
          <p:spPr>
            <a:xfrm>
              <a:off x="4754877" y="835024"/>
              <a:ext cx="3931877" cy="525713"/>
            </a:xfrm>
            <a:prstGeom prst="rect">
              <a:avLst/>
            </a:prstGeom>
            <a:solidFill>
              <a:srgbClr val="7EA1F7"/>
            </a:solidFill>
            <a:ln>
              <a:solidFill>
                <a:srgbClr val="0164D0"/>
              </a:solidFill>
            </a:ln>
          </p:spPr>
          <p:txBody>
            <a:bodyPr wrap="square" rtlCol="0" anchor="ctr" anchorCtr="0">
              <a:noAutofit/>
            </a:bodyPr>
            <a:lstStyle/>
            <a:p>
              <a:pPr algn="ctr"/>
              <a:r>
                <a:rPr lang="en-US" sz="2000" b="1" dirty="0">
                  <a:solidFill>
                    <a:schemeClr val="bg1"/>
                  </a:solidFill>
                  <a:latin typeface="Trebuchet MS" charset="0"/>
                  <a:ea typeface="Trebuchet MS" charset="0"/>
                  <a:cs typeface="Trebuchet MS" charset="0"/>
                </a:rPr>
                <a:t>Value 1 MMM DD, YYYY</a:t>
              </a:r>
            </a:p>
          </p:txBody>
        </p:sp>
        <p:sp>
          <p:nvSpPr>
            <p:cNvPr id="20" name="Text Placeholder 1">
              <a:extLst>
                <a:ext uri="{FF2B5EF4-FFF2-40B4-BE49-F238E27FC236}">
                  <a16:creationId xmlns:a16="http://schemas.microsoft.com/office/drawing/2014/main" id="{11BF5F36-A51C-D34F-A6B6-89CB5FB35215}"/>
                </a:ext>
              </a:extLst>
            </p:cNvPr>
            <p:cNvSpPr txBox="1">
              <a:spLocks/>
            </p:cNvSpPr>
            <p:nvPr/>
          </p:nvSpPr>
          <p:spPr>
            <a:xfrm>
              <a:off x="4754877" y="1360737"/>
              <a:ext cx="3931877" cy="3336974"/>
            </a:xfrm>
            <a:prstGeom prst="rect">
              <a:avLst/>
            </a:prstGeom>
          </p:spPr>
          <p:txBody>
            <a:bodyPr/>
            <a:lstStyle>
              <a:lvl1pPr marL="231770" indent="-177796" algn="l" rtl="0" eaLnBrk="1" fontAlgn="base" hangingPunct="1">
                <a:spcBef>
                  <a:spcPts val="1200"/>
                </a:spcBef>
                <a:spcAft>
                  <a:spcPct val="0"/>
                </a:spcAft>
                <a:buClr>
                  <a:srgbClr val="0F60F2"/>
                </a:buClr>
                <a:buFont typeface="Arial" charset="0"/>
                <a:buChar char="•"/>
                <a:defRPr sz="2000" kern="1200">
                  <a:solidFill>
                    <a:srgbClr val="393939"/>
                  </a:solidFill>
                  <a:latin typeface="Trebuchet MS"/>
                  <a:ea typeface="ＭＳ Ｐゴシック" charset="0"/>
                  <a:cs typeface="Trebuchet MS"/>
                </a:defRPr>
              </a:lvl1pPr>
              <a:lvl2pPr marL="514337" indent="-230183" algn="l" rtl="0" eaLnBrk="1" fontAlgn="base" hangingPunct="1">
                <a:spcBef>
                  <a:spcPts val="600"/>
                </a:spcBef>
                <a:spcAft>
                  <a:spcPct val="0"/>
                </a:spcAft>
                <a:buClr>
                  <a:srgbClr val="3986F6"/>
                </a:buClr>
                <a:buFont typeface="Arial" charset="0"/>
                <a:buChar char="–"/>
                <a:defRPr sz="2000" kern="1200">
                  <a:solidFill>
                    <a:srgbClr val="4D566A"/>
                  </a:solidFill>
                  <a:latin typeface="Trebuchet MS"/>
                  <a:ea typeface="ＭＳ Ｐゴシック" charset="0"/>
                  <a:cs typeface="Trebuchet MS"/>
                </a:defRPr>
              </a:lvl2pPr>
              <a:lvl3pPr marL="795318" indent="-163509" algn="l" rtl="0" eaLnBrk="1" fontAlgn="base" hangingPunct="1">
                <a:spcBef>
                  <a:spcPts val="400"/>
                </a:spcBef>
                <a:spcAft>
                  <a:spcPct val="0"/>
                </a:spcAft>
                <a:buClr>
                  <a:srgbClr val="6DA8F2"/>
                </a:buClr>
                <a:buFont typeface="Arial" charset="0"/>
                <a:buChar char="•"/>
                <a:defRPr kern="1200">
                  <a:solidFill>
                    <a:srgbClr val="4D566A"/>
                  </a:solidFill>
                  <a:latin typeface="Trebuchet MS"/>
                  <a:ea typeface="ＭＳ Ｐゴシック" charset="0"/>
                  <a:cs typeface="Trebuchet MS"/>
                </a:defRPr>
              </a:lvl3pPr>
              <a:lvl4pPr marL="1030262" indent="-174621" algn="l" rtl="0" eaLnBrk="1" fontAlgn="base" hangingPunct="1">
                <a:spcBef>
                  <a:spcPts val="300"/>
                </a:spcBef>
                <a:spcAft>
                  <a:spcPct val="0"/>
                </a:spcAft>
                <a:buClr>
                  <a:srgbClr val="8D95A4"/>
                </a:buClr>
                <a:buFont typeface="Arial" charset="0"/>
                <a:buChar char="–"/>
                <a:defRPr sz="1600" kern="1200">
                  <a:solidFill>
                    <a:srgbClr val="4D566A"/>
                  </a:solidFill>
                  <a:latin typeface="Trebuchet MS"/>
                  <a:ea typeface="ＭＳ Ｐゴシック" charset="0"/>
                  <a:cs typeface="Trebuchet MS"/>
                </a:defRPr>
              </a:lvl4pPr>
              <a:lvl5pPr marL="1311242" indent="-222245" algn="l" rtl="0" eaLnBrk="1" fontAlgn="base" hangingPunct="1">
                <a:spcBef>
                  <a:spcPct val="0"/>
                </a:spcBef>
                <a:spcAft>
                  <a:spcPct val="0"/>
                </a:spcAft>
                <a:buClr>
                  <a:srgbClr val="8D95A4"/>
                </a:buClr>
                <a:buFont typeface="Arial" charset="0"/>
                <a:buChar char="»"/>
                <a:defRPr sz="1600" kern="1200">
                  <a:solidFill>
                    <a:srgbClr val="4D566A"/>
                  </a:solidFill>
                  <a:latin typeface="Trebuchet MS"/>
                  <a:ea typeface="ＭＳ Ｐゴシック" charset="0"/>
                  <a:cs typeface="Trebuchet MS"/>
                </a:defRPr>
              </a:lvl5pPr>
              <a:lvl6pPr marL="2514428" indent="-228584" algn="l" defTabSz="91433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596" indent="-228584" algn="l" defTabSz="91433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765" indent="-228584" algn="l" defTabSz="91433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933" indent="-228584" algn="l" defTabSz="914337"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spcBef>
                  <a:spcPts val="600"/>
                </a:spcBef>
                <a:buClr>
                  <a:srgbClr val="0164D0"/>
                </a:buClr>
                <a:buNone/>
              </a:pPr>
              <a:r>
                <a:rPr lang="en-US" sz="1800" b="1" dirty="0">
                  <a:solidFill>
                    <a:srgbClr val="1C1C1C"/>
                  </a:solidFill>
                  <a:latin typeface="Trebuchet MS" charset="0"/>
                  <a:ea typeface="Trebuchet MS" charset="0"/>
                  <a:cs typeface="Trebuchet MS" charset="0"/>
                </a:rPr>
                <a:t>Objective</a:t>
              </a:r>
            </a:p>
            <a:p>
              <a:pPr marL="177800" lvl="0" indent="-177800">
                <a:spcBef>
                  <a:spcPts val="600"/>
                </a:spcBef>
                <a:buClr>
                  <a:srgbClr val="0164D0"/>
                </a:buClr>
                <a:buFont typeface="Arial" panose="020B0604020202020204" pitchFamily="34" charset="0"/>
                <a:buChar char="•"/>
              </a:pPr>
              <a:r>
                <a:rPr lang="en-US" sz="1800" dirty="0">
                  <a:solidFill>
                    <a:srgbClr val="E2E2E2">
                      <a:lumMod val="25000"/>
                    </a:srgbClr>
                  </a:solidFill>
                  <a:latin typeface="Trebuchet MS" charset="0"/>
                  <a:ea typeface="Trebuchet MS" charset="0"/>
                  <a:cs typeface="Trebuchet MS" charset="0"/>
                </a:rPr>
                <a:t>To determine impact of using price optimization on the bank’s business results</a:t>
              </a:r>
            </a:p>
            <a:p>
              <a:pPr marL="0" lvl="0" indent="0">
                <a:spcBef>
                  <a:spcPts val="600"/>
                </a:spcBef>
                <a:buClr>
                  <a:srgbClr val="0164D0"/>
                </a:buClr>
                <a:buNone/>
              </a:pPr>
              <a:r>
                <a:rPr lang="en-US" sz="1800" b="1" dirty="0">
                  <a:solidFill>
                    <a:srgbClr val="E2E2E2">
                      <a:lumMod val="25000"/>
                    </a:srgbClr>
                  </a:solidFill>
                  <a:latin typeface="Trebuchet MS" charset="0"/>
                  <a:ea typeface="Trebuchet MS" charset="0"/>
                  <a:cs typeface="Trebuchet MS" charset="0"/>
                </a:rPr>
                <a:t>Results</a:t>
              </a:r>
            </a:p>
            <a:p>
              <a:pPr marL="177800" lvl="0" indent="-177800">
                <a:spcBef>
                  <a:spcPts val="600"/>
                </a:spcBef>
                <a:buClr>
                  <a:srgbClr val="0164D0"/>
                </a:buClr>
                <a:buFont typeface="Arial" panose="020B0604020202020204" pitchFamily="34" charset="0"/>
                <a:buChar char="•"/>
              </a:pPr>
              <a:r>
                <a:rPr lang="en-US" sz="1800" dirty="0">
                  <a:solidFill>
                    <a:srgbClr val="E2E2E2">
                      <a:lumMod val="25000"/>
                    </a:srgbClr>
                  </a:solidFill>
                  <a:latin typeface="Trebuchet MS" charset="0"/>
                  <a:ea typeface="Trebuchet MS" charset="0"/>
                  <a:cs typeface="Trebuchet MS" charset="0"/>
                </a:rPr>
                <a:t>NPO outperformed BAU by $3.9mm in annual Net Interest Income, while holding volume constant</a:t>
              </a:r>
            </a:p>
            <a:p>
              <a:pPr lvl="1"/>
              <a:endParaRPr lang="en-US" dirty="0"/>
            </a:p>
          </p:txBody>
        </p:sp>
      </p:grpSp>
      <p:grpSp>
        <p:nvGrpSpPr>
          <p:cNvPr id="9" name="Group 5">
            <a:extLst>
              <a:ext uri="{FF2B5EF4-FFF2-40B4-BE49-F238E27FC236}">
                <a16:creationId xmlns:a16="http://schemas.microsoft.com/office/drawing/2014/main" id="{7BAF476B-EB86-F446-A858-00451078977C}"/>
              </a:ext>
            </a:extLst>
          </p:cNvPr>
          <p:cNvGrpSpPr/>
          <p:nvPr/>
        </p:nvGrpSpPr>
        <p:grpSpPr>
          <a:xfrm>
            <a:off x="4754878" y="835023"/>
            <a:ext cx="3931877" cy="3862687"/>
            <a:chOff x="4754877" y="835024"/>
            <a:chExt cx="3931877" cy="3862687"/>
          </a:xfrm>
        </p:grpSpPr>
        <p:sp>
          <p:nvSpPr>
            <p:cNvPr id="10" name="TextBox 22">
              <a:extLst>
                <a:ext uri="{FF2B5EF4-FFF2-40B4-BE49-F238E27FC236}">
                  <a16:creationId xmlns:a16="http://schemas.microsoft.com/office/drawing/2014/main" id="{29530C7C-AB32-FF48-9B43-6EF6AFC3F322}"/>
                </a:ext>
              </a:extLst>
            </p:cNvPr>
            <p:cNvSpPr txBox="1"/>
            <p:nvPr/>
          </p:nvSpPr>
          <p:spPr>
            <a:xfrm>
              <a:off x="4754877" y="835024"/>
              <a:ext cx="3931877" cy="525713"/>
            </a:xfrm>
            <a:prstGeom prst="rect">
              <a:avLst/>
            </a:prstGeom>
            <a:solidFill>
              <a:srgbClr val="7EA1F7"/>
            </a:solidFill>
            <a:ln>
              <a:solidFill>
                <a:srgbClr val="0164D0"/>
              </a:solidFill>
            </a:ln>
          </p:spPr>
          <p:txBody>
            <a:bodyPr wrap="square" rtlCol="0" anchor="ctr" anchorCtr="0">
              <a:noAutofit/>
            </a:bodyPr>
            <a:lstStyle/>
            <a:p>
              <a:pPr algn="ctr"/>
              <a:r>
                <a:rPr lang="en-US" sz="2000" b="1" dirty="0">
                  <a:solidFill>
                    <a:schemeClr val="bg1"/>
                  </a:solidFill>
                  <a:latin typeface="Trebuchet MS" charset="0"/>
                  <a:ea typeface="Trebuchet MS" charset="0"/>
                  <a:cs typeface="Trebuchet MS" charset="0"/>
                </a:rPr>
                <a:t>Value 2 MMM DD, YYYY</a:t>
              </a:r>
            </a:p>
          </p:txBody>
        </p:sp>
        <p:sp>
          <p:nvSpPr>
            <p:cNvPr id="12" name="Text Placeholder 1">
              <a:extLst>
                <a:ext uri="{FF2B5EF4-FFF2-40B4-BE49-F238E27FC236}">
                  <a16:creationId xmlns:a16="http://schemas.microsoft.com/office/drawing/2014/main" id="{8622DAD3-9639-C64D-9AB6-DDE88C4F812F}"/>
                </a:ext>
              </a:extLst>
            </p:cNvPr>
            <p:cNvSpPr txBox="1">
              <a:spLocks/>
            </p:cNvSpPr>
            <p:nvPr/>
          </p:nvSpPr>
          <p:spPr>
            <a:xfrm>
              <a:off x="4754877" y="1360737"/>
              <a:ext cx="3931877" cy="3336974"/>
            </a:xfrm>
            <a:prstGeom prst="rect">
              <a:avLst/>
            </a:prstGeom>
          </p:spPr>
          <p:txBody>
            <a:bodyPr/>
            <a:lstStyle>
              <a:lvl1pPr marL="231770" indent="-177796" algn="l" rtl="0" eaLnBrk="1" fontAlgn="base" hangingPunct="1">
                <a:spcBef>
                  <a:spcPts val="1200"/>
                </a:spcBef>
                <a:spcAft>
                  <a:spcPct val="0"/>
                </a:spcAft>
                <a:buClr>
                  <a:srgbClr val="0F60F2"/>
                </a:buClr>
                <a:buFont typeface="Arial" charset="0"/>
                <a:buChar char="•"/>
                <a:defRPr sz="2000" kern="1200">
                  <a:solidFill>
                    <a:srgbClr val="393939"/>
                  </a:solidFill>
                  <a:latin typeface="Trebuchet MS"/>
                  <a:ea typeface="ＭＳ Ｐゴシック" charset="0"/>
                  <a:cs typeface="Trebuchet MS"/>
                </a:defRPr>
              </a:lvl1pPr>
              <a:lvl2pPr marL="514337" indent="-230183" algn="l" rtl="0" eaLnBrk="1" fontAlgn="base" hangingPunct="1">
                <a:spcBef>
                  <a:spcPts val="600"/>
                </a:spcBef>
                <a:spcAft>
                  <a:spcPct val="0"/>
                </a:spcAft>
                <a:buClr>
                  <a:srgbClr val="3986F6"/>
                </a:buClr>
                <a:buFont typeface="Arial" charset="0"/>
                <a:buChar char="–"/>
                <a:defRPr sz="2000" kern="1200">
                  <a:solidFill>
                    <a:srgbClr val="4D566A"/>
                  </a:solidFill>
                  <a:latin typeface="Trebuchet MS"/>
                  <a:ea typeface="ＭＳ Ｐゴシック" charset="0"/>
                  <a:cs typeface="Trebuchet MS"/>
                </a:defRPr>
              </a:lvl2pPr>
              <a:lvl3pPr marL="795318" indent="-163509" algn="l" rtl="0" eaLnBrk="1" fontAlgn="base" hangingPunct="1">
                <a:spcBef>
                  <a:spcPts val="400"/>
                </a:spcBef>
                <a:spcAft>
                  <a:spcPct val="0"/>
                </a:spcAft>
                <a:buClr>
                  <a:srgbClr val="6DA8F2"/>
                </a:buClr>
                <a:buFont typeface="Arial" charset="0"/>
                <a:buChar char="•"/>
                <a:defRPr kern="1200">
                  <a:solidFill>
                    <a:srgbClr val="4D566A"/>
                  </a:solidFill>
                  <a:latin typeface="Trebuchet MS"/>
                  <a:ea typeface="ＭＳ Ｐゴシック" charset="0"/>
                  <a:cs typeface="Trebuchet MS"/>
                </a:defRPr>
              </a:lvl3pPr>
              <a:lvl4pPr marL="1030262" indent="-174621" algn="l" rtl="0" eaLnBrk="1" fontAlgn="base" hangingPunct="1">
                <a:spcBef>
                  <a:spcPts val="300"/>
                </a:spcBef>
                <a:spcAft>
                  <a:spcPct val="0"/>
                </a:spcAft>
                <a:buClr>
                  <a:srgbClr val="8D95A4"/>
                </a:buClr>
                <a:buFont typeface="Arial" charset="0"/>
                <a:buChar char="–"/>
                <a:defRPr sz="1600" kern="1200">
                  <a:solidFill>
                    <a:srgbClr val="4D566A"/>
                  </a:solidFill>
                  <a:latin typeface="Trebuchet MS"/>
                  <a:ea typeface="ＭＳ Ｐゴシック" charset="0"/>
                  <a:cs typeface="Trebuchet MS"/>
                </a:defRPr>
              </a:lvl4pPr>
              <a:lvl5pPr marL="1311242" indent="-222245" algn="l" rtl="0" eaLnBrk="1" fontAlgn="base" hangingPunct="1">
                <a:spcBef>
                  <a:spcPct val="0"/>
                </a:spcBef>
                <a:spcAft>
                  <a:spcPct val="0"/>
                </a:spcAft>
                <a:buClr>
                  <a:srgbClr val="8D95A4"/>
                </a:buClr>
                <a:buFont typeface="Arial" charset="0"/>
                <a:buChar char="»"/>
                <a:defRPr sz="1600" kern="1200">
                  <a:solidFill>
                    <a:srgbClr val="4D566A"/>
                  </a:solidFill>
                  <a:latin typeface="Trebuchet MS"/>
                  <a:ea typeface="ＭＳ Ｐゴシック" charset="0"/>
                  <a:cs typeface="Trebuchet MS"/>
                </a:defRPr>
              </a:lvl5pPr>
              <a:lvl6pPr marL="2514428" indent="-228584" algn="l" defTabSz="91433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596" indent="-228584" algn="l" defTabSz="91433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765" indent="-228584" algn="l" defTabSz="91433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933" indent="-228584" algn="l" defTabSz="914337"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spcBef>
                  <a:spcPts val="600"/>
                </a:spcBef>
                <a:buClr>
                  <a:srgbClr val="0164D0"/>
                </a:buClr>
                <a:buNone/>
              </a:pPr>
              <a:r>
                <a:rPr lang="en-US" sz="1800" b="1" dirty="0">
                  <a:solidFill>
                    <a:srgbClr val="1C1C1C"/>
                  </a:solidFill>
                  <a:latin typeface="Trebuchet MS" charset="0"/>
                  <a:ea typeface="Trebuchet MS" charset="0"/>
                  <a:cs typeface="Trebuchet MS" charset="0"/>
                </a:rPr>
                <a:t>Objective</a:t>
              </a:r>
            </a:p>
            <a:p>
              <a:pPr marL="177800" lvl="0" indent="-177800">
                <a:spcBef>
                  <a:spcPts val="600"/>
                </a:spcBef>
                <a:buClr>
                  <a:srgbClr val="0164D0"/>
                </a:buClr>
                <a:buFont typeface="Arial" panose="020B0604020202020204" pitchFamily="34" charset="0"/>
                <a:buChar char="•"/>
              </a:pPr>
              <a:r>
                <a:rPr lang="en-US" sz="1800" dirty="0">
                  <a:solidFill>
                    <a:srgbClr val="E2E2E2">
                      <a:lumMod val="25000"/>
                    </a:srgbClr>
                  </a:solidFill>
                  <a:latin typeface="Trebuchet MS" charset="0"/>
                  <a:ea typeface="Trebuchet MS" charset="0"/>
                  <a:cs typeface="Trebuchet MS" charset="0"/>
                </a:rPr>
                <a:t>To determine impact of using price optimization on the bank’s business results</a:t>
              </a:r>
            </a:p>
            <a:p>
              <a:pPr marL="0" lvl="0" indent="0">
                <a:spcBef>
                  <a:spcPts val="600"/>
                </a:spcBef>
                <a:buClr>
                  <a:srgbClr val="0164D0"/>
                </a:buClr>
                <a:buNone/>
              </a:pPr>
              <a:r>
                <a:rPr lang="en-US" sz="1800" b="1" dirty="0">
                  <a:solidFill>
                    <a:srgbClr val="E2E2E2">
                      <a:lumMod val="25000"/>
                    </a:srgbClr>
                  </a:solidFill>
                  <a:latin typeface="Trebuchet MS" charset="0"/>
                  <a:ea typeface="Trebuchet MS" charset="0"/>
                  <a:cs typeface="Trebuchet MS" charset="0"/>
                </a:rPr>
                <a:t>Results</a:t>
              </a:r>
            </a:p>
            <a:p>
              <a:pPr marL="177800" lvl="0" indent="-177800">
                <a:spcBef>
                  <a:spcPts val="600"/>
                </a:spcBef>
                <a:buClr>
                  <a:srgbClr val="0164D0"/>
                </a:buClr>
                <a:buFont typeface="Arial" panose="020B0604020202020204" pitchFamily="34" charset="0"/>
                <a:buChar char="•"/>
              </a:pPr>
              <a:r>
                <a:rPr lang="en-US" sz="1800" dirty="0">
                  <a:solidFill>
                    <a:srgbClr val="E2E2E2">
                      <a:lumMod val="25000"/>
                    </a:srgbClr>
                  </a:solidFill>
                  <a:latin typeface="Trebuchet MS" charset="0"/>
                  <a:ea typeface="Trebuchet MS" charset="0"/>
                  <a:cs typeface="Trebuchet MS" charset="0"/>
                </a:rPr>
                <a:t>NPO outperformed BAU by $3.9mm in annual Net Interest Income, while holding volume constant</a:t>
              </a:r>
            </a:p>
            <a:p>
              <a:pPr lvl="1"/>
              <a:endParaRPr lang="en-US" dirty="0"/>
            </a:p>
          </p:txBody>
        </p:sp>
      </p:grpSp>
      <p:sp>
        <p:nvSpPr>
          <p:cNvPr id="13" name="Rectangle 12">
            <a:extLst>
              <a:ext uri="{FF2B5EF4-FFF2-40B4-BE49-F238E27FC236}">
                <a16:creationId xmlns:a16="http://schemas.microsoft.com/office/drawing/2014/main" id="{143F7C49-E0F6-4946-A7EB-4F289792EDEC}"/>
              </a:ext>
            </a:extLst>
          </p:cNvPr>
          <p:cNvSpPr/>
          <p:nvPr/>
        </p:nvSpPr>
        <p:spPr>
          <a:xfrm>
            <a:off x="6811108" y="93785"/>
            <a:ext cx="1711569" cy="477716"/>
          </a:xfrm>
          <a:prstGeom prst="rect">
            <a:avLst/>
          </a:prstGeom>
          <a:solidFill>
            <a:srgbClr val="82ACE6"/>
          </a:solidFill>
          <a:ln w="19050">
            <a:solidFill>
              <a:srgbClr val="275DA6"/>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spcAft>
                <a:spcPts val="600"/>
              </a:spcAft>
            </a:pPr>
            <a:r>
              <a:rPr lang="en-US" dirty="0"/>
              <a:t>Sample</a:t>
            </a:r>
          </a:p>
        </p:txBody>
      </p:sp>
    </p:spTree>
    <p:extLst>
      <p:ext uri="{BB962C8B-B14F-4D97-AF65-F5344CB8AC3E}">
        <p14:creationId xmlns:p14="http://schemas.microsoft.com/office/powerpoint/2010/main" val="397841809"/>
      </p:ext>
    </p:extLst>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Autofit/>
          </a:bodyPr>
          <a:lstStyle/>
          <a:p>
            <a:pPr marL="53975" indent="0">
              <a:buNone/>
            </a:pPr>
            <a:r>
              <a:rPr lang="en-US" sz="1400" b="1" dirty="0">
                <a:solidFill>
                  <a:srgbClr val="0979F5"/>
                </a:solidFill>
              </a:rPr>
              <a:t>Objective</a:t>
            </a:r>
          </a:p>
          <a:p>
            <a:pPr>
              <a:spcBef>
                <a:spcPts val="600"/>
              </a:spcBef>
            </a:pPr>
            <a:r>
              <a:rPr lang="en-US" sz="1400" dirty="0">
                <a:solidFill>
                  <a:schemeClr val="tx1"/>
                </a:solidFill>
              </a:rPr>
              <a:t>To justify investment in price optimization technology</a:t>
            </a:r>
          </a:p>
          <a:p>
            <a:pPr>
              <a:spcBef>
                <a:spcPts val="600"/>
              </a:spcBef>
            </a:pPr>
            <a:r>
              <a:rPr lang="en-US" sz="1400" dirty="0">
                <a:solidFill>
                  <a:schemeClr val="tx1"/>
                </a:solidFill>
              </a:rPr>
              <a:t>To determine the exact impact of a change in pricing using price optimization on the bank’s business results</a:t>
            </a:r>
          </a:p>
          <a:p>
            <a:pPr marL="53975" indent="0">
              <a:spcBef>
                <a:spcPts val="1800"/>
              </a:spcBef>
              <a:buNone/>
            </a:pPr>
            <a:r>
              <a:rPr lang="en-US" sz="1400" b="1" dirty="0">
                <a:solidFill>
                  <a:srgbClr val="0979F5"/>
                </a:solidFill>
              </a:rPr>
              <a:t>Structure</a:t>
            </a:r>
          </a:p>
          <a:p>
            <a:pPr>
              <a:spcBef>
                <a:spcPts val="600"/>
              </a:spcBef>
            </a:pPr>
            <a:r>
              <a:rPr lang="en-US" sz="1400" dirty="0">
                <a:solidFill>
                  <a:schemeClr val="tx1"/>
                </a:solidFill>
              </a:rPr>
              <a:t>Divide IB footprint into </a:t>
            </a:r>
            <a:r>
              <a:rPr lang="en-US" sz="1400" b="1" dirty="0">
                <a:solidFill>
                  <a:schemeClr val="tx1"/>
                </a:solidFill>
              </a:rPr>
              <a:t>two</a:t>
            </a:r>
            <a:r>
              <a:rPr lang="en-US" sz="1400" dirty="0">
                <a:solidFill>
                  <a:schemeClr val="tx1"/>
                </a:solidFill>
              </a:rPr>
              <a:t> representative groups</a:t>
            </a:r>
          </a:p>
          <a:p>
            <a:pPr>
              <a:spcBef>
                <a:spcPts val="600"/>
              </a:spcBef>
            </a:pPr>
            <a:r>
              <a:rPr lang="en-US" sz="1400" b="1" dirty="0">
                <a:solidFill>
                  <a:schemeClr val="tx1"/>
                </a:solidFill>
              </a:rPr>
              <a:t>Control</a:t>
            </a:r>
            <a:r>
              <a:rPr lang="en-US" sz="1400" dirty="0">
                <a:solidFill>
                  <a:schemeClr val="tx1"/>
                </a:solidFill>
              </a:rPr>
              <a:t>—Business As Usual rates</a:t>
            </a:r>
          </a:p>
          <a:p>
            <a:pPr lvl="1">
              <a:buClr>
                <a:srgbClr val="3585CF"/>
              </a:buClr>
            </a:pPr>
            <a:r>
              <a:rPr lang="en-US" sz="1400" dirty="0">
                <a:solidFill>
                  <a:schemeClr val="bg1">
                    <a:lumMod val="75000"/>
                  </a:schemeClr>
                </a:solidFill>
              </a:rPr>
              <a:t> </a:t>
            </a:r>
            <a:r>
              <a:rPr lang="en-US" sz="1400" dirty="0">
                <a:solidFill>
                  <a:srgbClr val="717171"/>
                </a:solidFill>
              </a:rPr>
              <a:t>FL + AR + TN + TX + SC (39% footprint)</a:t>
            </a:r>
          </a:p>
          <a:p>
            <a:pPr>
              <a:spcBef>
                <a:spcPts val="600"/>
              </a:spcBef>
            </a:pPr>
            <a:r>
              <a:rPr lang="en-US" sz="1400" b="1" dirty="0">
                <a:solidFill>
                  <a:schemeClr val="tx1"/>
                </a:solidFill>
              </a:rPr>
              <a:t>Test</a:t>
            </a:r>
            <a:r>
              <a:rPr lang="en-US" sz="1400" dirty="0">
                <a:solidFill>
                  <a:schemeClr val="tx1"/>
                </a:solidFill>
              </a:rPr>
              <a:t>—NPO optimized rates</a:t>
            </a:r>
          </a:p>
          <a:p>
            <a:pPr lvl="1">
              <a:buClr>
                <a:srgbClr val="3585CF"/>
              </a:buClr>
            </a:pPr>
            <a:r>
              <a:rPr lang="en-US" sz="1400" dirty="0">
                <a:solidFill>
                  <a:srgbClr val="717171"/>
                </a:solidFill>
              </a:rPr>
              <a:t>LA + AL + GA (61% footprint)</a:t>
            </a:r>
          </a:p>
        </p:txBody>
      </p:sp>
      <p:sp>
        <p:nvSpPr>
          <p:cNvPr id="3" name="Title 2"/>
          <p:cNvSpPr>
            <a:spLocks noGrp="1"/>
          </p:cNvSpPr>
          <p:nvPr>
            <p:ph type="title"/>
          </p:nvPr>
        </p:nvSpPr>
        <p:spPr/>
        <p:txBody>
          <a:bodyPr/>
          <a:lstStyle/>
          <a:p>
            <a:r>
              <a:rPr lang="en-US" dirty="0"/>
              <a:t>Deep Dive into Work 1</a:t>
            </a:r>
          </a:p>
        </p:txBody>
      </p:sp>
      <p:sp>
        <p:nvSpPr>
          <p:cNvPr id="4" name="Content Placeholder 3"/>
          <p:cNvSpPr>
            <a:spLocks noGrp="1"/>
          </p:cNvSpPr>
          <p:nvPr>
            <p:ph idx="10"/>
          </p:nvPr>
        </p:nvSpPr>
        <p:spPr/>
        <p:txBody>
          <a:bodyPr>
            <a:noAutofit/>
          </a:bodyPr>
          <a:lstStyle/>
          <a:p>
            <a:pPr marL="53975" indent="0">
              <a:buNone/>
            </a:pPr>
            <a:r>
              <a:rPr lang="en-US" sz="1400" b="1" dirty="0">
                <a:solidFill>
                  <a:srgbClr val="0979F5"/>
                </a:solidFill>
              </a:rPr>
              <a:t>Scope</a:t>
            </a:r>
          </a:p>
          <a:p>
            <a:pPr marL="231775" lvl="1" indent="-177800">
              <a:buClr>
                <a:srgbClr val="0F60F2"/>
              </a:buClr>
              <a:buFont typeface="Arial" charset="0"/>
              <a:buChar char="•"/>
            </a:pPr>
            <a:r>
              <a:rPr lang="en-US" sz="1400" dirty="0">
                <a:solidFill>
                  <a:schemeClr val="tx1"/>
                </a:solidFill>
              </a:rPr>
              <a:t>Products: 	   HELOC, HELOAN</a:t>
            </a:r>
          </a:p>
          <a:p>
            <a:pPr marL="231775" lvl="1" indent="-177800">
              <a:buClr>
                <a:srgbClr val="0F60F2"/>
              </a:buClr>
              <a:buFont typeface="Arial" charset="0"/>
              <a:buChar char="•"/>
            </a:pPr>
            <a:r>
              <a:rPr lang="en-US" sz="1400" dirty="0">
                <a:solidFill>
                  <a:schemeClr val="tx1"/>
                </a:solidFill>
              </a:rPr>
              <a:t>Client Type: 	   MC, EA, PC</a:t>
            </a:r>
          </a:p>
          <a:p>
            <a:pPr marL="231775" lvl="1" indent="-177800">
              <a:buClr>
                <a:srgbClr val="0F60F2"/>
              </a:buClr>
              <a:buFont typeface="Arial" charset="0"/>
              <a:buChar char="•"/>
            </a:pPr>
            <a:r>
              <a:rPr lang="en-US" sz="1400" dirty="0">
                <a:solidFill>
                  <a:schemeClr val="tx1"/>
                </a:solidFill>
              </a:rPr>
              <a:t>Measurement period: 9/22/17—12/31/17</a:t>
            </a:r>
          </a:p>
          <a:p>
            <a:pPr lvl="1"/>
            <a:endParaRPr lang="en-US" sz="2400" dirty="0"/>
          </a:p>
          <a:p>
            <a:pPr marL="53975" indent="0">
              <a:buNone/>
            </a:pPr>
            <a:r>
              <a:rPr lang="en-US" sz="1400" b="1" dirty="0">
                <a:solidFill>
                  <a:srgbClr val="0979F5"/>
                </a:solidFill>
              </a:rPr>
              <a:t>Rate changes</a:t>
            </a:r>
          </a:p>
          <a:p>
            <a:pPr marL="231775" lvl="1" indent="-177800">
              <a:buClr>
                <a:srgbClr val="0F60F2"/>
              </a:buClr>
              <a:buFont typeface="Arial" charset="0"/>
              <a:buChar char="•"/>
            </a:pPr>
            <a:r>
              <a:rPr lang="en-US" sz="1400" dirty="0">
                <a:solidFill>
                  <a:schemeClr val="bg2">
                    <a:lumMod val="25000"/>
                  </a:schemeClr>
                </a:solidFill>
              </a:rPr>
              <a:t>Test region had following pricing changes:</a:t>
            </a:r>
          </a:p>
          <a:p>
            <a:pPr lvl="1">
              <a:buClr>
                <a:srgbClr val="3585CF"/>
              </a:buClr>
            </a:pPr>
            <a:r>
              <a:rPr lang="en-US" sz="1400" dirty="0">
                <a:solidFill>
                  <a:srgbClr val="717171"/>
                </a:solidFill>
              </a:rPr>
              <a:t>Added granularity (pricing by State and Amount)</a:t>
            </a:r>
          </a:p>
          <a:p>
            <a:pPr lvl="1">
              <a:buClr>
                <a:srgbClr val="3585CF"/>
              </a:buClr>
            </a:pPr>
            <a:r>
              <a:rPr lang="en-US" sz="1400" dirty="0">
                <a:solidFill>
                  <a:srgbClr val="717171"/>
                </a:solidFill>
              </a:rPr>
              <a:t>Rates determined through price optimization to increase both volume and profit</a:t>
            </a:r>
          </a:p>
          <a:p>
            <a:pPr marL="512763" lvl="2" indent="-177800">
              <a:buClr>
                <a:srgbClr val="0F60F2"/>
              </a:buClr>
            </a:pPr>
            <a:endParaRPr lang="en-US" sz="1400" dirty="0"/>
          </a:p>
          <a:p>
            <a:pPr marL="512763" lvl="2" indent="-177800">
              <a:buClr>
                <a:srgbClr val="0F60F2"/>
              </a:buClr>
            </a:pPr>
            <a:endParaRPr lang="en-US" sz="1400" dirty="0"/>
          </a:p>
        </p:txBody>
      </p:sp>
      <p:sp>
        <p:nvSpPr>
          <p:cNvPr id="5" name="Rectangle 4">
            <a:extLst>
              <a:ext uri="{FF2B5EF4-FFF2-40B4-BE49-F238E27FC236}">
                <a16:creationId xmlns:a16="http://schemas.microsoft.com/office/drawing/2014/main" id="{5FE17BD7-F3CD-6948-A129-7AC0B9BBB89A}"/>
              </a:ext>
            </a:extLst>
          </p:cNvPr>
          <p:cNvSpPr/>
          <p:nvPr/>
        </p:nvSpPr>
        <p:spPr>
          <a:xfrm>
            <a:off x="6811108" y="93785"/>
            <a:ext cx="1711569" cy="477716"/>
          </a:xfrm>
          <a:prstGeom prst="rect">
            <a:avLst/>
          </a:prstGeom>
          <a:solidFill>
            <a:srgbClr val="82ACE6"/>
          </a:solidFill>
          <a:ln w="19050">
            <a:solidFill>
              <a:srgbClr val="275DA6"/>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spcAft>
                <a:spcPts val="600"/>
              </a:spcAft>
            </a:pPr>
            <a:r>
              <a:rPr lang="en-US" dirty="0"/>
              <a:t>Sample</a:t>
            </a:r>
          </a:p>
        </p:txBody>
      </p:sp>
    </p:spTree>
    <p:extLst>
      <p:ext uri="{BB962C8B-B14F-4D97-AF65-F5344CB8AC3E}">
        <p14:creationId xmlns:p14="http://schemas.microsoft.com/office/powerpoint/2010/main" val="3028374209"/>
      </p:ext>
    </p:extLst>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457199" y="835025"/>
            <a:ext cx="3235570" cy="3862687"/>
          </a:xfrm>
        </p:spPr>
        <p:txBody>
          <a:bodyPr/>
          <a:lstStyle/>
          <a:p>
            <a:r>
              <a:rPr lang="en-US" sz="1600" dirty="0"/>
              <a:t>Rate optimization conducted to increase both Volume and Profit</a:t>
            </a:r>
          </a:p>
          <a:p>
            <a:endParaRPr lang="en-US" sz="1600" dirty="0"/>
          </a:p>
          <a:p>
            <a:r>
              <a:rPr lang="en-US" sz="1600" dirty="0"/>
              <a:t>Rates lowered by weighted average 13bps from BAU rates</a:t>
            </a:r>
          </a:p>
        </p:txBody>
      </p:sp>
      <p:sp>
        <p:nvSpPr>
          <p:cNvPr id="3" name="Title 2"/>
          <p:cNvSpPr>
            <a:spLocks noGrp="1"/>
          </p:cNvSpPr>
          <p:nvPr>
            <p:ph type="title"/>
          </p:nvPr>
        </p:nvSpPr>
        <p:spPr/>
        <p:txBody>
          <a:bodyPr/>
          <a:lstStyle/>
          <a:p>
            <a:r>
              <a:rPr lang="en-US" dirty="0"/>
              <a:t>Price Optimization Test &amp; Control - Rate Changes</a:t>
            </a:r>
          </a:p>
        </p:txBody>
      </p:sp>
      <p:graphicFrame>
        <p:nvGraphicFramePr>
          <p:cNvPr id="4" name="Chart 3"/>
          <p:cNvGraphicFramePr>
            <a:graphicFrameLocks/>
          </p:cNvGraphicFramePr>
          <p:nvPr>
            <p:extLst>
              <p:ext uri="{D42A27DB-BD31-4B8C-83A1-F6EECF244321}">
                <p14:modId xmlns:p14="http://schemas.microsoft.com/office/powerpoint/2010/main" val="4273519841"/>
              </p:ext>
            </p:extLst>
          </p:nvPr>
        </p:nvGraphicFramePr>
        <p:xfrm>
          <a:off x="3894991" y="826778"/>
          <a:ext cx="4791763" cy="3117612"/>
        </p:xfrm>
        <a:graphic>
          <a:graphicData uri="http://schemas.openxmlformats.org/drawingml/2006/chart">
            <c:chart xmlns:c="http://schemas.openxmlformats.org/drawingml/2006/chart" xmlns:r="http://schemas.openxmlformats.org/officeDocument/2006/relationships" r:id="rId2"/>
          </a:graphicData>
        </a:graphic>
      </p:graphicFrame>
      <p:sp>
        <p:nvSpPr>
          <p:cNvPr id="6" name="Rectangle 5"/>
          <p:cNvSpPr/>
          <p:nvPr/>
        </p:nvSpPr>
        <p:spPr>
          <a:xfrm>
            <a:off x="536330" y="4207914"/>
            <a:ext cx="8229556" cy="412499"/>
          </a:xfrm>
          <a:prstGeom prst="rect">
            <a:avLst/>
          </a:prstGeom>
          <a:solidFill>
            <a:srgbClr val="087AF6"/>
          </a:solidFill>
          <a:ln w="19050">
            <a:solidFill>
              <a:srgbClr val="087AF6"/>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spcAft>
                <a:spcPts val="600"/>
              </a:spcAft>
            </a:pPr>
            <a:r>
              <a:rPr lang="en-US" dirty="0"/>
              <a:t>Rates optimized based on segment price elasticity as well as profitability</a:t>
            </a:r>
          </a:p>
        </p:txBody>
      </p:sp>
      <p:sp>
        <p:nvSpPr>
          <p:cNvPr id="7" name="TextBox 6"/>
          <p:cNvSpPr txBox="1"/>
          <p:nvPr/>
        </p:nvSpPr>
        <p:spPr>
          <a:xfrm>
            <a:off x="6401383" y="3918814"/>
            <a:ext cx="2487593" cy="314677"/>
          </a:xfrm>
          <a:prstGeom prst="rect">
            <a:avLst/>
          </a:prstGeom>
          <a:noFill/>
        </p:spPr>
        <p:txBody>
          <a:bodyPr wrap="none" rtlCol="0">
            <a:normAutofit/>
          </a:bodyPr>
          <a:lstStyle/>
          <a:p>
            <a:pPr marL="53975" indent="0">
              <a:buNone/>
            </a:pPr>
            <a:r>
              <a:rPr lang="en-US" sz="1200" dirty="0"/>
              <a:t>*Volume is one-month booked-$</a:t>
            </a:r>
          </a:p>
        </p:txBody>
      </p:sp>
      <p:sp>
        <p:nvSpPr>
          <p:cNvPr id="8" name="TextBox 7"/>
          <p:cNvSpPr txBox="1"/>
          <p:nvPr/>
        </p:nvSpPr>
        <p:spPr>
          <a:xfrm>
            <a:off x="4655712" y="2700260"/>
            <a:ext cx="543910" cy="314677"/>
          </a:xfrm>
          <a:prstGeom prst="rect">
            <a:avLst/>
          </a:prstGeom>
          <a:noFill/>
        </p:spPr>
        <p:txBody>
          <a:bodyPr wrap="none" rtlCol="0">
            <a:normAutofit/>
          </a:bodyPr>
          <a:lstStyle/>
          <a:p>
            <a:pPr marL="53975" indent="0">
              <a:buNone/>
            </a:pPr>
            <a:r>
              <a:rPr lang="en-US" sz="1050" dirty="0">
                <a:solidFill>
                  <a:srgbClr val="7CA1F8"/>
                </a:solidFill>
              </a:rPr>
              <a:t>$1mm</a:t>
            </a:r>
          </a:p>
        </p:txBody>
      </p:sp>
      <p:sp>
        <p:nvSpPr>
          <p:cNvPr id="9" name="TextBox 8"/>
          <p:cNvSpPr txBox="1"/>
          <p:nvPr/>
        </p:nvSpPr>
        <p:spPr>
          <a:xfrm>
            <a:off x="5244776" y="2700259"/>
            <a:ext cx="543910" cy="314677"/>
          </a:xfrm>
          <a:prstGeom prst="rect">
            <a:avLst/>
          </a:prstGeom>
          <a:noFill/>
        </p:spPr>
        <p:txBody>
          <a:bodyPr wrap="none" rtlCol="0">
            <a:normAutofit/>
          </a:bodyPr>
          <a:lstStyle/>
          <a:p>
            <a:pPr marL="53975" indent="0">
              <a:buNone/>
            </a:pPr>
            <a:r>
              <a:rPr lang="en-US" sz="1050" dirty="0">
                <a:solidFill>
                  <a:srgbClr val="7CA1F8"/>
                </a:solidFill>
              </a:rPr>
              <a:t>$5mm</a:t>
            </a:r>
          </a:p>
        </p:txBody>
      </p:sp>
      <p:sp>
        <p:nvSpPr>
          <p:cNvPr id="10" name="TextBox 9"/>
          <p:cNvSpPr txBox="1"/>
          <p:nvPr/>
        </p:nvSpPr>
        <p:spPr>
          <a:xfrm>
            <a:off x="5915964" y="2268259"/>
            <a:ext cx="543910" cy="314677"/>
          </a:xfrm>
          <a:prstGeom prst="rect">
            <a:avLst/>
          </a:prstGeom>
          <a:noFill/>
        </p:spPr>
        <p:txBody>
          <a:bodyPr wrap="none" rtlCol="0">
            <a:normAutofit/>
          </a:bodyPr>
          <a:lstStyle/>
          <a:p>
            <a:pPr marL="53975" indent="0">
              <a:buNone/>
            </a:pPr>
            <a:r>
              <a:rPr lang="en-US" sz="1050" dirty="0">
                <a:solidFill>
                  <a:srgbClr val="7CA1F8"/>
                </a:solidFill>
              </a:rPr>
              <a:t>$14mm</a:t>
            </a:r>
          </a:p>
        </p:txBody>
      </p:sp>
      <p:sp>
        <p:nvSpPr>
          <p:cNvPr id="11" name="TextBox 10"/>
          <p:cNvSpPr txBox="1"/>
          <p:nvPr/>
        </p:nvSpPr>
        <p:spPr>
          <a:xfrm>
            <a:off x="7834383" y="2256376"/>
            <a:ext cx="543910" cy="314677"/>
          </a:xfrm>
          <a:prstGeom prst="rect">
            <a:avLst/>
          </a:prstGeom>
          <a:noFill/>
        </p:spPr>
        <p:txBody>
          <a:bodyPr wrap="none" rtlCol="0">
            <a:normAutofit/>
          </a:bodyPr>
          <a:lstStyle/>
          <a:p>
            <a:pPr marL="53975" indent="0">
              <a:buNone/>
            </a:pPr>
            <a:r>
              <a:rPr lang="en-US" sz="1050" dirty="0">
                <a:solidFill>
                  <a:srgbClr val="7CA1F8"/>
                </a:solidFill>
              </a:rPr>
              <a:t>$38mm</a:t>
            </a:r>
          </a:p>
        </p:txBody>
      </p:sp>
      <p:sp>
        <p:nvSpPr>
          <p:cNvPr id="12" name="TextBox 11"/>
          <p:cNvSpPr txBox="1"/>
          <p:nvPr/>
        </p:nvSpPr>
        <p:spPr>
          <a:xfrm>
            <a:off x="6582645" y="2257173"/>
            <a:ext cx="543910" cy="314677"/>
          </a:xfrm>
          <a:prstGeom prst="rect">
            <a:avLst/>
          </a:prstGeom>
          <a:noFill/>
        </p:spPr>
        <p:txBody>
          <a:bodyPr wrap="none" rtlCol="0">
            <a:normAutofit/>
          </a:bodyPr>
          <a:lstStyle/>
          <a:p>
            <a:pPr marL="53975" indent="0">
              <a:buNone/>
            </a:pPr>
            <a:r>
              <a:rPr lang="en-US" sz="1050" dirty="0">
                <a:solidFill>
                  <a:srgbClr val="7CA1F8"/>
                </a:solidFill>
              </a:rPr>
              <a:t>$30mm</a:t>
            </a:r>
          </a:p>
        </p:txBody>
      </p:sp>
      <p:sp>
        <p:nvSpPr>
          <p:cNvPr id="13" name="TextBox 12"/>
          <p:cNvSpPr txBox="1"/>
          <p:nvPr/>
        </p:nvSpPr>
        <p:spPr>
          <a:xfrm>
            <a:off x="7245319" y="2258320"/>
            <a:ext cx="543910" cy="314677"/>
          </a:xfrm>
          <a:prstGeom prst="rect">
            <a:avLst/>
          </a:prstGeom>
          <a:noFill/>
        </p:spPr>
        <p:txBody>
          <a:bodyPr wrap="none" rtlCol="0">
            <a:normAutofit/>
          </a:bodyPr>
          <a:lstStyle/>
          <a:p>
            <a:pPr marL="53975" indent="0">
              <a:buNone/>
            </a:pPr>
            <a:r>
              <a:rPr lang="en-US" sz="1050" dirty="0">
                <a:solidFill>
                  <a:srgbClr val="7CA1F8"/>
                </a:solidFill>
              </a:rPr>
              <a:t>$32mm</a:t>
            </a:r>
          </a:p>
        </p:txBody>
      </p:sp>
      <p:sp>
        <p:nvSpPr>
          <p:cNvPr id="14" name="Rectangle 13">
            <a:extLst>
              <a:ext uri="{FF2B5EF4-FFF2-40B4-BE49-F238E27FC236}">
                <a16:creationId xmlns:a16="http://schemas.microsoft.com/office/drawing/2014/main" id="{D050086A-2F93-6D4D-B569-17726EBA6E6E}"/>
              </a:ext>
            </a:extLst>
          </p:cNvPr>
          <p:cNvSpPr/>
          <p:nvPr/>
        </p:nvSpPr>
        <p:spPr>
          <a:xfrm>
            <a:off x="6811108" y="93785"/>
            <a:ext cx="1711569" cy="477716"/>
          </a:xfrm>
          <a:prstGeom prst="rect">
            <a:avLst/>
          </a:prstGeom>
          <a:solidFill>
            <a:srgbClr val="82ACE6"/>
          </a:solidFill>
          <a:ln w="19050">
            <a:solidFill>
              <a:srgbClr val="275DA6"/>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spcAft>
                <a:spcPts val="600"/>
              </a:spcAft>
            </a:pPr>
            <a:r>
              <a:rPr lang="en-US" dirty="0"/>
              <a:t>Sample</a:t>
            </a:r>
          </a:p>
        </p:txBody>
      </p:sp>
    </p:spTree>
    <p:extLst>
      <p:ext uri="{BB962C8B-B14F-4D97-AF65-F5344CB8AC3E}">
        <p14:creationId xmlns:p14="http://schemas.microsoft.com/office/powerpoint/2010/main" val="909448013"/>
      </p:ext>
    </p:extLst>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p:txBody>
          <a:bodyPr/>
          <a:lstStyle/>
          <a:p>
            <a:pPr marL="53975" indent="0">
              <a:buNone/>
            </a:pPr>
            <a:endParaRPr lang="en-US" sz="1800" dirty="0"/>
          </a:p>
          <a:p>
            <a:pPr marL="53975" indent="0">
              <a:buNone/>
            </a:pPr>
            <a:r>
              <a:rPr lang="en-US" dirty="0"/>
              <a:t>Incremental benefit of Lifetime Risk Adj. Return:</a:t>
            </a:r>
            <a:endParaRPr lang="en-US" sz="1800" dirty="0"/>
          </a:p>
          <a:p>
            <a:pPr lvl="1">
              <a:buFont typeface="Arial"/>
              <a:buChar char="•"/>
            </a:pPr>
            <a:r>
              <a:rPr lang="en-US" dirty="0"/>
              <a:t>RAR benefit in Test region during Test period 	= $982,127</a:t>
            </a:r>
            <a:endParaRPr lang="en-US" sz="1800" dirty="0"/>
          </a:p>
          <a:p>
            <a:pPr lvl="1">
              <a:buFont typeface="Arial"/>
              <a:buChar char="•"/>
            </a:pPr>
            <a:r>
              <a:rPr lang="en-US" dirty="0"/>
              <a:t>Scaled to entire footprint </a:t>
            </a:r>
            <a:r>
              <a:rPr lang="en-US" dirty="0">
                <a:sym typeface="Wingdings"/>
              </a:rPr>
              <a:t></a:t>
            </a:r>
            <a:r>
              <a:rPr lang="en-US" dirty="0"/>
              <a:t> $982,127/ 61% 	≈ $1.61mm</a:t>
            </a:r>
            <a:endParaRPr lang="en-US" sz="1800" dirty="0"/>
          </a:p>
          <a:p>
            <a:pPr lvl="1">
              <a:buFont typeface="Arial"/>
              <a:buChar char="•"/>
            </a:pPr>
            <a:r>
              <a:rPr lang="en-US" dirty="0"/>
              <a:t>Scaled to annual benefit </a:t>
            </a:r>
            <a:r>
              <a:rPr lang="en-US" dirty="0">
                <a:sym typeface="Wingdings"/>
              </a:rPr>
              <a:t> $1.61mm/ 28% 		</a:t>
            </a:r>
            <a:r>
              <a:rPr lang="en-US" dirty="0"/>
              <a:t>≈</a:t>
            </a:r>
            <a:r>
              <a:rPr lang="en-US" dirty="0">
                <a:sym typeface="Wingdings"/>
              </a:rPr>
              <a:t> $5.75mm</a:t>
            </a:r>
            <a:endParaRPr lang="en-US" sz="1800" dirty="0">
              <a:sym typeface="Wingdings"/>
            </a:endParaRPr>
          </a:p>
        </p:txBody>
      </p:sp>
      <p:sp>
        <p:nvSpPr>
          <p:cNvPr id="3" name="Title 2"/>
          <p:cNvSpPr>
            <a:spLocks noGrp="1"/>
          </p:cNvSpPr>
          <p:nvPr>
            <p:ph type="title"/>
          </p:nvPr>
        </p:nvSpPr>
        <p:spPr/>
        <p:txBody>
          <a:bodyPr/>
          <a:lstStyle/>
          <a:p>
            <a:r>
              <a:rPr lang="en-US" dirty="0"/>
              <a:t>Preliminary price optimization business case</a:t>
            </a:r>
          </a:p>
        </p:txBody>
      </p:sp>
      <p:sp>
        <p:nvSpPr>
          <p:cNvPr id="4" name="Rectangle 3"/>
          <p:cNvSpPr/>
          <p:nvPr/>
        </p:nvSpPr>
        <p:spPr>
          <a:xfrm>
            <a:off x="536330" y="3944146"/>
            <a:ext cx="8229556" cy="412499"/>
          </a:xfrm>
          <a:prstGeom prst="rect">
            <a:avLst/>
          </a:prstGeom>
          <a:solidFill>
            <a:srgbClr val="097AF5"/>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1587" indent="0" algn="ctr">
              <a:buNone/>
            </a:pPr>
            <a:r>
              <a:rPr lang="en-US" dirty="0">
                <a:sym typeface="Wingdings"/>
              </a:rPr>
              <a:t>Return on Investment (ROI) of 13-to-1 (based on 5 year investment)</a:t>
            </a:r>
          </a:p>
        </p:txBody>
      </p:sp>
      <p:sp>
        <p:nvSpPr>
          <p:cNvPr id="5" name="Rectangle 4">
            <a:extLst>
              <a:ext uri="{FF2B5EF4-FFF2-40B4-BE49-F238E27FC236}">
                <a16:creationId xmlns:a16="http://schemas.microsoft.com/office/drawing/2014/main" id="{F33C9871-6737-9D44-AA91-ECA475A76102}"/>
              </a:ext>
            </a:extLst>
          </p:cNvPr>
          <p:cNvSpPr/>
          <p:nvPr/>
        </p:nvSpPr>
        <p:spPr>
          <a:xfrm>
            <a:off x="6811108" y="93785"/>
            <a:ext cx="1711569" cy="477716"/>
          </a:xfrm>
          <a:prstGeom prst="rect">
            <a:avLst/>
          </a:prstGeom>
          <a:solidFill>
            <a:srgbClr val="82ACE6"/>
          </a:solidFill>
          <a:ln w="19050">
            <a:solidFill>
              <a:srgbClr val="275DA6"/>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spcAft>
                <a:spcPts val="600"/>
              </a:spcAft>
            </a:pPr>
            <a:r>
              <a:rPr lang="en-US" dirty="0"/>
              <a:t>Sample</a:t>
            </a:r>
          </a:p>
        </p:txBody>
      </p:sp>
    </p:spTree>
    <p:extLst>
      <p:ext uri="{BB962C8B-B14F-4D97-AF65-F5344CB8AC3E}">
        <p14:creationId xmlns:p14="http://schemas.microsoft.com/office/powerpoint/2010/main" val="131463577"/>
      </p:ext>
    </p:extLst>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Autofit/>
          </a:bodyPr>
          <a:lstStyle/>
          <a:p>
            <a:pPr marL="53975" indent="0">
              <a:buNone/>
            </a:pPr>
            <a:r>
              <a:rPr lang="en-US" sz="1400" b="1" dirty="0">
                <a:solidFill>
                  <a:srgbClr val="0979F5"/>
                </a:solidFill>
              </a:rPr>
              <a:t>Objective</a:t>
            </a:r>
          </a:p>
          <a:p>
            <a:pPr>
              <a:spcBef>
                <a:spcPts val="600"/>
              </a:spcBef>
            </a:pPr>
            <a:r>
              <a:rPr lang="en-US" sz="1400" dirty="0">
                <a:solidFill>
                  <a:schemeClr val="tx1"/>
                </a:solidFill>
              </a:rPr>
              <a:t>To justify investment in price optimization technology</a:t>
            </a:r>
          </a:p>
          <a:p>
            <a:pPr>
              <a:spcBef>
                <a:spcPts val="600"/>
              </a:spcBef>
            </a:pPr>
            <a:r>
              <a:rPr lang="en-US" sz="1400" dirty="0">
                <a:solidFill>
                  <a:schemeClr val="tx1"/>
                </a:solidFill>
              </a:rPr>
              <a:t>To determine the exact impact of a change in pricing using price optimization on the bank’s business results</a:t>
            </a:r>
          </a:p>
          <a:p>
            <a:pPr marL="53975" indent="0">
              <a:spcBef>
                <a:spcPts val="1800"/>
              </a:spcBef>
              <a:buNone/>
            </a:pPr>
            <a:r>
              <a:rPr lang="en-US" sz="1400" b="1" dirty="0">
                <a:solidFill>
                  <a:srgbClr val="0979F5"/>
                </a:solidFill>
              </a:rPr>
              <a:t>Structure</a:t>
            </a:r>
          </a:p>
          <a:p>
            <a:pPr>
              <a:spcBef>
                <a:spcPts val="600"/>
              </a:spcBef>
            </a:pPr>
            <a:r>
              <a:rPr lang="en-US" sz="1400" dirty="0">
                <a:solidFill>
                  <a:schemeClr val="tx1"/>
                </a:solidFill>
              </a:rPr>
              <a:t>Divide IB footprint into </a:t>
            </a:r>
            <a:r>
              <a:rPr lang="en-US" sz="1400" b="1" dirty="0">
                <a:solidFill>
                  <a:schemeClr val="tx1"/>
                </a:solidFill>
              </a:rPr>
              <a:t>two</a:t>
            </a:r>
            <a:r>
              <a:rPr lang="en-US" sz="1400" dirty="0">
                <a:solidFill>
                  <a:schemeClr val="tx1"/>
                </a:solidFill>
              </a:rPr>
              <a:t> representative groups</a:t>
            </a:r>
          </a:p>
          <a:p>
            <a:pPr>
              <a:spcBef>
                <a:spcPts val="600"/>
              </a:spcBef>
            </a:pPr>
            <a:r>
              <a:rPr lang="en-US" sz="1400" b="1" dirty="0">
                <a:solidFill>
                  <a:schemeClr val="tx1"/>
                </a:solidFill>
              </a:rPr>
              <a:t>Control</a:t>
            </a:r>
            <a:r>
              <a:rPr lang="en-US" sz="1400" dirty="0">
                <a:solidFill>
                  <a:schemeClr val="tx1"/>
                </a:solidFill>
              </a:rPr>
              <a:t>—Business As Usual rates</a:t>
            </a:r>
          </a:p>
          <a:p>
            <a:pPr lvl="1">
              <a:buClr>
                <a:srgbClr val="3585CF"/>
              </a:buClr>
            </a:pPr>
            <a:r>
              <a:rPr lang="en-US" sz="1400" dirty="0">
                <a:solidFill>
                  <a:schemeClr val="bg1">
                    <a:lumMod val="75000"/>
                  </a:schemeClr>
                </a:solidFill>
              </a:rPr>
              <a:t> </a:t>
            </a:r>
            <a:r>
              <a:rPr lang="en-US" sz="1400" dirty="0">
                <a:solidFill>
                  <a:srgbClr val="717171"/>
                </a:solidFill>
              </a:rPr>
              <a:t>FL + AR + TN + TX + SC (39% footprint)</a:t>
            </a:r>
          </a:p>
          <a:p>
            <a:pPr>
              <a:spcBef>
                <a:spcPts val="600"/>
              </a:spcBef>
            </a:pPr>
            <a:r>
              <a:rPr lang="en-US" sz="1400" b="1" dirty="0">
                <a:solidFill>
                  <a:schemeClr val="tx1"/>
                </a:solidFill>
              </a:rPr>
              <a:t>Test</a:t>
            </a:r>
            <a:r>
              <a:rPr lang="en-US" sz="1400" dirty="0">
                <a:solidFill>
                  <a:schemeClr val="tx1"/>
                </a:solidFill>
              </a:rPr>
              <a:t>—NPO optimized rates</a:t>
            </a:r>
          </a:p>
          <a:p>
            <a:pPr lvl="1">
              <a:buClr>
                <a:srgbClr val="3585CF"/>
              </a:buClr>
            </a:pPr>
            <a:r>
              <a:rPr lang="en-US" sz="1400" dirty="0">
                <a:solidFill>
                  <a:srgbClr val="717171"/>
                </a:solidFill>
              </a:rPr>
              <a:t>LA + AL + GA (61% footprint)</a:t>
            </a:r>
          </a:p>
        </p:txBody>
      </p:sp>
      <p:sp>
        <p:nvSpPr>
          <p:cNvPr id="3" name="Title 2"/>
          <p:cNvSpPr>
            <a:spLocks noGrp="1"/>
          </p:cNvSpPr>
          <p:nvPr>
            <p:ph type="title"/>
          </p:nvPr>
        </p:nvSpPr>
        <p:spPr/>
        <p:txBody>
          <a:bodyPr/>
          <a:lstStyle/>
          <a:p>
            <a:r>
              <a:rPr lang="en-US" dirty="0"/>
              <a:t>Deep Dive into Work 1</a:t>
            </a:r>
          </a:p>
        </p:txBody>
      </p:sp>
      <p:sp>
        <p:nvSpPr>
          <p:cNvPr id="4" name="Content Placeholder 3"/>
          <p:cNvSpPr>
            <a:spLocks noGrp="1"/>
          </p:cNvSpPr>
          <p:nvPr>
            <p:ph idx="10"/>
          </p:nvPr>
        </p:nvSpPr>
        <p:spPr/>
        <p:txBody>
          <a:bodyPr>
            <a:noAutofit/>
          </a:bodyPr>
          <a:lstStyle/>
          <a:p>
            <a:pPr marL="53975" indent="0">
              <a:buNone/>
            </a:pPr>
            <a:r>
              <a:rPr lang="en-US" sz="1400" b="1" dirty="0">
                <a:solidFill>
                  <a:srgbClr val="0979F5"/>
                </a:solidFill>
              </a:rPr>
              <a:t>Scope</a:t>
            </a:r>
          </a:p>
          <a:p>
            <a:pPr marL="231775" lvl="1" indent="-177800">
              <a:buClr>
                <a:srgbClr val="0F60F2"/>
              </a:buClr>
              <a:buFont typeface="Arial" charset="0"/>
              <a:buChar char="•"/>
            </a:pPr>
            <a:r>
              <a:rPr lang="en-US" sz="1400" dirty="0">
                <a:solidFill>
                  <a:schemeClr val="tx1"/>
                </a:solidFill>
              </a:rPr>
              <a:t>Products: 	   HELOC, HELOAN</a:t>
            </a:r>
          </a:p>
          <a:p>
            <a:pPr marL="231775" lvl="1" indent="-177800">
              <a:buClr>
                <a:srgbClr val="0F60F2"/>
              </a:buClr>
              <a:buFont typeface="Arial" charset="0"/>
              <a:buChar char="•"/>
            </a:pPr>
            <a:r>
              <a:rPr lang="en-US" sz="1400" dirty="0">
                <a:solidFill>
                  <a:schemeClr val="tx1"/>
                </a:solidFill>
              </a:rPr>
              <a:t>Client Type: 	   MC, EA, PC</a:t>
            </a:r>
          </a:p>
          <a:p>
            <a:pPr marL="231775" lvl="1" indent="-177800">
              <a:buClr>
                <a:srgbClr val="0F60F2"/>
              </a:buClr>
              <a:buFont typeface="Arial" charset="0"/>
              <a:buChar char="•"/>
            </a:pPr>
            <a:r>
              <a:rPr lang="en-US" sz="1400" dirty="0">
                <a:solidFill>
                  <a:schemeClr val="tx1"/>
                </a:solidFill>
              </a:rPr>
              <a:t>Measurement period: 9/22/17—12/31/17</a:t>
            </a:r>
          </a:p>
          <a:p>
            <a:pPr lvl="1"/>
            <a:endParaRPr lang="en-US" sz="2400" dirty="0"/>
          </a:p>
          <a:p>
            <a:pPr marL="53975" indent="0">
              <a:buNone/>
            </a:pPr>
            <a:r>
              <a:rPr lang="en-US" sz="1400" b="1" dirty="0">
                <a:solidFill>
                  <a:srgbClr val="0979F5"/>
                </a:solidFill>
              </a:rPr>
              <a:t>Rate changes</a:t>
            </a:r>
          </a:p>
          <a:p>
            <a:pPr marL="231775" lvl="1" indent="-177800">
              <a:buClr>
                <a:srgbClr val="0F60F2"/>
              </a:buClr>
              <a:buFont typeface="Arial" charset="0"/>
              <a:buChar char="•"/>
            </a:pPr>
            <a:r>
              <a:rPr lang="en-US" sz="1400" dirty="0">
                <a:solidFill>
                  <a:schemeClr val="bg2">
                    <a:lumMod val="25000"/>
                  </a:schemeClr>
                </a:solidFill>
              </a:rPr>
              <a:t>Test region had following pricing changes:</a:t>
            </a:r>
          </a:p>
          <a:p>
            <a:pPr lvl="1">
              <a:buClr>
                <a:srgbClr val="3585CF"/>
              </a:buClr>
            </a:pPr>
            <a:r>
              <a:rPr lang="en-US" sz="1400" dirty="0">
                <a:solidFill>
                  <a:srgbClr val="717171"/>
                </a:solidFill>
              </a:rPr>
              <a:t>Added granularity (pricing by State and Amount)</a:t>
            </a:r>
          </a:p>
          <a:p>
            <a:pPr lvl="1">
              <a:buClr>
                <a:srgbClr val="3585CF"/>
              </a:buClr>
            </a:pPr>
            <a:r>
              <a:rPr lang="en-US" sz="1400" dirty="0">
                <a:solidFill>
                  <a:srgbClr val="717171"/>
                </a:solidFill>
              </a:rPr>
              <a:t>Rates determined through price optimization to increase both volume and profit</a:t>
            </a:r>
          </a:p>
          <a:p>
            <a:pPr marL="512763" lvl="2" indent="-177800">
              <a:buClr>
                <a:srgbClr val="0F60F2"/>
              </a:buClr>
            </a:pPr>
            <a:endParaRPr lang="en-US" sz="1400" dirty="0"/>
          </a:p>
          <a:p>
            <a:pPr marL="512763" lvl="2" indent="-177800">
              <a:buClr>
                <a:srgbClr val="0F60F2"/>
              </a:buClr>
            </a:pPr>
            <a:endParaRPr lang="en-US" sz="1400" dirty="0"/>
          </a:p>
        </p:txBody>
      </p:sp>
      <p:sp>
        <p:nvSpPr>
          <p:cNvPr id="5" name="Rectangle 4">
            <a:extLst>
              <a:ext uri="{FF2B5EF4-FFF2-40B4-BE49-F238E27FC236}">
                <a16:creationId xmlns:a16="http://schemas.microsoft.com/office/drawing/2014/main" id="{5FE17BD7-F3CD-6948-A129-7AC0B9BBB89A}"/>
              </a:ext>
            </a:extLst>
          </p:cNvPr>
          <p:cNvSpPr/>
          <p:nvPr/>
        </p:nvSpPr>
        <p:spPr>
          <a:xfrm>
            <a:off x="6811108" y="93785"/>
            <a:ext cx="1711569" cy="477716"/>
          </a:xfrm>
          <a:prstGeom prst="rect">
            <a:avLst/>
          </a:prstGeom>
          <a:solidFill>
            <a:srgbClr val="82ACE6"/>
          </a:solidFill>
          <a:ln w="19050">
            <a:solidFill>
              <a:srgbClr val="275DA6"/>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spcAft>
                <a:spcPts val="600"/>
              </a:spcAft>
            </a:pPr>
            <a:r>
              <a:rPr lang="en-US" dirty="0"/>
              <a:t>Sample</a:t>
            </a:r>
          </a:p>
        </p:txBody>
      </p:sp>
    </p:spTree>
    <p:extLst>
      <p:ext uri="{BB962C8B-B14F-4D97-AF65-F5344CB8AC3E}">
        <p14:creationId xmlns:p14="http://schemas.microsoft.com/office/powerpoint/2010/main" val="1638123243"/>
      </p:ext>
    </p:extLst>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228600" y="835026"/>
            <a:ext cx="8229556" cy="3862687"/>
          </a:xfrm>
        </p:spPr>
        <p:txBody>
          <a:bodyPr/>
          <a:lstStyle/>
          <a:p>
            <a:pPr marL="53975" indent="0">
              <a:buNone/>
            </a:pPr>
            <a:r>
              <a:rPr lang="en-US" sz="1300" b="1" dirty="0">
                <a:solidFill>
                  <a:schemeClr val="tx1"/>
                </a:solidFill>
              </a:rPr>
              <a:t>Overall results</a:t>
            </a:r>
          </a:p>
          <a:p>
            <a:pPr marL="53975" indent="0">
              <a:buNone/>
            </a:pPr>
            <a:endParaRPr lang="en-US" sz="1300" dirty="0">
              <a:solidFill>
                <a:schemeClr val="tx1"/>
              </a:solidFill>
            </a:endParaRPr>
          </a:p>
          <a:p>
            <a:pPr marL="53975" indent="0">
              <a:buNone/>
            </a:pPr>
            <a:endParaRPr lang="en-US" sz="2200" dirty="0">
              <a:solidFill>
                <a:schemeClr val="tx1"/>
              </a:solidFill>
            </a:endParaRPr>
          </a:p>
          <a:p>
            <a:pPr marL="53975" indent="0">
              <a:buNone/>
            </a:pPr>
            <a:r>
              <a:rPr lang="en-US" sz="1300" b="1" dirty="0">
                <a:solidFill>
                  <a:schemeClr val="tx1"/>
                </a:solidFill>
              </a:rPr>
              <a:t>HELOC</a:t>
            </a:r>
          </a:p>
          <a:p>
            <a:pPr marL="53975" indent="0">
              <a:buNone/>
            </a:pPr>
            <a:endParaRPr lang="en-US" sz="1300" dirty="0">
              <a:solidFill>
                <a:schemeClr val="tx1"/>
              </a:solidFill>
            </a:endParaRPr>
          </a:p>
          <a:p>
            <a:pPr marL="53975" indent="0">
              <a:buNone/>
            </a:pPr>
            <a:endParaRPr lang="en-US" sz="1600" dirty="0">
              <a:solidFill>
                <a:schemeClr val="tx1"/>
              </a:solidFill>
            </a:endParaRPr>
          </a:p>
          <a:p>
            <a:pPr marL="53975" indent="0">
              <a:buNone/>
            </a:pPr>
            <a:endParaRPr lang="en-US" sz="1600" dirty="0">
              <a:solidFill>
                <a:schemeClr val="tx1"/>
              </a:solidFill>
            </a:endParaRPr>
          </a:p>
          <a:p>
            <a:pPr marL="53975" indent="0">
              <a:buNone/>
            </a:pPr>
            <a:r>
              <a:rPr lang="en-US" sz="1300" b="1" dirty="0">
                <a:solidFill>
                  <a:schemeClr val="tx1"/>
                </a:solidFill>
              </a:rPr>
              <a:t>HELOAN***</a:t>
            </a:r>
          </a:p>
          <a:p>
            <a:endParaRPr lang="en-US" sz="1300" dirty="0"/>
          </a:p>
          <a:p>
            <a:endParaRPr lang="en-US" sz="1300" dirty="0"/>
          </a:p>
        </p:txBody>
      </p:sp>
      <p:sp>
        <p:nvSpPr>
          <p:cNvPr id="3" name="Title 2"/>
          <p:cNvSpPr>
            <a:spLocks noGrp="1"/>
          </p:cNvSpPr>
          <p:nvPr>
            <p:ph type="title"/>
          </p:nvPr>
        </p:nvSpPr>
        <p:spPr/>
        <p:txBody>
          <a:bodyPr>
            <a:normAutofit/>
          </a:bodyPr>
          <a:lstStyle/>
          <a:p>
            <a:r>
              <a:rPr lang="en-US" dirty="0"/>
              <a:t>Price Optimization Test &amp; Control - Test Results</a:t>
            </a:r>
          </a:p>
        </p:txBody>
      </p:sp>
      <p:graphicFrame>
        <p:nvGraphicFramePr>
          <p:cNvPr id="5" name="Table 3"/>
          <p:cNvGraphicFramePr>
            <a:graphicFrameLocks noGrp="1"/>
          </p:cNvGraphicFramePr>
          <p:nvPr/>
        </p:nvGraphicFramePr>
        <p:xfrm>
          <a:off x="1742260" y="1011583"/>
          <a:ext cx="5026839" cy="815340"/>
        </p:xfrm>
        <a:graphic>
          <a:graphicData uri="http://schemas.openxmlformats.org/drawingml/2006/table">
            <a:tbl>
              <a:tblPr/>
              <a:tblGrid>
                <a:gridCol w="1207405">
                  <a:extLst>
                    <a:ext uri="{9D8B030D-6E8A-4147-A177-3AD203B41FA5}">
                      <a16:colId xmlns:a16="http://schemas.microsoft.com/office/drawing/2014/main" val="20000"/>
                    </a:ext>
                  </a:extLst>
                </a:gridCol>
                <a:gridCol w="1069057">
                  <a:extLst>
                    <a:ext uri="{9D8B030D-6E8A-4147-A177-3AD203B41FA5}">
                      <a16:colId xmlns:a16="http://schemas.microsoft.com/office/drawing/2014/main" val="20001"/>
                    </a:ext>
                  </a:extLst>
                </a:gridCol>
                <a:gridCol w="1023029">
                  <a:extLst>
                    <a:ext uri="{9D8B030D-6E8A-4147-A177-3AD203B41FA5}">
                      <a16:colId xmlns:a16="http://schemas.microsoft.com/office/drawing/2014/main" val="20002"/>
                    </a:ext>
                  </a:extLst>
                </a:gridCol>
                <a:gridCol w="1023029">
                  <a:extLst>
                    <a:ext uri="{9D8B030D-6E8A-4147-A177-3AD203B41FA5}">
                      <a16:colId xmlns:a16="http://schemas.microsoft.com/office/drawing/2014/main" val="20004"/>
                    </a:ext>
                  </a:extLst>
                </a:gridCol>
                <a:gridCol w="704319">
                  <a:extLst>
                    <a:ext uri="{9D8B030D-6E8A-4147-A177-3AD203B41FA5}">
                      <a16:colId xmlns:a16="http://schemas.microsoft.com/office/drawing/2014/main" val="20003"/>
                    </a:ext>
                  </a:extLst>
                </a:gridCol>
              </a:tblGrid>
              <a:tr h="203835">
                <a:tc>
                  <a:txBody>
                    <a:bodyPr/>
                    <a:lstStyle/>
                    <a:p>
                      <a:pPr algn="l" fontAlgn="b"/>
                      <a:r>
                        <a:rPr lang="en-US" sz="1100" b="0" i="0" u="none" strike="noStrike" kern="1200" dirty="0">
                          <a:solidFill>
                            <a:srgbClr val="000000"/>
                          </a:solidFill>
                          <a:effectLst/>
                          <a:latin typeface="Trebuchet MS" charset="0"/>
                          <a:ea typeface="Trebuchet MS" charset="0"/>
                          <a:cs typeface="Trebuchet MS" charset="0"/>
                        </a:rPr>
                        <a:t>KPI</a:t>
                      </a:r>
                    </a:p>
                  </a:txBody>
                  <a:tcPr marL="12700" marR="12700" marT="9525" marB="0" anchor="b">
                    <a:lnL>
                      <a:noFill/>
                    </a:lnL>
                    <a:lnR>
                      <a:noFill/>
                    </a:lnR>
                    <a:lnT>
                      <a:noFill/>
                    </a:lnT>
                    <a:lnB w="12700" cap="flat" cmpd="sng" algn="ctr">
                      <a:solidFill>
                        <a:scrgbClr r="0" g="0" b="0"/>
                      </a:solidFill>
                      <a:prstDash val="solid"/>
                      <a:round/>
                      <a:headEnd type="none" w="med" len="med"/>
                      <a:tailEnd type="none" w="med" len="med"/>
                    </a:lnB>
                  </a:tcPr>
                </a:tc>
                <a:tc>
                  <a:txBody>
                    <a:bodyPr/>
                    <a:lstStyle/>
                    <a:p>
                      <a:pPr algn="ctr" fontAlgn="b"/>
                      <a:r>
                        <a:rPr lang="en-US" sz="1100" b="0" i="0" u="none" strike="noStrike" kern="1200" dirty="0">
                          <a:solidFill>
                            <a:srgbClr val="000000"/>
                          </a:solidFill>
                          <a:effectLst/>
                          <a:latin typeface="Trebuchet MS" charset="0"/>
                          <a:ea typeface="Trebuchet MS" charset="0"/>
                          <a:cs typeface="Trebuchet MS" charset="0"/>
                        </a:rPr>
                        <a:t>Test</a:t>
                      </a:r>
                    </a:p>
                  </a:txBody>
                  <a:tcPr marL="12700" marR="12700" marT="9525" marB="0" anchor="b">
                    <a:lnL>
                      <a:noFill/>
                    </a:lnL>
                    <a:lnR>
                      <a:noFill/>
                    </a:lnR>
                    <a:lnT>
                      <a:noFill/>
                    </a:lnT>
                    <a:lnB w="12700" cap="flat" cmpd="sng" algn="ctr">
                      <a:solidFill>
                        <a:scrgbClr r="0" g="0" b="0"/>
                      </a:solidFill>
                      <a:prstDash val="solid"/>
                      <a:round/>
                      <a:headEnd type="none" w="med" len="med"/>
                      <a:tailEnd type="none" w="med" len="med"/>
                    </a:lnB>
                  </a:tcPr>
                </a:tc>
                <a:tc>
                  <a:txBody>
                    <a:bodyPr/>
                    <a:lstStyle/>
                    <a:p>
                      <a:pPr algn="ctr" fontAlgn="b"/>
                      <a:r>
                        <a:rPr lang="en-US" sz="1100" b="0" i="0" u="none" strike="noStrike" kern="1200" dirty="0">
                          <a:solidFill>
                            <a:srgbClr val="000000"/>
                          </a:solidFill>
                          <a:effectLst/>
                          <a:latin typeface="Trebuchet MS" charset="0"/>
                          <a:ea typeface="Trebuchet MS" charset="0"/>
                          <a:cs typeface="Trebuchet MS" charset="0"/>
                        </a:rPr>
                        <a:t>Control</a:t>
                      </a:r>
                    </a:p>
                  </a:txBody>
                  <a:tcPr marL="12700" marR="12700" marT="9525" marB="0" anchor="b">
                    <a:lnL>
                      <a:noFill/>
                    </a:lnL>
                    <a:lnR>
                      <a:noFill/>
                    </a:lnR>
                    <a:lnT>
                      <a:noFill/>
                    </a:lnT>
                    <a:lnB w="12700" cap="flat" cmpd="sng" algn="ctr">
                      <a:solidFill>
                        <a:scrgbClr r="0" g="0" b="0"/>
                      </a:solidFill>
                      <a:prstDash val="solid"/>
                      <a:round/>
                      <a:headEnd type="none" w="med" len="med"/>
                      <a:tailEnd type="none" w="med" len="med"/>
                    </a:lnB>
                  </a:tcPr>
                </a:tc>
                <a:tc gridSpan="2">
                  <a:txBody>
                    <a:bodyPr/>
                    <a:lstStyle/>
                    <a:p>
                      <a:pPr algn="ctr" fontAlgn="b"/>
                      <a:r>
                        <a:rPr lang="en-US" sz="1100" b="0" i="0" u="none" strike="noStrike" kern="1200" dirty="0">
                          <a:solidFill>
                            <a:srgbClr val="000000"/>
                          </a:solidFill>
                          <a:effectLst/>
                          <a:latin typeface="Trebuchet MS" charset="0"/>
                          <a:ea typeface="Trebuchet MS" charset="0"/>
                          <a:cs typeface="Trebuchet MS" charset="0"/>
                        </a:rPr>
                        <a:t>Incremental Benefit</a:t>
                      </a:r>
                    </a:p>
                  </a:txBody>
                  <a:tcPr marL="12700" marR="12700" marT="9525" marB="0" anchor="b">
                    <a:lnL>
                      <a:noFill/>
                    </a:lnL>
                    <a:lnR>
                      <a:noFill/>
                    </a:lnR>
                    <a:lnT>
                      <a:noFill/>
                    </a:lnT>
                    <a:lnB w="12700" cap="flat" cmpd="sng" algn="ctr">
                      <a:solidFill>
                        <a:scrgbClr r="0" g="0" b="0"/>
                      </a:solidFill>
                      <a:prstDash val="solid"/>
                      <a:round/>
                      <a:headEnd type="none" w="med" len="med"/>
                      <a:tailEnd type="none" w="med" len="med"/>
                    </a:lnB>
                  </a:tcPr>
                </a:tc>
                <a:tc hMerge="1">
                  <a:txBody>
                    <a:bodyPr/>
                    <a:lstStyle/>
                    <a:p>
                      <a:pPr algn="ctr" fontAlgn="b"/>
                      <a:endParaRPr lang="en-US" sz="1300" b="1" i="0" u="none" strike="noStrike" dirty="0">
                        <a:solidFill>
                          <a:srgbClr val="000000"/>
                        </a:solidFill>
                        <a:effectLst/>
                        <a:latin typeface="Trebuchet MS"/>
                        <a:cs typeface="Trebuchet MS"/>
                      </a:endParaRPr>
                    </a:p>
                  </a:txBody>
                  <a:tcPr marL="12700" marR="12700" marT="9525" marB="0" anchor="b">
                    <a:lnL>
                      <a:noFill/>
                    </a:lnL>
                    <a:lnR>
                      <a:noFill/>
                    </a:lnR>
                    <a:lnT>
                      <a:noFill/>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0"/>
                  </a:ext>
                </a:extLst>
              </a:tr>
              <a:tr h="203835">
                <a:tc>
                  <a:txBody>
                    <a:bodyPr/>
                    <a:lstStyle/>
                    <a:p>
                      <a:pPr algn="l" fontAlgn="b"/>
                      <a:r>
                        <a:rPr lang="en-US" sz="1100" b="0" i="0" u="none" strike="noStrike" kern="1200" dirty="0">
                          <a:solidFill>
                            <a:srgbClr val="000000"/>
                          </a:solidFill>
                          <a:effectLst/>
                          <a:latin typeface="Trebuchet MS" charset="0"/>
                          <a:ea typeface="Trebuchet MS" charset="0"/>
                          <a:cs typeface="Trebuchet MS" charset="0"/>
                        </a:rPr>
                        <a:t>Bookings $</a:t>
                      </a:r>
                    </a:p>
                  </a:txBody>
                  <a:tcPr marL="12700" marR="12700" marT="9525" marB="0" anchor="b">
                    <a:lnL>
                      <a:noFill/>
                    </a:lnL>
                    <a:lnR>
                      <a:noFill/>
                    </a:lnR>
                    <a:lnT w="12700" cap="flat" cmpd="sng" algn="ctr">
                      <a:solidFill>
                        <a:scrgbClr r="0" g="0" b="0"/>
                      </a:solidFill>
                      <a:prstDash val="solid"/>
                      <a:round/>
                      <a:headEnd type="none" w="med" len="med"/>
                      <a:tailEnd type="none" w="med" len="med"/>
                    </a:lnT>
                    <a:lnB>
                      <a:noFill/>
                    </a:lnB>
                  </a:tcPr>
                </a:tc>
                <a:tc>
                  <a:txBody>
                    <a:bodyPr/>
                    <a:lstStyle/>
                    <a:p>
                      <a:pPr algn="r" fontAlgn="b"/>
                      <a:r>
                        <a:rPr lang="en-US" sz="1200" b="0" i="0" u="none" strike="noStrike" dirty="0">
                          <a:solidFill>
                            <a:srgbClr val="000000"/>
                          </a:solidFill>
                          <a:effectLst/>
                          <a:latin typeface="Calibri" charset="0"/>
                        </a:rPr>
                        <a:t> $137,389,009 </a:t>
                      </a:r>
                    </a:p>
                  </a:txBody>
                  <a:tcPr marL="6350" marR="6350" marT="6350" marB="0" anchor="b">
                    <a:lnL>
                      <a:noFill/>
                    </a:lnL>
                    <a:lnR>
                      <a:noFill/>
                    </a:lnR>
                    <a:lnT w="12700" cap="flat" cmpd="sng" algn="ctr">
                      <a:solidFill>
                        <a:scrgbClr r="0" g="0" b="0"/>
                      </a:solidFill>
                      <a:prstDash val="solid"/>
                      <a:round/>
                      <a:headEnd type="none" w="med" len="med"/>
                      <a:tailEnd type="none" w="med" len="med"/>
                    </a:lnT>
                    <a:lnB>
                      <a:noFill/>
                    </a:lnB>
                  </a:tcPr>
                </a:tc>
                <a:tc>
                  <a:txBody>
                    <a:bodyPr/>
                    <a:lstStyle/>
                    <a:p>
                      <a:pPr algn="r" fontAlgn="b"/>
                      <a:r>
                        <a:rPr lang="en-US" sz="1200" b="0" i="0" u="none" strike="noStrike" dirty="0">
                          <a:solidFill>
                            <a:srgbClr val="000000"/>
                          </a:solidFill>
                          <a:effectLst/>
                          <a:latin typeface="Calibri" charset="0"/>
                        </a:rPr>
                        <a:t>$124,520,547</a:t>
                      </a:r>
                    </a:p>
                  </a:txBody>
                  <a:tcPr marL="6350" marR="6350" marT="6350" marB="0" anchor="b">
                    <a:lnL>
                      <a:noFill/>
                    </a:lnL>
                    <a:lnR>
                      <a:noFill/>
                    </a:lnR>
                    <a:lnT w="12700" cap="flat" cmpd="sng" algn="ctr">
                      <a:solidFill>
                        <a:scrgbClr r="0" g="0" b="0"/>
                      </a:solidFill>
                      <a:prstDash val="solid"/>
                      <a:round/>
                      <a:headEnd type="none" w="med" len="med"/>
                      <a:tailEnd type="none" w="med" len="med"/>
                    </a:lnT>
                    <a:lnB>
                      <a:noFill/>
                    </a:lnB>
                  </a:tcPr>
                </a:tc>
                <a:tc>
                  <a:txBody>
                    <a:bodyPr/>
                    <a:lstStyle/>
                    <a:p>
                      <a:pPr algn="r" fontAlgn="b"/>
                      <a:r>
                        <a:rPr lang="en-US" sz="1200" b="0" i="0" u="none" strike="noStrike" dirty="0">
                          <a:solidFill>
                            <a:srgbClr val="000000"/>
                          </a:solidFill>
                          <a:effectLst/>
                          <a:latin typeface="Calibri" charset="0"/>
                        </a:rPr>
                        <a:t>$12,868,462</a:t>
                      </a:r>
                    </a:p>
                  </a:txBody>
                  <a:tcPr marL="6350" marR="6350" marT="6350" marB="0" anchor="b">
                    <a:lnL>
                      <a:noFill/>
                    </a:lnL>
                    <a:lnR>
                      <a:noFill/>
                    </a:lnR>
                    <a:lnT w="12700" cap="flat" cmpd="sng" algn="ctr">
                      <a:solidFill>
                        <a:scrgbClr r="0" g="0" b="0"/>
                      </a:solidFill>
                      <a:prstDash val="solid"/>
                      <a:round/>
                      <a:headEnd type="none" w="med" len="med"/>
                      <a:tailEnd type="none" w="med" len="med"/>
                    </a:lnT>
                    <a:lnB>
                      <a:noFill/>
                    </a:lnB>
                  </a:tcPr>
                </a:tc>
                <a:tc>
                  <a:txBody>
                    <a:bodyPr/>
                    <a:lstStyle/>
                    <a:p>
                      <a:pPr algn="l" fontAlgn="b"/>
                      <a:r>
                        <a:rPr lang="hr-HR" sz="1200" b="0" i="0" u="none" strike="noStrike" dirty="0">
                          <a:solidFill>
                            <a:srgbClr val="000000"/>
                          </a:solidFill>
                          <a:effectLst/>
                          <a:latin typeface="Calibri" charset="0"/>
                        </a:rPr>
                        <a:t>  +10.3%</a:t>
                      </a:r>
                    </a:p>
                  </a:txBody>
                  <a:tcPr marL="6350" marR="6350" marT="6350" marB="0" anchor="b">
                    <a:lnL>
                      <a:noFill/>
                    </a:lnL>
                    <a:lnR>
                      <a:noFill/>
                    </a:lnR>
                    <a:lnT w="12700" cap="flat" cmpd="sng" algn="ctr">
                      <a:solidFill>
                        <a:scrgbClr r="0" g="0" b="0"/>
                      </a:solidFill>
                      <a:prstDash val="solid"/>
                      <a:round/>
                      <a:headEnd type="none" w="med" len="med"/>
                      <a:tailEnd type="none" w="med" len="med"/>
                    </a:lnT>
                    <a:lnB>
                      <a:noFill/>
                    </a:lnB>
                  </a:tcPr>
                </a:tc>
                <a:extLst>
                  <a:ext uri="{0D108BD9-81ED-4DB2-BD59-A6C34878D82A}">
                    <a16:rowId xmlns:a16="http://schemas.microsoft.com/office/drawing/2014/main" val="10001"/>
                  </a:ext>
                </a:extLst>
              </a:tr>
              <a:tr h="203835">
                <a:tc>
                  <a:txBody>
                    <a:bodyPr/>
                    <a:lstStyle/>
                    <a:p>
                      <a:pPr algn="l" fontAlgn="b"/>
                      <a:r>
                        <a:rPr lang="en-US" sz="1100" b="0" i="0" u="none" strike="noStrike" kern="1200" dirty="0">
                          <a:solidFill>
                            <a:srgbClr val="000000"/>
                          </a:solidFill>
                          <a:effectLst/>
                          <a:latin typeface="Trebuchet MS" charset="0"/>
                          <a:ea typeface="Trebuchet MS" charset="0"/>
                          <a:cs typeface="Trebuchet MS" charset="0"/>
                        </a:rPr>
                        <a:t>Risk Adj. Ret. $</a:t>
                      </a:r>
                    </a:p>
                  </a:txBody>
                  <a:tcPr marL="12700" marR="12700" marT="9525" marB="0" anchor="b">
                    <a:lnL>
                      <a:noFill/>
                    </a:lnL>
                    <a:lnR>
                      <a:noFill/>
                    </a:lnR>
                    <a:lnT>
                      <a:noFill/>
                    </a:lnT>
                    <a:lnB>
                      <a:noFill/>
                    </a:lnB>
                  </a:tcPr>
                </a:tc>
                <a:tc>
                  <a:txBody>
                    <a:bodyPr/>
                    <a:lstStyle/>
                    <a:p>
                      <a:pPr algn="r" fontAlgn="b"/>
                      <a:r>
                        <a:rPr lang="en-US" sz="1200" b="0" i="0" u="none" strike="noStrike" dirty="0">
                          <a:solidFill>
                            <a:srgbClr val="000000"/>
                          </a:solidFill>
                          <a:effectLst/>
                          <a:latin typeface="Calibri" charset="0"/>
                        </a:rPr>
                        <a:t> $  11,520,221 </a:t>
                      </a:r>
                    </a:p>
                  </a:txBody>
                  <a:tcPr marL="6350" marR="6350" marT="6350" marB="0" anchor="b">
                    <a:lnL>
                      <a:noFill/>
                    </a:lnL>
                    <a:lnR>
                      <a:noFill/>
                    </a:lnR>
                    <a:lnT>
                      <a:noFill/>
                    </a:lnT>
                    <a:lnB>
                      <a:noFill/>
                    </a:lnB>
                  </a:tcPr>
                </a:tc>
                <a:tc>
                  <a:txBody>
                    <a:bodyPr/>
                    <a:lstStyle/>
                    <a:p>
                      <a:pPr algn="r" fontAlgn="b"/>
                      <a:r>
                        <a:rPr lang="en-US" sz="1200" b="0" i="0" u="none" strike="noStrike" dirty="0">
                          <a:solidFill>
                            <a:srgbClr val="000000"/>
                          </a:solidFill>
                          <a:effectLst/>
                          <a:latin typeface="Calibri" charset="0"/>
                        </a:rPr>
                        <a:t> $  10,538,094</a:t>
                      </a:r>
                    </a:p>
                  </a:txBody>
                  <a:tcPr marL="6350" marR="6350" marT="6350" marB="0" anchor="b">
                    <a:lnL>
                      <a:noFill/>
                    </a:lnL>
                    <a:lnR>
                      <a:noFill/>
                    </a:lnR>
                    <a:lnT>
                      <a:noFill/>
                    </a:lnT>
                    <a:lnB>
                      <a:noFill/>
                    </a:lnB>
                  </a:tcPr>
                </a:tc>
                <a:tc>
                  <a:txBody>
                    <a:bodyPr/>
                    <a:lstStyle/>
                    <a:p>
                      <a:pPr algn="r" fontAlgn="b"/>
                      <a:r>
                        <a:rPr lang="en-US" sz="1200" b="0" i="0" u="none" strike="noStrike" dirty="0">
                          <a:solidFill>
                            <a:srgbClr val="000000"/>
                          </a:solidFill>
                          <a:effectLst/>
                          <a:latin typeface="Calibri" charset="0"/>
                        </a:rPr>
                        <a:t> $   982,127</a:t>
                      </a:r>
                    </a:p>
                  </a:txBody>
                  <a:tcPr marL="6350" marR="6350" marT="6350" marB="0" anchor="b">
                    <a:lnL>
                      <a:noFill/>
                    </a:lnL>
                    <a:lnR>
                      <a:noFill/>
                    </a:lnR>
                    <a:lnT>
                      <a:noFill/>
                    </a:lnT>
                    <a:lnB>
                      <a:noFill/>
                    </a:lnB>
                  </a:tcPr>
                </a:tc>
                <a:tc>
                  <a:txBody>
                    <a:bodyPr/>
                    <a:lstStyle/>
                    <a:p>
                      <a:pPr algn="l" fontAlgn="b"/>
                      <a:r>
                        <a:rPr lang="hr-HR" sz="1200" b="0" i="0" u="none" strike="noStrike" dirty="0">
                          <a:solidFill>
                            <a:srgbClr val="000000"/>
                          </a:solidFill>
                          <a:effectLst/>
                          <a:latin typeface="Calibri" charset="0"/>
                        </a:rPr>
                        <a:t>  +9.3%</a:t>
                      </a:r>
                    </a:p>
                  </a:txBody>
                  <a:tcPr marL="6350" marR="6350" marT="6350" marB="0" anchor="b">
                    <a:lnL>
                      <a:noFill/>
                    </a:lnL>
                    <a:lnR>
                      <a:noFill/>
                    </a:lnR>
                    <a:lnT>
                      <a:noFill/>
                    </a:lnT>
                    <a:lnB>
                      <a:noFill/>
                    </a:lnB>
                  </a:tcPr>
                </a:tc>
                <a:extLst>
                  <a:ext uri="{0D108BD9-81ED-4DB2-BD59-A6C34878D82A}">
                    <a16:rowId xmlns:a16="http://schemas.microsoft.com/office/drawing/2014/main" val="10002"/>
                  </a:ext>
                </a:extLst>
              </a:tr>
              <a:tr h="203835">
                <a:tc>
                  <a:txBody>
                    <a:bodyPr/>
                    <a:lstStyle/>
                    <a:p>
                      <a:pPr algn="l" fontAlgn="b"/>
                      <a:r>
                        <a:rPr lang="en-US" sz="1100" b="0" i="0" u="none" strike="noStrike" kern="1200" dirty="0">
                          <a:solidFill>
                            <a:srgbClr val="000000"/>
                          </a:solidFill>
                          <a:effectLst/>
                          <a:latin typeface="Trebuchet MS" charset="0"/>
                          <a:ea typeface="Trebuchet MS" charset="0"/>
                          <a:cs typeface="Trebuchet MS" charset="0"/>
                        </a:rPr>
                        <a:t>NIM %</a:t>
                      </a:r>
                    </a:p>
                  </a:txBody>
                  <a:tcPr marL="12700" marR="12700" marT="9525" marB="0" anchor="b">
                    <a:lnL>
                      <a:noFill/>
                    </a:lnL>
                    <a:lnR>
                      <a:noFill/>
                    </a:lnR>
                    <a:lnT>
                      <a:noFill/>
                    </a:lnT>
                    <a:lnB>
                      <a:noFill/>
                    </a:lnB>
                  </a:tcPr>
                </a:tc>
                <a:tc>
                  <a:txBody>
                    <a:bodyPr/>
                    <a:lstStyle/>
                    <a:p>
                      <a:pPr algn="r" fontAlgn="b"/>
                      <a:r>
                        <a:rPr lang="hr-HR" sz="1200" b="0" i="0" u="none" strike="noStrike" dirty="0">
                          <a:solidFill>
                            <a:srgbClr val="000000"/>
                          </a:solidFill>
                          <a:effectLst/>
                          <a:latin typeface="Calibri" charset="0"/>
                        </a:rPr>
                        <a:t>3.01%</a:t>
                      </a:r>
                    </a:p>
                  </a:txBody>
                  <a:tcPr marL="6350" marR="6350" marT="6350" marB="0" anchor="b">
                    <a:lnL>
                      <a:noFill/>
                    </a:lnL>
                    <a:lnR>
                      <a:noFill/>
                    </a:lnR>
                    <a:lnT>
                      <a:noFill/>
                    </a:lnT>
                    <a:lnB>
                      <a:noFill/>
                    </a:lnB>
                  </a:tcPr>
                </a:tc>
                <a:tc>
                  <a:txBody>
                    <a:bodyPr/>
                    <a:lstStyle/>
                    <a:p>
                      <a:pPr algn="r" fontAlgn="b"/>
                      <a:r>
                        <a:rPr lang="hr-HR" sz="1200" b="0" i="0" u="none" strike="noStrike" dirty="0">
                          <a:solidFill>
                            <a:srgbClr val="000000"/>
                          </a:solidFill>
                          <a:effectLst/>
                          <a:latin typeface="Calibri" charset="0"/>
                        </a:rPr>
                        <a:t>2.97%</a:t>
                      </a:r>
                    </a:p>
                  </a:txBody>
                  <a:tcPr marL="6350" marR="6350" marT="6350" marB="0" anchor="b">
                    <a:lnL>
                      <a:noFill/>
                    </a:lnL>
                    <a:lnR>
                      <a:noFill/>
                    </a:lnR>
                    <a:lnT>
                      <a:noFill/>
                    </a:lnT>
                    <a:lnB>
                      <a:noFill/>
                    </a:lnB>
                  </a:tcPr>
                </a:tc>
                <a:tc>
                  <a:txBody>
                    <a:bodyPr/>
                    <a:lstStyle/>
                    <a:p>
                      <a:pPr algn="r" fontAlgn="b"/>
                      <a:r>
                        <a:rPr lang="pt-BR" sz="1200" b="0" i="0" u="none" strike="noStrike" dirty="0">
                          <a:solidFill>
                            <a:schemeClr val="tx1"/>
                          </a:solidFill>
                          <a:effectLst/>
                          <a:latin typeface="Calibri" charset="0"/>
                        </a:rPr>
                        <a:t>0.04%</a:t>
                      </a:r>
                    </a:p>
                  </a:txBody>
                  <a:tcPr marL="6350" marR="6350" marT="6350" marB="0" anchor="b">
                    <a:lnL>
                      <a:noFill/>
                    </a:lnL>
                    <a:lnR>
                      <a:noFill/>
                    </a:lnR>
                    <a:lnT>
                      <a:noFill/>
                    </a:lnT>
                    <a:lnB>
                      <a:noFill/>
                    </a:lnB>
                  </a:tcPr>
                </a:tc>
                <a:tc>
                  <a:txBody>
                    <a:bodyPr/>
                    <a:lstStyle/>
                    <a:p>
                      <a:pPr algn="l" fontAlgn="b"/>
                      <a:endParaRPr lang="hr-HR" sz="1200" b="0" i="0" u="none" strike="noStrike" dirty="0">
                        <a:solidFill>
                          <a:srgbClr val="000000"/>
                        </a:solidFill>
                        <a:effectLst/>
                        <a:latin typeface="Calibri" charset="0"/>
                      </a:endParaRPr>
                    </a:p>
                  </a:txBody>
                  <a:tcPr marL="6350" marR="6350" marT="6350" marB="0" anchor="b">
                    <a:lnL>
                      <a:noFill/>
                    </a:lnL>
                    <a:lnR>
                      <a:noFill/>
                    </a:lnR>
                    <a:lnT>
                      <a:noFill/>
                    </a:lnT>
                    <a:lnB>
                      <a:noFill/>
                    </a:lnB>
                  </a:tcPr>
                </a:tc>
                <a:extLst>
                  <a:ext uri="{0D108BD9-81ED-4DB2-BD59-A6C34878D82A}">
                    <a16:rowId xmlns:a16="http://schemas.microsoft.com/office/drawing/2014/main" val="10003"/>
                  </a:ext>
                </a:extLst>
              </a:tr>
            </a:tbl>
          </a:graphicData>
        </a:graphic>
      </p:graphicFrame>
      <p:graphicFrame>
        <p:nvGraphicFramePr>
          <p:cNvPr id="6" name="Table 10"/>
          <p:cNvGraphicFramePr>
            <a:graphicFrameLocks noGrp="1"/>
          </p:cNvGraphicFramePr>
          <p:nvPr/>
        </p:nvGraphicFramePr>
        <p:xfrm>
          <a:off x="1742261" y="2321049"/>
          <a:ext cx="5029199" cy="815340"/>
        </p:xfrm>
        <a:graphic>
          <a:graphicData uri="http://schemas.openxmlformats.org/drawingml/2006/table">
            <a:tbl>
              <a:tblPr/>
              <a:tblGrid>
                <a:gridCol w="1228897">
                  <a:extLst>
                    <a:ext uri="{9D8B030D-6E8A-4147-A177-3AD203B41FA5}">
                      <a16:colId xmlns:a16="http://schemas.microsoft.com/office/drawing/2014/main" val="20000"/>
                    </a:ext>
                  </a:extLst>
                </a:gridCol>
                <a:gridCol w="1000968">
                  <a:extLst>
                    <a:ext uri="{9D8B030D-6E8A-4147-A177-3AD203B41FA5}">
                      <a16:colId xmlns:a16="http://schemas.microsoft.com/office/drawing/2014/main" val="20001"/>
                    </a:ext>
                  </a:extLst>
                </a:gridCol>
                <a:gridCol w="1041239">
                  <a:extLst>
                    <a:ext uri="{9D8B030D-6E8A-4147-A177-3AD203B41FA5}">
                      <a16:colId xmlns:a16="http://schemas.microsoft.com/office/drawing/2014/main" val="20002"/>
                    </a:ext>
                  </a:extLst>
                </a:gridCol>
                <a:gridCol w="1041239">
                  <a:extLst>
                    <a:ext uri="{9D8B030D-6E8A-4147-A177-3AD203B41FA5}">
                      <a16:colId xmlns:a16="http://schemas.microsoft.com/office/drawing/2014/main" val="20004"/>
                    </a:ext>
                  </a:extLst>
                </a:gridCol>
                <a:gridCol w="716856">
                  <a:extLst>
                    <a:ext uri="{9D8B030D-6E8A-4147-A177-3AD203B41FA5}">
                      <a16:colId xmlns:a16="http://schemas.microsoft.com/office/drawing/2014/main" val="20003"/>
                    </a:ext>
                  </a:extLst>
                </a:gridCol>
              </a:tblGrid>
              <a:tr h="203835">
                <a:tc>
                  <a:txBody>
                    <a:bodyPr/>
                    <a:lstStyle/>
                    <a:p>
                      <a:pPr algn="l" fontAlgn="b"/>
                      <a:r>
                        <a:rPr lang="en-US" sz="1100" b="0" i="0" u="none" strike="noStrike" kern="1200" dirty="0">
                          <a:solidFill>
                            <a:srgbClr val="000000"/>
                          </a:solidFill>
                          <a:effectLst/>
                          <a:latin typeface="Trebuchet MS" charset="0"/>
                          <a:ea typeface="Trebuchet MS" charset="0"/>
                          <a:cs typeface="Trebuchet MS" charset="0"/>
                        </a:rPr>
                        <a:t>KPI</a:t>
                      </a:r>
                    </a:p>
                  </a:txBody>
                  <a:tcPr marL="12700" marR="12700" marT="9525" marB="0" anchor="b">
                    <a:lnL>
                      <a:noFill/>
                    </a:lnL>
                    <a:lnR>
                      <a:noFill/>
                    </a:lnR>
                    <a:lnT>
                      <a:noFill/>
                    </a:lnT>
                    <a:lnB w="12700" cap="flat" cmpd="sng" algn="ctr">
                      <a:solidFill>
                        <a:scrgbClr r="0" g="0" b="0"/>
                      </a:solidFill>
                      <a:prstDash val="solid"/>
                      <a:round/>
                      <a:headEnd type="none" w="med" len="med"/>
                      <a:tailEnd type="none" w="med" len="med"/>
                    </a:lnB>
                  </a:tcPr>
                </a:tc>
                <a:tc>
                  <a:txBody>
                    <a:bodyPr/>
                    <a:lstStyle/>
                    <a:p>
                      <a:pPr algn="ctr" fontAlgn="b"/>
                      <a:r>
                        <a:rPr lang="en-US" sz="1100" b="0" i="0" u="none" strike="noStrike" kern="1200" dirty="0">
                          <a:solidFill>
                            <a:srgbClr val="000000"/>
                          </a:solidFill>
                          <a:effectLst/>
                          <a:latin typeface="Trebuchet MS" charset="0"/>
                          <a:ea typeface="Trebuchet MS" charset="0"/>
                          <a:cs typeface="Trebuchet MS" charset="0"/>
                        </a:rPr>
                        <a:t>Test</a:t>
                      </a:r>
                    </a:p>
                  </a:txBody>
                  <a:tcPr marL="12700" marR="12700" marT="9525" marB="0" anchor="b">
                    <a:lnL>
                      <a:noFill/>
                    </a:lnL>
                    <a:lnR>
                      <a:noFill/>
                    </a:lnR>
                    <a:lnT>
                      <a:noFill/>
                    </a:lnT>
                    <a:lnB w="12700" cap="flat" cmpd="sng" algn="ctr">
                      <a:solidFill>
                        <a:scrgbClr r="0" g="0" b="0"/>
                      </a:solidFill>
                      <a:prstDash val="solid"/>
                      <a:round/>
                      <a:headEnd type="none" w="med" len="med"/>
                      <a:tailEnd type="none" w="med" len="med"/>
                    </a:lnB>
                  </a:tcPr>
                </a:tc>
                <a:tc>
                  <a:txBody>
                    <a:bodyPr/>
                    <a:lstStyle/>
                    <a:p>
                      <a:pPr algn="ctr" fontAlgn="b"/>
                      <a:r>
                        <a:rPr lang="en-US" sz="1100" b="0" i="0" u="none" strike="noStrike" kern="1200" dirty="0">
                          <a:solidFill>
                            <a:srgbClr val="000000"/>
                          </a:solidFill>
                          <a:effectLst/>
                          <a:latin typeface="Trebuchet MS" charset="0"/>
                          <a:ea typeface="Trebuchet MS" charset="0"/>
                          <a:cs typeface="Trebuchet MS" charset="0"/>
                        </a:rPr>
                        <a:t>Control</a:t>
                      </a:r>
                    </a:p>
                  </a:txBody>
                  <a:tcPr marL="12700" marR="12700" marT="9525" marB="0" anchor="b">
                    <a:lnL>
                      <a:noFill/>
                    </a:lnL>
                    <a:lnR>
                      <a:noFill/>
                    </a:lnR>
                    <a:lnT>
                      <a:noFill/>
                    </a:lnT>
                    <a:lnB w="12700" cap="flat" cmpd="sng" algn="ctr">
                      <a:solidFill>
                        <a:scrgbClr r="0" g="0" b="0"/>
                      </a:solidFill>
                      <a:prstDash val="solid"/>
                      <a:round/>
                      <a:headEnd type="none" w="med" len="med"/>
                      <a:tailEnd type="none" w="med" len="med"/>
                    </a:lnB>
                  </a:tcPr>
                </a:tc>
                <a:tc gridSpan="2">
                  <a:txBody>
                    <a:bodyPr/>
                    <a:lstStyle/>
                    <a:p>
                      <a:pPr algn="ctr" fontAlgn="b"/>
                      <a:r>
                        <a:rPr lang="en-US" sz="1100" b="0" i="0" u="none" strike="noStrike" kern="1200" dirty="0">
                          <a:solidFill>
                            <a:srgbClr val="000000"/>
                          </a:solidFill>
                          <a:effectLst/>
                          <a:latin typeface="Trebuchet MS" charset="0"/>
                          <a:ea typeface="Trebuchet MS" charset="0"/>
                          <a:cs typeface="Trebuchet MS" charset="0"/>
                        </a:rPr>
                        <a:t>Incremental Benefit</a:t>
                      </a:r>
                    </a:p>
                  </a:txBody>
                  <a:tcPr marL="12700" marR="12700" marT="9525" marB="0" anchor="b">
                    <a:lnL>
                      <a:noFill/>
                    </a:lnL>
                    <a:lnR>
                      <a:noFill/>
                    </a:lnR>
                    <a:lnT>
                      <a:noFill/>
                    </a:lnT>
                    <a:lnB w="12700" cap="flat" cmpd="sng" algn="ctr">
                      <a:solidFill>
                        <a:scrgbClr r="0" g="0" b="0"/>
                      </a:solidFill>
                      <a:prstDash val="solid"/>
                      <a:round/>
                      <a:headEnd type="none" w="med" len="med"/>
                      <a:tailEnd type="none" w="med" len="med"/>
                    </a:lnB>
                  </a:tcPr>
                </a:tc>
                <a:tc hMerge="1">
                  <a:txBody>
                    <a:bodyPr/>
                    <a:lstStyle/>
                    <a:p>
                      <a:pPr algn="ctr" fontAlgn="b"/>
                      <a:endParaRPr lang="en-US" sz="1300" b="1" i="0" u="none" strike="noStrike" dirty="0">
                        <a:solidFill>
                          <a:srgbClr val="000000"/>
                        </a:solidFill>
                        <a:effectLst/>
                        <a:latin typeface="Trebuchet MS"/>
                        <a:cs typeface="Trebuchet MS"/>
                      </a:endParaRPr>
                    </a:p>
                  </a:txBody>
                  <a:tcPr marL="12700" marR="12700" marT="9525" marB="0" anchor="b">
                    <a:lnL>
                      <a:noFill/>
                    </a:lnL>
                    <a:lnR>
                      <a:noFill/>
                    </a:lnR>
                    <a:lnT>
                      <a:noFill/>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0"/>
                  </a:ext>
                </a:extLst>
              </a:tr>
              <a:tr h="203835">
                <a:tc>
                  <a:txBody>
                    <a:bodyPr/>
                    <a:lstStyle/>
                    <a:p>
                      <a:pPr algn="l" fontAlgn="b"/>
                      <a:r>
                        <a:rPr lang="en-US" sz="1100" b="0" i="0" u="none" strike="noStrike" kern="1200" dirty="0">
                          <a:solidFill>
                            <a:srgbClr val="000000"/>
                          </a:solidFill>
                          <a:effectLst/>
                          <a:latin typeface="Trebuchet MS" charset="0"/>
                          <a:ea typeface="Trebuchet MS" charset="0"/>
                          <a:cs typeface="Trebuchet MS" charset="0"/>
                        </a:rPr>
                        <a:t>Bookings $</a:t>
                      </a:r>
                    </a:p>
                  </a:txBody>
                  <a:tcPr marL="12700" marR="12700" marT="9525" marB="0" anchor="b">
                    <a:lnL>
                      <a:noFill/>
                    </a:lnL>
                    <a:lnR>
                      <a:noFill/>
                    </a:lnR>
                    <a:lnT w="12700" cap="flat" cmpd="sng" algn="ctr">
                      <a:solidFill>
                        <a:scrgbClr r="0" g="0" b="0"/>
                      </a:solidFill>
                      <a:prstDash val="solid"/>
                      <a:round/>
                      <a:headEnd type="none" w="med" len="med"/>
                      <a:tailEnd type="none" w="med" len="med"/>
                    </a:lnT>
                    <a:lnB>
                      <a:noFill/>
                    </a:lnB>
                  </a:tcPr>
                </a:tc>
                <a:tc>
                  <a:txBody>
                    <a:bodyPr/>
                    <a:lstStyle/>
                    <a:p>
                      <a:pPr algn="r" fontAlgn="b"/>
                      <a:r>
                        <a:rPr lang="en-US" sz="1200" b="0" i="0" u="none" strike="noStrike" dirty="0">
                          <a:solidFill>
                            <a:srgbClr val="000000"/>
                          </a:solidFill>
                          <a:effectLst/>
                          <a:latin typeface="Calibri" charset="0"/>
                        </a:rPr>
                        <a:t> $94,743,468 </a:t>
                      </a:r>
                    </a:p>
                  </a:txBody>
                  <a:tcPr marL="6350" marR="6350" marT="6350" marB="0" anchor="b">
                    <a:lnL>
                      <a:noFill/>
                    </a:lnL>
                    <a:lnR>
                      <a:noFill/>
                    </a:lnR>
                    <a:lnT w="12700" cap="flat" cmpd="sng" algn="ctr">
                      <a:solidFill>
                        <a:scrgbClr r="0" g="0" b="0"/>
                      </a:solidFill>
                      <a:prstDash val="solid"/>
                      <a:round/>
                      <a:headEnd type="none" w="med" len="med"/>
                      <a:tailEnd type="none" w="med" len="med"/>
                    </a:lnT>
                    <a:lnB>
                      <a:noFill/>
                    </a:lnB>
                  </a:tcPr>
                </a:tc>
                <a:tc>
                  <a:txBody>
                    <a:bodyPr/>
                    <a:lstStyle/>
                    <a:p>
                      <a:pPr algn="r" fontAlgn="b"/>
                      <a:r>
                        <a:rPr lang="en-US" sz="1200" b="0" i="0" u="none" strike="noStrike" dirty="0">
                          <a:solidFill>
                            <a:srgbClr val="000000"/>
                          </a:solidFill>
                          <a:effectLst/>
                          <a:latin typeface="Calibri" charset="0"/>
                        </a:rPr>
                        <a:t> $86,165,441</a:t>
                      </a:r>
                    </a:p>
                  </a:txBody>
                  <a:tcPr marL="6350" marR="6350" marT="6350" marB="0" anchor="b">
                    <a:lnL>
                      <a:noFill/>
                    </a:lnL>
                    <a:lnR>
                      <a:noFill/>
                    </a:lnR>
                    <a:lnT w="12700" cap="flat" cmpd="sng" algn="ctr">
                      <a:solidFill>
                        <a:scrgbClr r="0" g="0" b="0"/>
                      </a:solidFill>
                      <a:prstDash val="solid"/>
                      <a:round/>
                      <a:headEnd type="none" w="med" len="med"/>
                      <a:tailEnd type="none" w="med" len="med"/>
                    </a:lnT>
                    <a:lnB>
                      <a:noFill/>
                    </a:lnB>
                  </a:tcPr>
                </a:tc>
                <a:tc>
                  <a:txBody>
                    <a:bodyPr/>
                    <a:lstStyle/>
                    <a:p>
                      <a:pPr algn="r" fontAlgn="b"/>
                      <a:r>
                        <a:rPr lang="en-US" sz="1200" b="0" i="0" u="none" strike="noStrike" dirty="0">
                          <a:solidFill>
                            <a:srgbClr val="000000"/>
                          </a:solidFill>
                          <a:effectLst/>
                          <a:latin typeface="Calibri" charset="0"/>
                        </a:rPr>
                        <a:t> $8,578027 </a:t>
                      </a:r>
                    </a:p>
                  </a:txBody>
                  <a:tcPr marL="6350" marR="6350" marT="6350" marB="0" anchor="b">
                    <a:lnL>
                      <a:noFill/>
                    </a:lnL>
                    <a:lnR>
                      <a:noFill/>
                    </a:lnR>
                    <a:lnT w="12700" cap="flat" cmpd="sng" algn="ctr">
                      <a:solidFill>
                        <a:scrgbClr r="0" g="0" b="0"/>
                      </a:solidFill>
                      <a:prstDash val="solid"/>
                      <a:round/>
                      <a:headEnd type="none" w="med" len="med"/>
                      <a:tailEnd type="none" w="med" len="med"/>
                    </a:lnT>
                    <a:lnB>
                      <a:noFill/>
                    </a:lnB>
                  </a:tcPr>
                </a:tc>
                <a:tc>
                  <a:txBody>
                    <a:bodyPr/>
                    <a:lstStyle/>
                    <a:p>
                      <a:pPr algn="l" fontAlgn="b"/>
                      <a:r>
                        <a:rPr lang="hr-HR" sz="1200" b="0" i="0" u="none" strike="noStrike" dirty="0">
                          <a:solidFill>
                            <a:srgbClr val="000000"/>
                          </a:solidFill>
                          <a:effectLst/>
                          <a:latin typeface="Calibri" charset="0"/>
                        </a:rPr>
                        <a:t>  +9.9%</a:t>
                      </a:r>
                    </a:p>
                  </a:txBody>
                  <a:tcPr marL="6350" marR="6350" marT="6350" marB="0" anchor="b">
                    <a:lnL>
                      <a:noFill/>
                    </a:lnL>
                    <a:lnR>
                      <a:noFill/>
                    </a:lnR>
                    <a:lnT w="12700" cap="flat" cmpd="sng" algn="ctr">
                      <a:solidFill>
                        <a:scrgbClr r="0" g="0" b="0"/>
                      </a:solidFill>
                      <a:prstDash val="solid"/>
                      <a:round/>
                      <a:headEnd type="none" w="med" len="med"/>
                      <a:tailEnd type="none" w="med" len="med"/>
                    </a:lnT>
                    <a:lnB>
                      <a:noFill/>
                    </a:lnB>
                  </a:tcPr>
                </a:tc>
                <a:extLst>
                  <a:ext uri="{0D108BD9-81ED-4DB2-BD59-A6C34878D82A}">
                    <a16:rowId xmlns:a16="http://schemas.microsoft.com/office/drawing/2014/main" val="10001"/>
                  </a:ext>
                </a:extLst>
              </a:tr>
              <a:tr h="203835">
                <a:tc>
                  <a:txBody>
                    <a:bodyPr/>
                    <a:lstStyle/>
                    <a:p>
                      <a:pPr algn="l" fontAlgn="b"/>
                      <a:r>
                        <a:rPr lang="en-US" sz="1100" b="0" i="0" u="none" strike="noStrike" kern="1200" dirty="0">
                          <a:solidFill>
                            <a:srgbClr val="000000"/>
                          </a:solidFill>
                          <a:effectLst/>
                          <a:latin typeface="Trebuchet MS" charset="0"/>
                          <a:ea typeface="Trebuchet MS" charset="0"/>
                          <a:cs typeface="Trebuchet MS" charset="0"/>
                        </a:rPr>
                        <a:t>Risk Adj. Ret. $</a:t>
                      </a:r>
                    </a:p>
                  </a:txBody>
                  <a:tcPr marL="12700" marR="12700" marT="9525" marB="0" anchor="b">
                    <a:lnL>
                      <a:noFill/>
                    </a:lnL>
                    <a:lnR>
                      <a:noFill/>
                    </a:lnR>
                    <a:lnT>
                      <a:noFill/>
                    </a:lnT>
                    <a:lnB>
                      <a:noFill/>
                    </a:lnB>
                  </a:tcPr>
                </a:tc>
                <a:tc>
                  <a:txBody>
                    <a:bodyPr/>
                    <a:lstStyle/>
                    <a:p>
                      <a:pPr algn="r" fontAlgn="b"/>
                      <a:r>
                        <a:rPr lang="en-US" sz="1200" b="0" i="0" u="none" strike="noStrike" dirty="0">
                          <a:solidFill>
                            <a:srgbClr val="000000"/>
                          </a:solidFill>
                          <a:effectLst/>
                          <a:latin typeface="Calibri" charset="0"/>
                        </a:rPr>
                        <a:t> $  8,635,899 </a:t>
                      </a:r>
                    </a:p>
                  </a:txBody>
                  <a:tcPr marL="6350" marR="6350" marT="6350" marB="0" anchor="b">
                    <a:lnL>
                      <a:noFill/>
                    </a:lnL>
                    <a:lnR>
                      <a:noFill/>
                    </a:lnR>
                    <a:lnT>
                      <a:noFill/>
                    </a:lnT>
                    <a:lnB>
                      <a:noFill/>
                    </a:lnB>
                  </a:tcPr>
                </a:tc>
                <a:tc>
                  <a:txBody>
                    <a:bodyPr/>
                    <a:lstStyle/>
                    <a:p>
                      <a:pPr algn="r" fontAlgn="b"/>
                      <a:r>
                        <a:rPr lang="en-US" sz="1200" b="0" i="0" u="none" strike="noStrike" dirty="0">
                          <a:solidFill>
                            <a:srgbClr val="000000"/>
                          </a:solidFill>
                          <a:effectLst/>
                          <a:latin typeface="Calibri" charset="0"/>
                        </a:rPr>
                        <a:t> $  7,698,441 </a:t>
                      </a:r>
                    </a:p>
                  </a:txBody>
                  <a:tcPr marL="6350" marR="6350" marT="6350" marB="0" anchor="b">
                    <a:lnL>
                      <a:noFill/>
                    </a:lnL>
                    <a:lnR>
                      <a:noFill/>
                    </a:lnR>
                    <a:lnT>
                      <a:noFill/>
                    </a:lnT>
                    <a:lnB>
                      <a:noFill/>
                    </a:lnB>
                  </a:tcPr>
                </a:tc>
                <a:tc>
                  <a:txBody>
                    <a:bodyPr/>
                    <a:lstStyle/>
                    <a:p>
                      <a:pPr algn="r" fontAlgn="b"/>
                      <a:r>
                        <a:rPr lang="en-US" sz="1200" b="0" i="0" u="none" strike="noStrike" dirty="0">
                          <a:solidFill>
                            <a:srgbClr val="000000"/>
                          </a:solidFill>
                          <a:effectLst/>
                          <a:latin typeface="Calibri" charset="0"/>
                        </a:rPr>
                        <a:t> $937,459 </a:t>
                      </a:r>
                    </a:p>
                  </a:txBody>
                  <a:tcPr marL="6350" marR="6350" marT="6350" marB="0" anchor="b">
                    <a:lnL>
                      <a:noFill/>
                    </a:lnL>
                    <a:lnR>
                      <a:noFill/>
                    </a:lnR>
                    <a:lnT>
                      <a:noFill/>
                    </a:lnT>
                    <a:lnB>
                      <a:noFill/>
                    </a:lnB>
                  </a:tcPr>
                </a:tc>
                <a:tc>
                  <a:txBody>
                    <a:bodyPr/>
                    <a:lstStyle/>
                    <a:p>
                      <a:pPr algn="l" fontAlgn="b"/>
                      <a:r>
                        <a:rPr lang="hr-HR" sz="1200" b="0" i="0" u="none" strike="noStrike" dirty="0">
                          <a:solidFill>
                            <a:srgbClr val="000000"/>
                          </a:solidFill>
                          <a:effectLst/>
                          <a:latin typeface="Calibri" charset="0"/>
                        </a:rPr>
                        <a:t>  +3.7%</a:t>
                      </a:r>
                    </a:p>
                  </a:txBody>
                  <a:tcPr marL="6350" marR="6350" marT="6350" marB="0" anchor="b">
                    <a:lnL>
                      <a:noFill/>
                    </a:lnL>
                    <a:lnR>
                      <a:noFill/>
                    </a:lnR>
                    <a:lnT>
                      <a:noFill/>
                    </a:lnT>
                    <a:lnB>
                      <a:noFill/>
                    </a:lnB>
                  </a:tcPr>
                </a:tc>
                <a:extLst>
                  <a:ext uri="{0D108BD9-81ED-4DB2-BD59-A6C34878D82A}">
                    <a16:rowId xmlns:a16="http://schemas.microsoft.com/office/drawing/2014/main" val="10002"/>
                  </a:ext>
                </a:extLst>
              </a:tr>
              <a:tr h="203835">
                <a:tc>
                  <a:txBody>
                    <a:bodyPr/>
                    <a:lstStyle/>
                    <a:p>
                      <a:pPr algn="l" fontAlgn="b"/>
                      <a:r>
                        <a:rPr lang="en-US" sz="1100" b="0" i="0" u="none" strike="noStrike" kern="1200" dirty="0">
                          <a:solidFill>
                            <a:srgbClr val="000000"/>
                          </a:solidFill>
                          <a:effectLst/>
                          <a:latin typeface="Trebuchet MS" charset="0"/>
                          <a:ea typeface="Trebuchet MS" charset="0"/>
                          <a:cs typeface="Trebuchet MS" charset="0"/>
                        </a:rPr>
                        <a:t>NIM %</a:t>
                      </a:r>
                    </a:p>
                  </a:txBody>
                  <a:tcPr marL="12700" marR="12700" marT="9525" marB="0" anchor="b">
                    <a:lnL>
                      <a:noFill/>
                    </a:lnL>
                    <a:lnR>
                      <a:noFill/>
                    </a:lnR>
                    <a:lnT>
                      <a:noFill/>
                    </a:lnT>
                    <a:lnB>
                      <a:noFill/>
                    </a:lnB>
                  </a:tcPr>
                </a:tc>
                <a:tc>
                  <a:txBody>
                    <a:bodyPr/>
                    <a:lstStyle/>
                    <a:p>
                      <a:pPr algn="r" fontAlgn="b"/>
                      <a:r>
                        <a:rPr lang="hr-HR" sz="1200" b="0" i="0" u="none" strike="noStrike" dirty="0">
                          <a:solidFill>
                            <a:srgbClr val="000000"/>
                          </a:solidFill>
                          <a:effectLst/>
                          <a:latin typeface="Calibri" charset="0"/>
                        </a:rPr>
                        <a:t>3.23%</a:t>
                      </a:r>
                    </a:p>
                  </a:txBody>
                  <a:tcPr marL="6350" marR="6350" marT="6350" marB="0" anchor="b">
                    <a:lnL>
                      <a:noFill/>
                    </a:lnL>
                    <a:lnR>
                      <a:noFill/>
                    </a:lnR>
                    <a:lnT>
                      <a:noFill/>
                    </a:lnT>
                    <a:lnB>
                      <a:noFill/>
                    </a:lnB>
                  </a:tcPr>
                </a:tc>
                <a:tc>
                  <a:txBody>
                    <a:bodyPr/>
                    <a:lstStyle/>
                    <a:p>
                      <a:pPr algn="r" fontAlgn="b"/>
                      <a:r>
                        <a:rPr lang="hr-HR" sz="1200" b="0" i="0" u="none" strike="noStrike" dirty="0">
                          <a:solidFill>
                            <a:srgbClr val="000000"/>
                          </a:solidFill>
                          <a:effectLst/>
                          <a:latin typeface="Calibri" charset="0"/>
                        </a:rPr>
                        <a:t>3.11%</a:t>
                      </a:r>
                    </a:p>
                  </a:txBody>
                  <a:tcPr marL="6350" marR="6350" marT="6350" marB="0" anchor="b">
                    <a:lnL>
                      <a:noFill/>
                    </a:lnL>
                    <a:lnR>
                      <a:noFill/>
                    </a:lnR>
                    <a:lnT>
                      <a:noFill/>
                    </a:lnT>
                    <a:lnB>
                      <a:noFill/>
                    </a:lnB>
                  </a:tcPr>
                </a:tc>
                <a:tc>
                  <a:txBody>
                    <a:bodyPr/>
                    <a:lstStyle/>
                    <a:p>
                      <a:pPr algn="r" fontAlgn="b"/>
                      <a:r>
                        <a:rPr lang="pt-BR" sz="1200" b="0" i="0" u="none" strike="noStrike" dirty="0">
                          <a:solidFill>
                            <a:srgbClr val="000000"/>
                          </a:solidFill>
                          <a:effectLst/>
                          <a:latin typeface="Calibri" charset="0"/>
                        </a:rPr>
                        <a:t>0.12%</a:t>
                      </a:r>
                    </a:p>
                  </a:txBody>
                  <a:tcPr marL="6350" marR="6350" marT="6350" marB="0" anchor="b">
                    <a:lnL>
                      <a:noFill/>
                    </a:lnL>
                    <a:lnR>
                      <a:noFill/>
                    </a:lnR>
                    <a:lnT>
                      <a:noFill/>
                    </a:lnT>
                    <a:lnB>
                      <a:noFill/>
                    </a:lnB>
                  </a:tcPr>
                </a:tc>
                <a:tc>
                  <a:txBody>
                    <a:bodyPr/>
                    <a:lstStyle/>
                    <a:p>
                      <a:pPr algn="l" fontAlgn="b"/>
                      <a:endParaRPr lang="hr-HR" sz="1200" b="0" i="0" u="none" strike="noStrike" dirty="0">
                        <a:solidFill>
                          <a:srgbClr val="000000"/>
                        </a:solidFill>
                        <a:effectLst/>
                        <a:latin typeface="Calibri" charset="0"/>
                      </a:endParaRPr>
                    </a:p>
                  </a:txBody>
                  <a:tcPr marL="6350" marR="6350" marT="6350" marB="0" anchor="b">
                    <a:lnL>
                      <a:noFill/>
                    </a:lnL>
                    <a:lnR>
                      <a:noFill/>
                    </a:lnR>
                    <a:lnT>
                      <a:noFill/>
                    </a:lnT>
                    <a:lnB>
                      <a:noFill/>
                    </a:lnB>
                  </a:tcPr>
                </a:tc>
                <a:extLst>
                  <a:ext uri="{0D108BD9-81ED-4DB2-BD59-A6C34878D82A}">
                    <a16:rowId xmlns:a16="http://schemas.microsoft.com/office/drawing/2014/main" val="10003"/>
                  </a:ext>
                </a:extLst>
              </a:tr>
            </a:tbl>
          </a:graphicData>
        </a:graphic>
      </p:graphicFrame>
      <p:graphicFrame>
        <p:nvGraphicFramePr>
          <p:cNvPr id="7" name="Table 12"/>
          <p:cNvGraphicFramePr>
            <a:graphicFrameLocks noGrp="1"/>
          </p:cNvGraphicFramePr>
          <p:nvPr/>
        </p:nvGraphicFramePr>
        <p:xfrm>
          <a:off x="1742260" y="3421460"/>
          <a:ext cx="5029201" cy="815340"/>
        </p:xfrm>
        <a:graphic>
          <a:graphicData uri="http://schemas.openxmlformats.org/drawingml/2006/table">
            <a:tbl>
              <a:tblPr/>
              <a:tblGrid>
                <a:gridCol w="1219136">
                  <a:extLst>
                    <a:ext uri="{9D8B030D-6E8A-4147-A177-3AD203B41FA5}">
                      <a16:colId xmlns:a16="http://schemas.microsoft.com/office/drawing/2014/main" val="20000"/>
                    </a:ext>
                  </a:extLst>
                </a:gridCol>
                <a:gridCol w="1032968">
                  <a:extLst>
                    <a:ext uri="{9D8B030D-6E8A-4147-A177-3AD203B41FA5}">
                      <a16:colId xmlns:a16="http://schemas.microsoft.com/office/drawing/2014/main" val="20001"/>
                    </a:ext>
                  </a:extLst>
                </a:gridCol>
                <a:gridCol w="1032968">
                  <a:extLst>
                    <a:ext uri="{9D8B030D-6E8A-4147-A177-3AD203B41FA5}">
                      <a16:colId xmlns:a16="http://schemas.microsoft.com/office/drawing/2014/main" val="20002"/>
                    </a:ext>
                  </a:extLst>
                </a:gridCol>
                <a:gridCol w="1032968">
                  <a:extLst>
                    <a:ext uri="{9D8B030D-6E8A-4147-A177-3AD203B41FA5}">
                      <a16:colId xmlns:a16="http://schemas.microsoft.com/office/drawing/2014/main" val="20004"/>
                    </a:ext>
                  </a:extLst>
                </a:gridCol>
                <a:gridCol w="711161">
                  <a:extLst>
                    <a:ext uri="{9D8B030D-6E8A-4147-A177-3AD203B41FA5}">
                      <a16:colId xmlns:a16="http://schemas.microsoft.com/office/drawing/2014/main" val="20003"/>
                    </a:ext>
                  </a:extLst>
                </a:gridCol>
              </a:tblGrid>
              <a:tr h="203835">
                <a:tc>
                  <a:txBody>
                    <a:bodyPr/>
                    <a:lstStyle/>
                    <a:p>
                      <a:pPr algn="l" fontAlgn="b"/>
                      <a:r>
                        <a:rPr lang="en-US" sz="1100" b="0" i="0" u="none" strike="noStrike" kern="1200" dirty="0">
                          <a:solidFill>
                            <a:srgbClr val="000000"/>
                          </a:solidFill>
                          <a:effectLst/>
                          <a:latin typeface="Trebuchet MS" charset="0"/>
                          <a:ea typeface="Trebuchet MS" charset="0"/>
                          <a:cs typeface="Trebuchet MS" charset="0"/>
                        </a:rPr>
                        <a:t>KPI</a:t>
                      </a:r>
                    </a:p>
                  </a:txBody>
                  <a:tcPr marL="12700" marR="12700" marT="9525" marB="0" anchor="b">
                    <a:lnL>
                      <a:noFill/>
                    </a:lnL>
                    <a:lnR>
                      <a:noFill/>
                    </a:lnR>
                    <a:lnT>
                      <a:noFill/>
                    </a:lnT>
                    <a:lnB w="12700" cap="flat" cmpd="sng" algn="ctr">
                      <a:solidFill>
                        <a:scrgbClr r="0" g="0" b="0"/>
                      </a:solidFill>
                      <a:prstDash val="solid"/>
                      <a:round/>
                      <a:headEnd type="none" w="med" len="med"/>
                      <a:tailEnd type="none" w="med" len="med"/>
                    </a:lnB>
                  </a:tcPr>
                </a:tc>
                <a:tc>
                  <a:txBody>
                    <a:bodyPr/>
                    <a:lstStyle/>
                    <a:p>
                      <a:pPr algn="ctr" fontAlgn="b"/>
                      <a:r>
                        <a:rPr lang="en-US" sz="1100" b="0" i="0" u="none" strike="noStrike" kern="1200" dirty="0">
                          <a:solidFill>
                            <a:srgbClr val="000000"/>
                          </a:solidFill>
                          <a:effectLst/>
                          <a:latin typeface="Trebuchet MS" charset="0"/>
                          <a:ea typeface="Trebuchet MS" charset="0"/>
                          <a:cs typeface="Trebuchet MS" charset="0"/>
                        </a:rPr>
                        <a:t>Test</a:t>
                      </a:r>
                    </a:p>
                  </a:txBody>
                  <a:tcPr marL="12700" marR="12700" marT="9525" marB="0" anchor="b">
                    <a:lnL>
                      <a:noFill/>
                    </a:lnL>
                    <a:lnR>
                      <a:noFill/>
                    </a:lnR>
                    <a:lnT>
                      <a:noFill/>
                    </a:lnT>
                    <a:lnB w="12700" cap="flat" cmpd="sng" algn="ctr">
                      <a:solidFill>
                        <a:scrgbClr r="0" g="0" b="0"/>
                      </a:solidFill>
                      <a:prstDash val="solid"/>
                      <a:round/>
                      <a:headEnd type="none" w="med" len="med"/>
                      <a:tailEnd type="none" w="med" len="med"/>
                    </a:lnB>
                  </a:tcPr>
                </a:tc>
                <a:tc>
                  <a:txBody>
                    <a:bodyPr/>
                    <a:lstStyle/>
                    <a:p>
                      <a:pPr algn="ctr" fontAlgn="b"/>
                      <a:r>
                        <a:rPr lang="en-US" sz="1100" b="0" i="0" u="none" strike="noStrike" kern="1200" dirty="0">
                          <a:solidFill>
                            <a:srgbClr val="000000"/>
                          </a:solidFill>
                          <a:effectLst/>
                          <a:latin typeface="Trebuchet MS" charset="0"/>
                          <a:ea typeface="Trebuchet MS" charset="0"/>
                          <a:cs typeface="Trebuchet MS" charset="0"/>
                        </a:rPr>
                        <a:t>Control</a:t>
                      </a:r>
                    </a:p>
                  </a:txBody>
                  <a:tcPr marL="12700" marR="12700" marT="9525" marB="0" anchor="b">
                    <a:lnL>
                      <a:noFill/>
                    </a:lnL>
                    <a:lnR>
                      <a:noFill/>
                    </a:lnR>
                    <a:lnT>
                      <a:noFill/>
                    </a:lnT>
                    <a:lnB w="12700" cap="flat" cmpd="sng" algn="ctr">
                      <a:solidFill>
                        <a:scrgbClr r="0" g="0" b="0"/>
                      </a:solidFill>
                      <a:prstDash val="solid"/>
                      <a:round/>
                      <a:headEnd type="none" w="med" len="med"/>
                      <a:tailEnd type="none" w="med" len="med"/>
                    </a:lnB>
                  </a:tcPr>
                </a:tc>
                <a:tc gridSpan="2">
                  <a:txBody>
                    <a:bodyPr/>
                    <a:lstStyle/>
                    <a:p>
                      <a:pPr algn="ctr" fontAlgn="b"/>
                      <a:r>
                        <a:rPr lang="en-US" sz="1100" b="0" i="0" u="none" strike="noStrike" kern="1200" dirty="0">
                          <a:solidFill>
                            <a:srgbClr val="000000"/>
                          </a:solidFill>
                          <a:effectLst/>
                          <a:latin typeface="Trebuchet MS" charset="0"/>
                          <a:ea typeface="Trebuchet MS" charset="0"/>
                          <a:cs typeface="Trebuchet MS" charset="0"/>
                        </a:rPr>
                        <a:t>Incremental Benefit</a:t>
                      </a:r>
                    </a:p>
                  </a:txBody>
                  <a:tcPr marL="12700" marR="12700" marT="9525" marB="0" anchor="b">
                    <a:lnL>
                      <a:noFill/>
                    </a:lnL>
                    <a:lnR>
                      <a:noFill/>
                    </a:lnR>
                    <a:lnT>
                      <a:noFill/>
                    </a:lnT>
                    <a:lnB w="12700" cap="flat" cmpd="sng" algn="ctr">
                      <a:solidFill>
                        <a:scrgbClr r="0" g="0" b="0"/>
                      </a:solidFill>
                      <a:prstDash val="solid"/>
                      <a:round/>
                      <a:headEnd type="none" w="med" len="med"/>
                      <a:tailEnd type="none" w="med" len="med"/>
                    </a:lnB>
                  </a:tcPr>
                </a:tc>
                <a:tc hMerge="1">
                  <a:txBody>
                    <a:bodyPr/>
                    <a:lstStyle/>
                    <a:p>
                      <a:pPr algn="ctr" fontAlgn="b"/>
                      <a:endParaRPr lang="en-US" sz="1300" b="1" i="0" u="none" strike="noStrike" dirty="0">
                        <a:solidFill>
                          <a:srgbClr val="000000"/>
                        </a:solidFill>
                        <a:effectLst/>
                        <a:latin typeface="Trebuchet MS"/>
                        <a:cs typeface="Trebuchet MS"/>
                      </a:endParaRPr>
                    </a:p>
                  </a:txBody>
                  <a:tcPr marL="12700" marR="12700" marT="9525" marB="0" anchor="b">
                    <a:lnL>
                      <a:noFill/>
                    </a:lnL>
                    <a:lnR>
                      <a:noFill/>
                    </a:lnR>
                    <a:lnT>
                      <a:noFill/>
                    </a:lnT>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0"/>
                  </a:ext>
                </a:extLst>
              </a:tr>
              <a:tr h="203835">
                <a:tc>
                  <a:txBody>
                    <a:bodyPr/>
                    <a:lstStyle/>
                    <a:p>
                      <a:pPr algn="l" fontAlgn="b"/>
                      <a:r>
                        <a:rPr lang="en-US" sz="1100" b="0" i="0" u="none" strike="noStrike" kern="1200" dirty="0">
                          <a:solidFill>
                            <a:srgbClr val="000000"/>
                          </a:solidFill>
                          <a:effectLst/>
                          <a:latin typeface="Trebuchet MS" charset="0"/>
                          <a:ea typeface="Trebuchet MS" charset="0"/>
                          <a:cs typeface="Trebuchet MS" charset="0"/>
                        </a:rPr>
                        <a:t>Bookings $</a:t>
                      </a:r>
                    </a:p>
                  </a:txBody>
                  <a:tcPr marL="12700" marR="12700" marT="9525" marB="0" anchor="b">
                    <a:lnL>
                      <a:noFill/>
                    </a:lnL>
                    <a:lnR>
                      <a:noFill/>
                    </a:lnR>
                    <a:lnT w="12700" cap="flat" cmpd="sng" algn="ctr">
                      <a:solidFill>
                        <a:scrgbClr r="0" g="0" b="0"/>
                      </a:solidFill>
                      <a:prstDash val="solid"/>
                      <a:round/>
                      <a:headEnd type="none" w="med" len="med"/>
                      <a:tailEnd type="none" w="med" len="med"/>
                    </a:lnT>
                    <a:lnB>
                      <a:noFill/>
                    </a:lnB>
                  </a:tcPr>
                </a:tc>
                <a:tc>
                  <a:txBody>
                    <a:bodyPr/>
                    <a:lstStyle/>
                    <a:p>
                      <a:pPr algn="r" fontAlgn="b"/>
                      <a:r>
                        <a:rPr lang="en-US" sz="1200" b="0" i="0" u="none" strike="noStrike" dirty="0">
                          <a:solidFill>
                            <a:srgbClr val="000000"/>
                          </a:solidFill>
                          <a:effectLst/>
                          <a:latin typeface="Calibri" charset="0"/>
                        </a:rPr>
                        <a:t> $42,645,541 </a:t>
                      </a:r>
                    </a:p>
                  </a:txBody>
                  <a:tcPr marL="6350" marR="6350" marT="6350" marB="0" anchor="b">
                    <a:lnL>
                      <a:noFill/>
                    </a:lnL>
                    <a:lnR>
                      <a:noFill/>
                    </a:lnR>
                    <a:lnT w="12700" cap="flat" cmpd="sng" algn="ctr">
                      <a:solidFill>
                        <a:scrgbClr r="0" g="0" b="0"/>
                      </a:solidFill>
                      <a:prstDash val="solid"/>
                      <a:round/>
                      <a:headEnd type="none" w="med" len="med"/>
                      <a:tailEnd type="none" w="med" len="med"/>
                    </a:lnT>
                    <a:lnB>
                      <a:noFill/>
                    </a:lnB>
                  </a:tcPr>
                </a:tc>
                <a:tc>
                  <a:txBody>
                    <a:bodyPr/>
                    <a:lstStyle/>
                    <a:p>
                      <a:pPr algn="r" fontAlgn="b"/>
                      <a:r>
                        <a:rPr lang="en-US" sz="1200" b="0" i="0" u="none" strike="noStrike" dirty="0">
                          <a:solidFill>
                            <a:srgbClr val="000000"/>
                          </a:solidFill>
                          <a:effectLst/>
                          <a:latin typeface="Calibri" charset="0"/>
                        </a:rPr>
                        <a:t> $39,081,001</a:t>
                      </a:r>
                    </a:p>
                  </a:txBody>
                  <a:tcPr marL="6350" marR="6350" marT="6350" marB="0" anchor="b">
                    <a:lnL>
                      <a:noFill/>
                    </a:lnL>
                    <a:lnR>
                      <a:noFill/>
                    </a:lnR>
                    <a:lnT w="12700" cap="flat" cmpd="sng" algn="ctr">
                      <a:solidFill>
                        <a:scrgbClr r="0" g="0" b="0"/>
                      </a:solidFill>
                      <a:prstDash val="solid"/>
                      <a:round/>
                      <a:headEnd type="none" w="med" len="med"/>
                      <a:tailEnd type="none" w="med" len="med"/>
                    </a:lnT>
                    <a:lnB>
                      <a:noFill/>
                    </a:lnB>
                  </a:tcPr>
                </a:tc>
                <a:tc>
                  <a:txBody>
                    <a:bodyPr/>
                    <a:lstStyle/>
                    <a:p>
                      <a:pPr algn="r" fontAlgn="b"/>
                      <a:r>
                        <a:rPr lang="en-US" sz="1200" b="0" i="0" u="none" strike="noStrike" dirty="0">
                          <a:solidFill>
                            <a:srgbClr val="000000"/>
                          </a:solidFill>
                          <a:effectLst/>
                          <a:latin typeface="Calibri" charset="0"/>
                        </a:rPr>
                        <a:t> $3,564,540</a:t>
                      </a:r>
                    </a:p>
                  </a:txBody>
                  <a:tcPr marL="6350" marR="6350" marT="6350" marB="0" anchor="b">
                    <a:lnL>
                      <a:noFill/>
                    </a:lnL>
                    <a:lnR>
                      <a:noFill/>
                    </a:lnR>
                    <a:lnT w="12700" cap="flat" cmpd="sng" algn="ctr">
                      <a:solidFill>
                        <a:scrgbClr r="0" g="0" b="0"/>
                      </a:solidFill>
                      <a:prstDash val="solid"/>
                      <a:round/>
                      <a:headEnd type="none" w="med" len="med"/>
                      <a:tailEnd type="none" w="med" len="med"/>
                    </a:lnT>
                    <a:lnB>
                      <a:noFill/>
                    </a:lnB>
                  </a:tcPr>
                </a:tc>
                <a:tc>
                  <a:txBody>
                    <a:bodyPr/>
                    <a:lstStyle/>
                    <a:p>
                      <a:pPr algn="l" fontAlgn="b"/>
                      <a:r>
                        <a:rPr lang="hr-HR" sz="1200" b="0" i="0" u="none" strike="noStrike" dirty="0">
                          <a:solidFill>
                            <a:srgbClr val="000000"/>
                          </a:solidFill>
                          <a:effectLst/>
                          <a:latin typeface="Calibri" charset="0"/>
                        </a:rPr>
                        <a:t>  +9.1%</a:t>
                      </a:r>
                    </a:p>
                  </a:txBody>
                  <a:tcPr marL="6350" marR="6350" marT="6350" marB="0" anchor="b">
                    <a:lnL>
                      <a:noFill/>
                    </a:lnL>
                    <a:lnR>
                      <a:noFill/>
                    </a:lnR>
                    <a:lnT w="12700" cap="flat" cmpd="sng" algn="ctr">
                      <a:solidFill>
                        <a:scrgbClr r="0" g="0" b="0"/>
                      </a:solidFill>
                      <a:prstDash val="solid"/>
                      <a:round/>
                      <a:headEnd type="none" w="med" len="med"/>
                      <a:tailEnd type="none" w="med" len="med"/>
                    </a:lnT>
                    <a:lnB>
                      <a:noFill/>
                    </a:lnB>
                  </a:tcPr>
                </a:tc>
                <a:extLst>
                  <a:ext uri="{0D108BD9-81ED-4DB2-BD59-A6C34878D82A}">
                    <a16:rowId xmlns:a16="http://schemas.microsoft.com/office/drawing/2014/main" val="10001"/>
                  </a:ext>
                </a:extLst>
              </a:tr>
              <a:tr h="203835">
                <a:tc>
                  <a:txBody>
                    <a:bodyPr/>
                    <a:lstStyle/>
                    <a:p>
                      <a:pPr algn="l" fontAlgn="b"/>
                      <a:r>
                        <a:rPr lang="en-US" sz="1100" b="0" i="0" u="none" strike="noStrike" kern="1200" dirty="0">
                          <a:solidFill>
                            <a:srgbClr val="000000"/>
                          </a:solidFill>
                          <a:effectLst/>
                          <a:latin typeface="Trebuchet MS" charset="0"/>
                          <a:ea typeface="Trebuchet MS" charset="0"/>
                          <a:cs typeface="Trebuchet MS" charset="0"/>
                        </a:rPr>
                        <a:t>Risk Adj. Ret. $</a:t>
                      </a:r>
                    </a:p>
                  </a:txBody>
                  <a:tcPr marL="12700" marR="12700" marT="9525" marB="0" anchor="b">
                    <a:lnL>
                      <a:noFill/>
                    </a:lnL>
                    <a:lnR>
                      <a:noFill/>
                    </a:lnR>
                    <a:lnT>
                      <a:noFill/>
                    </a:lnT>
                    <a:lnB>
                      <a:noFill/>
                    </a:lnB>
                  </a:tcPr>
                </a:tc>
                <a:tc>
                  <a:txBody>
                    <a:bodyPr/>
                    <a:lstStyle/>
                    <a:p>
                      <a:pPr algn="r" fontAlgn="b"/>
                      <a:r>
                        <a:rPr lang="en-US" sz="1200" b="0" i="0" u="none" strike="noStrike" dirty="0">
                          <a:solidFill>
                            <a:srgbClr val="000000"/>
                          </a:solidFill>
                          <a:effectLst/>
                          <a:latin typeface="Calibri" charset="0"/>
                        </a:rPr>
                        <a:t> $  2,884,322</a:t>
                      </a:r>
                    </a:p>
                  </a:txBody>
                  <a:tcPr marL="6350" marR="6350" marT="6350" marB="0" anchor="b">
                    <a:lnL>
                      <a:noFill/>
                    </a:lnL>
                    <a:lnR>
                      <a:noFill/>
                    </a:lnR>
                    <a:lnT>
                      <a:noFill/>
                    </a:lnT>
                    <a:lnB>
                      <a:noFill/>
                    </a:lnB>
                  </a:tcPr>
                </a:tc>
                <a:tc>
                  <a:txBody>
                    <a:bodyPr/>
                    <a:lstStyle/>
                    <a:p>
                      <a:pPr algn="r" fontAlgn="b"/>
                      <a:r>
                        <a:rPr lang="en-US" sz="1200" b="0" i="0" u="none" strike="noStrike" dirty="0">
                          <a:solidFill>
                            <a:srgbClr val="000000"/>
                          </a:solidFill>
                          <a:effectLst/>
                          <a:latin typeface="Calibri" charset="0"/>
                        </a:rPr>
                        <a:t> $  2,886,337 </a:t>
                      </a:r>
                    </a:p>
                  </a:txBody>
                  <a:tcPr marL="6350" marR="6350" marT="6350" marB="0" anchor="b">
                    <a:lnL>
                      <a:noFill/>
                    </a:lnL>
                    <a:lnR>
                      <a:noFill/>
                    </a:lnR>
                    <a:lnT>
                      <a:noFill/>
                    </a:lnT>
                    <a:lnB>
                      <a:noFill/>
                    </a:lnB>
                  </a:tcPr>
                </a:tc>
                <a:tc>
                  <a:txBody>
                    <a:bodyPr/>
                    <a:lstStyle/>
                    <a:p>
                      <a:pPr algn="r" fontAlgn="b"/>
                      <a:r>
                        <a:rPr lang="en-US" sz="1200" b="0" i="0" u="none" strike="noStrike" dirty="0">
                          <a:solidFill>
                            <a:schemeClr val="tx1"/>
                          </a:solidFill>
                          <a:effectLst/>
                          <a:latin typeface="Calibri" charset="0"/>
                        </a:rPr>
                        <a:t>-$2,015</a:t>
                      </a:r>
                    </a:p>
                  </a:txBody>
                  <a:tcPr marL="6350" marR="6350" marT="6350" marB="0" anchor="b">
                    <a:lnL>
                      <a:noFill/>
                    </a:lnL>
                    <a:lnR>
                      <a:noFill/>
                    </a:lnR>
                    <a:lnT>
                      <a:noFill/>
                    </a:lnT>
                    <a:lnB>
                      <a:noFill/>
                    </a:lnB>
                  </a:tcPr>
                </a:tc>
                <a:tc>
                  <a:txBody>
                    <a:bodyPr/>
                    <a:lstStyle/>
                    <a:p>
                      <a:pPr algn="l" fontAlgn="b"/>
                      <a:r>
                        <a:rPr lang="hr-HR" sz="1200" b="0" i="0" u="none" strike="noStrike" dirty="0">
                          <a:solidFill>
                            <a:schemeClr val="tx1"/>
                          </a:solidFill>
                          <a:effectLst/>
                          <a:latin typeface="Calibri" charset="0"/>
                        </a:rPr>
                        <a:t>  -0.07%</a:t>
                      </a:r>
                    </a:p>
                  </a:txBody>
                  <a:tcPr marL="6350" marR="6350" marT="6350" marB="0" anchor="b">
                    <a:lnL>
                      <a:noFill/>
                    </a:lnL>
                    <a:lnR>
                      <a:noFill/>
                    </a:lnR>
                    <a:lnT>
                      <a:noFill/>
                    </a:lnT>
                    <a:lnB>
                      <a:noFill/>
                    </a:lnB>
                  </a:tcPr>
                </a:tc>
                <a:extLst>
                  <a:ext uri="{0D108BD9-81ED-4DB2-BD59-A6C34878D82A}">
                    <a16:rowId xmlns:a16="http://schemas.microsoft.com/office/drawing/2014/main" val="10002"/>
                  </a:ext>
                </a:extLst>
              </a:tr>
              <a:tr h="203835">
                <a:tc>
                  <a:txBody>
                    <a:bodyPr/>
                    <a:lstStyle/>
                    <a:p>
                      <a:pPr algn="l" fontAlgn="b"/>
                      <a:r>
                        <a:rPr lang="en-US" sz="1100" b="0" i="0" u="none" strike="noStrike" kern="1200" dirty="0">
                          <a:solidFill>
                            <a:srgbClr val="000000"/>
                          </a:solidFill>
                          <a:effectLst/>
                          <a:latin typeface="Trebuchet MS" charset="0"/>
                          <a:ea typeface="Trebuchet MS" charset="0"/>
                          <a:cs typeface="Trebuchet MS" charset="0"/>
                        </a:rPr>
                        <a:t>NIM %</a:t>
                      </a:r>
                    </a:p>
                  </a:txBody>
                  <a:tcPr marL="12700" marR="12700" marT="9525" marB="0" anchor="b">
                    <a:lnL>
                      <a:noFill/>
                    </a:lnL>
                    <a:lnR>
                      <a:noFill/>
                    </a:lnR>
                    <a:lnT>
                      <a:noFill/>
                    </a:lnT>
                    <a:lnB>
                      <a:noFill/>
                    </a:lnB>
                  </a:tcPr>
                </a:tc>
                <a:tc>
                  <a:txBody>
                    <a:bodyPr/>
                    <a:lstStyle/>
                    <a:p>
                      <a:pPr algn="r" fontAlgn="b"/>
                      <a:r>
                        <a:rPr lang="hr-HR" sz="1200" b="0" i="0" u="none" strike="noStrike" dirty="0">
                          <a:solidFill>
                            <a:srgbClr val="000000"/>
                          </a:solidFill>
                          <a:effectLst/>
                          <a:latin typeface="Calibri" charset="0"/>
                        </a:rPr>
                        <a:t>2.09%</a:t>
                      </a:r>
                    </a:p>
                  </a:txBody>
                  <a:tcPr marL="6350" marR="6350" marT="6350" marB="0" anchor="b">
                    <a:lnL>
                      <a:noFill/>
                    </a:lnL>
                    <a:lnR>
                      <a:noFill/>
                    </a:lnR>
                    <a:lnT>
                      <a:noFill/>
                    </a:lnT>
                    <a:lnB>
                      <a:noFill/>
                    </a:lnB>
                  </a:tcPr>
                </a:tc>
                <a:tc>
                  <a:txBody>
                    <a:bodyPr/>
                    <a:lstStyle/>
                    <a:p>
                      <a:pPr algn="r" fontAlgn="b"/>
                      <a:r>
                        <a:rPr lang="hr-HR" sz="1200" b="0" i="0" u="none" strike="noStrike" dirty="0">
                          <a:solidFill>
                            <a:srgbClr val="000000"/>
                          </a:solidFill>
                          <a:effectLst/>
                          <a:latin typeface="Calibri" charset="0"/>
                        </a:rPr>
                        <a:t>2.40%</a:t>
                      </a:r>
                    </a:p>
                  </a:txBody>
                  <a:tcPr marL="6350" marR="6350" marT="6350" marB="0" anchor="b">
                    <a:lnL>
                      <a:noFill/>
                    </a:lnL>
                    <a:lnR>
                      <a:noFill/>
                    </a:lnR>
                    <a:lnT>
                      <a:noFill/>
                    </a:lnT>
                    <a:lnB>
                      <a:noFill/>
                    </a:lnB>
                  </a:tcPr>
                </a:tc>
                <a:tc>
                  <a:txBody>
                    <a:bodyPr/>
                    <a:lstStyle/>
                    <a:p>
                      <a:pPr algn="r" fontAlgn="b"/>
                      <a:r>
                        <a:rPr lang="uk-UA" sz="1200" b="0" i="0" u="none" strike="noStrike" dirty="0">
                          <a:solidFill>
                            <a:schemeClr val="tx1"/>
                          </a:solidFill>
                          <a:effectLst/>
                          <a:latin typeface="Calibri" charset="0"/>
                        </a:rPr>
                        <a:t>-</a:t>
                      </a:r>
                      <a:r>
                        <a:rPr lang="en-US" sz="1200" b="0" i="0" u="none" strike="noStrike" dirty="0">
                          <a:solidFill>
                            <a:schemeClr val="tx1"/>
                          </a:solidFill>
                          <a:effectLst/>
                          <a:latin typeface="Calibri" charset="0"/>
                        </a:rPr>
                        <a:t>0.31</a:t>
                      </a:r>
                      <a:r>
                        <a:rPr lang="uk-UA" sz="1200" b="0" i="0" u="none" strike="noStrike" dirty="0">
                          <a:solidFill>
                            <a:schemeClr val="tx1"/>
                          </a:solidFill>
                          <a:effectLst/>
                          <a:latin typeface="Calibri" charset="0"/>
                        </a:rPr>
                        <a:t>%</a:t>
                      </a:r>
                    </a:p>
                  </a:txBody>
                  <a:tcPr marL="6350" marR="6350" marT="6350" marB="0" anchor="b">
                    <a:lnL>
                      <a:noFill/>
                    </a:lnL>
                    <a:lnR>
                      <a:noFill/>
                    </a:lnR>
                    <a:lnT>
                      <a:noFill/>
                    </a:lnT>
                    <a:lnB>
                      <a:noFill/>
                    </a:lnB>
                  </a:tcPr>
                </a:tc>
                <a:tc>
                  <a:txBody>
                    <a:bodyPr/>
                    <a:lstStyle/>
                    <a:p>
                      <a:pPr algn="l" fontAlgn="b"/>
                      <a:endParaRPr lang="hr-HR" sz="1200" b="0" i="0" u="none" strike="noStrike" dirty="0">
                        <a:solidFill>
                          <a:schemeClr val="tx1"/>
                        </a:solidFill>
                        <a:effectLst/>
                        <a:latin typeface="Calibri" charset="0"/>
                      </a:endParaRPr>
                    </a:p>
                  </a:txBody>
                  <a:tcPr marL="6350" marR="6350" marT="6350" marB="0" anchor="b">
                    <a:lnL>
                      <a:noFill/>
                    </a:lnL>
                    <a:lnR>
                      <a:noFill/>
                    </a:lnR>
                    <a:lnT>
                      <a:noFill/>
                    </a:lnT>
                    <a:lnB>
                      <a:noFill/>
                    </a:lnB>
                  </a:tcPr>
                </a:tc>
                <a:extLst>
                  <a:ext uri="{0D108BD9-81ED-4DB2-BD59-A6C34878D82A}">
                    <a16:rowId xmlns:a16="http://schemas.microsoft.com/office/drawing/2014/main" val="10003"/>
                  </a:ext>
                </a:extLst>
              </a:tr>
            </a:tbl>
          </a:graphicData>
        </a:graphic>
      </p:graphicFrame>
      <p:sp>
        <p:nvSpPr>
          <p:cNvPr id="8" name="TextBox 7"/>
          <p:cNvSpPr txBox="1"/>
          <p:nvPr/>
        </p:nvSpPr>
        <p:spPr>
          <a:xfrm>
            <a:off x="7060222" y="3166757"/>
            <a:ext cx="1664678" cy="1247406"/>
          </a:xfrm>
          <a:prstGeom prst="rect">
            <a:avLst/>
          </a:prstGeom>
          <a:noFill/>
        </p:spPr>
        <p:txBody>
          <a:bodyPr wrap="none" rtlCol="0">
            <a:normAutofit/>
          </a:bodyPr>
          <a:lstStyle/>
          <a:p>
            <a:pPr marL="53975"/>
            <a:r>
              <a:rPr lang="en-US" sz="1100" dirty="0"/>
              <a:t>*    Results exclude Sabadell </a:t>
            </a:r>
          </a:p>
          <a:p>
            <a:pPr marL="53975"/>
            <a:r>
              <a:rPr lang="en-US" sz="1100" dirty="0"/>
              <a:t>      branches</a:t>
            </a:r>
          </a:p>
          <a:p>
            <a:pPr marL="53975" indent="0">
              <a:buNone/>
            </a:pPr>
            <a:r>
              <a:rPr lang="en-US" sz="1100" dirty="0"/>
              <a:t>** Control values have been </a:t>
            </a:r>
          </a:p>
          <a:p>
            <a:pPr marL="53975" indent="0">
              <a:buNone/>
            </a:pPr>
            <a:r>
              <a:rPr lang="en-US" sz="1100" dirty="0"/>
              <a:t>      scaled. Calculation details</a:t>
            </a:r>
          </a:p>
          <a:p>
            <a:pPr marL="53975" indent="0">
              <a:buNone/>
            </a:pPr>
            <a:r>
              <a:rPr lang="en-US" sz="1100" dirty="0"/>
              <a:t>      in Appendix</a:t>
            </a:r>
          </a:p>
          <a:p>
            <a:pPr marL="53975"/>
            <a:r>
              <a:rPr lang="en-US" sz="1100" dirty="0"/>
              <a:t>*** HELOAN includes HELOAN-B</a:t>
            </a:r>
          </a:p>
        </p:txBody>
      </p:sp>
      <p:sp>
        <p:nvSpPr>
          <p:cNvPr id="9" name="Rectangle 8">
            <a:extLst>
              <a:ext uri="{FF2B5EF4-FFF2-40B4-BE49-F238E27FC236}">
                <a16:creationId xmlns:a16="http://schemas.microsoft.com/office/drawing/2014/main" id="{3E1CD9D0-CE9F-764D-882A-6BEB791E64BF}"/>
              </a:ext>
            </a:extLst>
          </p:cNvPr>
          <p:cNvSpPr/>
          <p:nvPr/>
        </p:nvSpPr>
        <p:spPr>
          <a:xfrm>
            <a:off x="6811108" y="93785"/>
            <a:ext cx="1711569" cy="477716"/>
          </a:xfrm>
          <a:prstGeom prst="rect">
            <a:avLst/>
          </a:prstGeom>
          <a:solidFill>
            <a:srgbClr val="82ACE6"/>
          </a:solidFill>
          <a:ln w="19050">
            <a:solidFill>
              <a:srgbClr val="275DA6"/>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spcAft>
                <a:spcPts val="600"/>
              </a:spcAft>
            </a:pPr>
            <a:r>
              <a:rPr lang="en-US" dirty="0"/>
              <a:t>Sample</a:t>
            </a:r>
          </a:p>
        </p:txBody>
      </p:sp>
    </p:spTree>
    <p:extLst>
      <p:ext uri="{BB962C8B-B14F-4D97-AF65-F5344CB8AC3E}">
        <p14:creationId xmlns:p14="http://schemas.microsoft.com/office/powerpoint/2010/main" val="369368429"/>
      </p:ext>
    </p:extLst>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p:txBody>
          <a:bodyPr/>
          <a:lstStyle/>
          <a:p>
            <a:pPr marL="53975" indent="0">
              <a:buNone/>
            </a:pPr>
            <a:endParaRPr lang="en-US" sz="1800" dirty="0"/>
          </a:p>
          <a:p>
            <a:pPr marL="53975" indent="0">
              <a:buNone/>
            </a:pPr>
            <a:r>
              <a:rPr lang="en-US" dirty="0"/>
              <a:t>Incremental benefit of Lifetime Risk Adj. Return:</a:t>
            </a:r>
            <a:endParaRPr lang="en-US" sz="1800" dirty="0"/>
          </a:p>
          <a:p>
            <a:pPr lvl="1">
              <a:buFont typeface="Arial"/>
              <a:buChar char="•"/>
            </a:pPr>
            <a:r>
              <a:rPr lang="en-US" dirty="0"/>
              <a:t>RAR benefit in Test region during Test period 	= $982,127</a:t>
            </a:r>
            <a:endParaRPr lang="en-US" sz="1800" dirty="0"/>
          </a:p>
          <a:p>
            <a:pPr lvl="1">
              <a:buFont typeface="Arial"/>
              <a:buChar char="•"/>
            </a:pPr>
            <a:r>
              <a:rPr lang="en-US" dirty="0"/>
              <a:t>Scaled to entire footprint </a:t>
            </a:r>
            <a:r>
              <a:rPr lang="en-US" dirty="0">
                <a:sym typeface="Wingdings"/>
              </a:rPr>
              <a:t></a:t>
            </a:r>
            <a:r>
              <a:rPr lang="en-US" dirty="0"/>
              <a:t> $982,127/ 61% 	≈ $1.61mm</a:t>
            </a:r>
            <a:endParaRPr lang="en-US" sz="1800" dirty="0"/>
          </a:p>
          <a:p>
            <a:pPr lvl="1">
              <a:buFont typeface="Arial"/>
              <a:buChar char="•"/>
            </a:pPr>
            <a:r>
              <a:rPr lang="en-US" dirty="0"/>
              <a:t>Scaled to annual benefit </a:t>
            </a:r>
            <a:r>
              <a:rPr lang="en-US" dirty="0">
                <a:sym typeface="Wingdings"/>
              </a:rPr>
              <a:t> $1.61mm/ 28% 		</a:t>
            </a:r>
            <a:r>
              <a:rPr lang="en-US" dirty="0"/>
              <a:t>≈</a:t>
            </a:r>
            <a:r>
              <a:rPr lang="en-US" dirty="0">
                <a:sym typeface="Wingdings"/>
              </a:rPr>
              <a:t> $5.75mm</a:t>
            </a:r>
            <a:endParaRPr lang="en-US" sz="1800" dirty="0">
              <a:sym typeface="Wingdings"/>
            </a:endParaRPr>
          </a:p>
        </p:txBody>
      </p:sp>
      <p:sp>
        <p:nvSpPr>
          <p:cNvPr id="3" name="Title 2"/>
          <p:cNvSpPr>
            <a:spLocks noGrp="1"/>
          </p:cNvSpPr>
          <p:nvPr>
            <p:ph type="title"/>
          </p:nvPr>
        </p:nvSpPr>
        <p:spPr/>
        <p:txBody>
          <a:bodyPr/>
          <a:lstStyle/>
          <a:p>
            <a:r>
              <a:rPr lang="en-US" dirty="0"/>
              <a:t>Preliminary price optimization business case</a:t>
            </a:r>
          </a:p>
        </p:txBody>
      </p:sp>
      <p:sp>
        <p:nvSpPr>
          <p:cNvPr id="4" name="Rectangle 3"/>
          <p:cNvSpPr/>
          <p:nvPr/>
        </p:nvSpPr>
        <p:spPr>
          <a:xfrm>
            <a:off x="536330" y="3944146"/>
            <a:ext cx="8229556" cy="412499"/>
          </a:xfrm>
          <a:prstGeom prst="rect">
            <a:avLst/>
          </a:prstGeom>
          <a:solidFill>
            <a:srgbClr val="097AF5"/>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1587" indent="0" algn="ctr">
              <a:buNone/>
            </a:pPr>
            <a:r>
              <a:rPr lang="en-US" dirty="0">
                <a:sym typeface="Wingdings"/>
              </a:rPr>
              <a:t>Return on Investment (ROI) of 13-to-1 (based on 5 year investment)</a:t>
            </a:r>
          </a:p>
        </p:txBody>
      </p:sp>
      <p:sp>
        <p:nvSpPr>
          <p:cNvPr id="5" name="Rectangle 4">
            <a:extLst>
              <a:ext uri="{FF2B5EF4-FFF2-40B4-BE49-F238E27FC236}">
                <a16:creationId xmlns:a16="http://schemas.microsoft.com/office/drawing/2014/main" id="{F33C9871-6737-9D44-AA91-ECA475A76102}"/>
              </a:ext>
            </a:extLst>
          </p:cNvPr>
          <p:cNvSpPr/>
          <p:nvPr/>
        </p:nvSpPr>
        <p:spPr>
          <a:xfrm>
            <a:off x="6811108" y="93785"/>
            <a:ext cx="1711569" cy="477716"/>
          </a:xfrm>
          <a:prstGeom prst="rect">
            <a:avLst/>
          </a:prstGeom>
          <a:solidFill>
            <a:srgbClr val="82ACE6"/>
          </a:solidFill>
          <a:ln w="19050">
            <a:solidFill>
              <a:srgbClr val="275DA6"/>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spcAft>
                <a:spcPts val="600"/>
              </a:spcAft>
            </a:pPr>
            <a:r>
              <a:rPr lang="en-US" dirty="0"/>
              <a:t>Sample</a:t>
            </a:r>
          </a:p>
        </p:txBody>
      </p:sp>
    </p:spTree>
    <p:extLst>
      <p:ext uri="{BB962C8B-B14F-4D97-AF65-F5344CB8AC3E}">
        <p14:creationId xmlns:p14="http://schemas.microsoft.com/office/powerpoint/2010/main" val="3980746585"/>
      </p:ext>
    </p:extLst>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BDAE97B7-B458-A54D-87FA-AB0C2BAA44B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775048"/>
            <a:ext cx="3932238" cy="3273668"/>
          </a:xfrm>
        </p:spPr>
      </p:pic>
      <p:sp>
        <p:nvSpPr>
          <p:cNvPr id="4" name="Title 3">
            <a:extLst>
              <a:ext uri="{FF2B5EF4-FFF2-40B4-BE49-F238E27FC236}">
                <a16:creationId xmlns:a16="http://schemas.microsoft.com/office/drawing/2014/main" id="{93D70234-0B83-CB42-8655-75A0A357D9F7}"/>
              </a:ext>
            </a:extLst>
          </p:cNvPr>
          <p:cNvSpPr>
            <a:spLocks noGrp="1"/>
          </p:cNvSpPr>
          <p:nvPr>
            <p:ph type="title"/>
          </p:nvPr>
        </p:nvSpPr>
        <p:spPr/>
        <p:txBody>
          <a:bodyPr/>
          <a:lstStyle/>
          <a:p>
            <a:r>
              <a:rPr lang="en-US"/>
              <a:t>Comparing IBERIABANK Rates </a:t>
            </a:r>
            <a:r>
              <a:rPr lang="en-US" dirty="0"/>
              <a:t>to their competitors</a:t>
            </a:r>
          </a:p>
        </p:txBody>
      </p:sp>
      <p:pic>
        <p:nvPicPr>
          <p:cNvPr id="9" name="Content Placeholder 8">
            <a:extLst>
              <a:ext uri="{FF2B5EF4-FFF2-40B4-BE49-F238E27FC236}">
                <a16:creationId xmlns:a16="http://schemas.microsoft.com/office/drawing/2014/main" id="{B36E3D9E-D9F2-8E4B-9785-F15E7A422680}"/>
              </a:ext>
            </a:extLst>
          </p:cNvPr>
          <p:cNvPicPr>
            <a:picLocks noGrp="1" noChangeAspect="1"/>
          </p:cNvPicPr>
          <p:nvPr>
            <p:ph idx="10"/>
          </p:nvPr>
        </p:nvPicPr>
        <p:blipFill>
          <a:blip r:embed="rId3">
            <a:extLst>
              <a:ext uri="{28A0092B-C50C-407E-A947-70E740481C1C}">
                <a14:useLocalDpi xmlns:a14="http://schemas.microsoft.com/office/drawing/2010/main" val="0"/>
              </a:ext>
            </a:extLst>
          </a:blip>
          <a:stretch>
            <a:fillRect/>
          </a:stretch>
        </p:blipFill>
        <p:spPr>
          <a:xfrm>
            <a:off x="4754563" y="784531"/>
            <a:ext cx="3932237" cy="3254701"/>
          </a:xfrm>
        </p:spPr>
      </p:pic>
      <p:pic>
        <p:nvPicPr>
          <p:cNvPr id="11" name="Picture 10">
            <a:extLst>
              <a:ext uri="{FF2B5EF4-FFF2-40B4-BE49-F238E27FC236}">
                <a16:creationId xmlns:a16="http://schemas.microsoft.com/office/drawing/2014/main" id="{A7CAF42E-D7F9-7045-A59B-96567C9DEE8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842170" y="2873815"/>
            <a:ext cx="844585" cy="386833"/>
          </a:xfrm>
          <a:prstGeom prst="rect">
            <a:avLst/>
          </a:prstGeom>
        </p:spPr>
      </p:pic>
      <p:pic>
        <p:nvPicPr>
          <p:cNvPr id="12" name="Picture 11">
            <a:extLst>
              <a:ext uri="{FF2B5EF4-FFF2-40B4-BE49-F238E27FC236}">
                <a16:creationId xmlns:a16="http://schemas.microsoft.com/office/drawing/2014/main" id="{1398E94E-5C68-E945-95E1-4F6DCE4D55D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44875" y="2924745"/>
            <a:ext cx="844585" cy="386833"/>
          </a:xfrm>
          <a:prstGeom prst="rect">
            <a:avLst/>
          </a:prstGeom>
        </p:spPr>
      </p:pic>
      <p:sp>
        <p:nvSpPr>
          <p:cNvPr id="13" name="TextBox 12">
            <a:extLst>
              <a:ext uri="{FF2B5EF4-FFF2-40B4-BE49-F238E27FC236}">
                <a16:creationId xmlns:a16="http://schemas.microsoft.com/office/drawing/2014/main" id="{2FC6A4FF-D623-AB4F-AE86-9A8BE1DE98B6}"/>
              </a:ext>
            </a:extLst>
          </p:cNvPr>
          <p:cNvSpPr txBox="1"/>
          <p:nvPr/>
        </p:nvSpPr>
        <p:spPr>
          <a:xfrm>
            <a:off x="939752" y="737639"/>
            <a:ext cx="2967135" cy="354030"/>
          </a:xfrm>
          <a:prstGeom prst="rect">
            <a:avLst/>
          </a:prstGeom>
          <a:noFill/>
        </p:spPr>
        <p:txBody>
          <a:bodyPr wrap="square" rtlCol="0" anchor="ctr">
            <a:normAutofit/>
          </a:bodyPr>
          <a:lstStyle/>
          <a:p>
            <a:pPr algn="ctr">
              <a:spcAft>
                <a:spcPts val="600"/>
              </a:spcAft>
            </a:pPr>
            <a:r>
              <a:rPr lang="en-US" sz="1200" dirty="0">
                <a:solidFill>
                  <a:srgbClr val="097AF6"/>
                </a:solidFill>
                <a:latin typeface="Trebuchet MS" panose="020B0703020202090204" pitchFamily="34" charset="0"/>
              </a:rPr>
              <a:t>HELOC:  Wt. </a:t>
            </a:r>
            <a:r>
              <a:rPr lang="en-US" sz="1200" dirty="0" err="1">
                <a:solidFill>
                  <a:srgbClr val="097AF6"/>
                </a:solidFill>
                <a:latin typeface="Trebuchet MS" panose="020B0703020202090204" pitchFamily="34" charset="0"/>
              </a:rPr>
              <a:t>avg</a:t>
            </a:r>
            <a:r>
              <a:rPr lang="en-US" sz="1200" dirty="0">
                <a:solidFill>
                  <a:srgbClr val="097AF6"/>
                </a:solidFill>
                <a:latin typeface="Trebuchet MS" panose="020B0703020202090204" pitchFamily="34" charset="0"/>
              </a:rPr>
              <a:t> rate by Month</a:t>
            </a:r>
          </a:p>
        </p:txBody>
      </p:sp>
      <p:sp>
        <p:nvSpPr>
          <p:cNvPr id="14" name="TextBox 13">
            <a:extLst>
              <a:ext uri="{FF2B5EF4-FFF2-40B4-BE49-F238E27FC236}">
                <a16:creationId xmlns:a16="http://schemas.microsoft.com/office/drawing/2014/main" id="{305679B5-2451-F846-93AE-2DA61828D842}"/>
              </a:ext>
            </a:extLst>
          </p:cNvPr>
          <p:cNvSpPr txBox="1"/>
          <p:nvPr/>
        </p:nvSpPr>
        <p:spPr>
          <a:xfrm>
            <a:off x="5237114" y="737796"/>
            <a:ext cx="2967135" cy="354030"/>
          </a:xfrm>
          <a:prstGeom prst="rect">
            <a:avLst/>
          </a:prstGeom>
          <a:noFill/>
        </p:spPr>
        <p:txBody>
          <a:bodyPr wrap="square" rtlCol="0" anchor="ctr">
            <a:normAutofit/>
          </a:bodyPr>
          <a:lstStyle/>
          <a:p>
            <a:pPr algn="ctr">
              <a:spcAft>
                <a:spcPts val="600"/>
              </a:spcAft>
            </a:pPr>
            <a:r>
              <a:rPr lang="en-US" sz="1200" dirty="0">
                <a:solidFill>
                  <a:srgbClr val="097AF6"/>
                </a:solidFill>
                <a:latin typeface="Trebuchet MS" panose="020B0703020202090204" pitchFamily="34" charset="0"/>
              </a:rPr>
              <a:t>HELOAN:  Wt. </a:t>
            </a:r>
            <a:r>
              <a:rPr lang="en-US" sz="1200" dirty="0" err="1">
                <a:solidFill>
                  <a:srgbClr val="097AF6"/>
                </a:solidFill>
                <a:latin typeface="Trebuchet MS" panose="020B0703020202090204" pitchFamily="34" charset="0"/>
              </a:rPr>
              <a:t>avg</a:t>
            </a:r>
            <a:r>
              <a:rPr lang="en-US" sz="1200" dirty="0">
                <a:solidFill>
                  <a:srgbClr val="097AF6"/>
                </a:solidFill>
                <a:latin typeface="Trebuchet MS" panose="020B0703020202090204" pitchFamily="34" charset="0"/>
              </a:rPr>
              <a:t> rate by Month</a:t>
            </a:r>
          </a:p>
        </p:txBody>
      </p:sp>
      <p:sp>
        <p:nvSpPr>
          <p:cNvPr id="16" name="TextBox 1">
            <a:extLst>
              <a:ext uri="{FF2B5EF4-FFF2-40B4-BE49-F238E27FC236}">
                <a16:creationId xmlns:a16="http://schemas.microsoft.com/office/drawing/2014/main" id="{6098C062-D885-9D4A-871E-51B690096F46}"/>
              </a:ext>
            </a:extLst>
          </p:cNvPr>
          <p:cNvSpPr txBox="1"/>
          <p:nvPr/>
        </p:nvSpPr>
        <p:spPr>
          <a:xfrm>
            <a:off x="531845" y="737118"/>
            <a:ext cx="8154910" cy="439159"/>
          </a:xfrm>
          <a:prstGeom prst="rect">
            <a:avLst/>
          </a:prstGeom>
          <a:noFill/>
        </p:spPr>
        <p:txBody>
          <a:bodyPr wrap="square" rtlCol="0">
            <a:normAutofit/>
          </a:bodyPr>
          <a:lstStyle/>
          <a:p>
            <a:pPr>
              <a:spcAft>
                <a:spcPts val="600"/>
              </a:spcAft>
            </a:pPr>
            <a:endParaRPr lang="en-US" dirty="0"/>
          </a:p>
        </p:txBody>
      </p:sp>
      <p:sp>
        <p:nvSpPr>
          <p:cNvPr id="18" name="TextBox 2">
            <a:extLst>
              <a:ext uri="{FF2B5EF4-FFF2-40B4-BE49-F238E27FC236}">
                <a16:creationId xmlns:a16="http://schemas.microsoft.com/office/drawing/2014/main" id="{65CA8633-01F8-F048-A1BA-3A9E7498878F}"/>
              </a:ext>
            </a:extLst>
          </p:cNvPr>
          <p:cNvSpPr txBox="1"/>
          <p:nvPr/>
        </p:nvSpPr>
        <p:spPr>
          <a:xfrm>
            <a:off x="391886" y="727635"/>
            <a:ext cx="8425543" cy="614259"/>
          </a:xfrm>
          <a:prstGeom prst="rect">
            <a:avLst/>
          </a:prstGeom>
          <a:noFill/>
        </p:spPr>
        <p:txBody>
          <a:bodyPr wrap="square" rtlCol="0">
            <a:normAutofit/>
          </a:bodyPr>
          <a:lstStyle/>
          <a:p>
            <a:pPr>
              <a:spcAft>
                <a:spcPts val="600"/>
              </a:spcAft>
            </a:pPr>
            <a:endParaRPr lang="en-US" dirty="0"/>
          </a:p>
        </p:txBody>
      </p:sp>
      <p:sp>
        <p:nvSpPr>
          <p:cNvPr id="21" name="Rectangle 4">
            <a:extLst>
              <a:ext uri="{FF2B5EF4-FFF2-40B4-BE49-F238E27FC236}">
                <a16:creationId xmlns:a16="http://schemas.microsoft.com/office/drawing/2014/main" id="{0B656704-A623-2345-B5B5-C0A469E7CD85}"/>
              </a:ext>
            </a:extLst>
          </p:cNvPr>
          <p:cNvSpPr/>
          <p:nvPr/>
        </p:nvSpPr>
        <p:spPr>
          <a:xfrm>
            <a:off x="531845" y="4245428"/>
            <a:ext cx="3857593" cy="438539"/>
          </a:xfrm>
          <a:prstGeom prst="rect">
            <a:avLst/>
          </a:prstGeom>
          <a:solidFill>
            <a:srgbClr val="087AF6"/>
          </a:solidFill>
          <a:ln w="19050">
            <a:solidFill>
              <a:srgbClr val="087AF6"/>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spcAft>
                <a:spcPts val="600"/>
              </a:spcAft>
            </a:pPr>
            <a:r>
              <a:rPr lang="en-US" sz="1400"/>
              <a:t>IBERIABANK prices </a:t>
            </a:r>
            <a:r>
              <a:rPr lang="en-US" sz="1400" dirty="0"/>
              <a:t>remain less than 20bps under competitors </a:t>
            </a:r>
          </a:p>
        </p:txBody>
      </p:sp>
      <p:sp>
        <p:nvSpPr>
          <p:cNvPr id="22" name="Rectangle 5">
            <a:extLst>
              <a:ext uri="{FF2B5EF4-FFF2-40B4-BE49-F238E27FC236}">
                <a16:creationId xmlns:a16="http://schemas.microsoft.com/office/drawing/2014/main" id="{EDFE50DE-ADE7-0D46-8AFB-D2E2B65BB564}"/>
              </a:ext>
            </a:extLst>
          </p:cNvPr>
          <p:cNvSpPr/>
          <p:nvPr/>
        </p:nvSpPr>
        <p:spPr>
          <a:xfrm>
            <a:off x="4754563" y="4245428"/>
            <a:ext cx="3932192" cy="438539"/>
          </a:xfrm>
          <a:prstGeom prst="rect">
            <a:avLst/>
          </a:prstGeom>
          <a:solidFill>
            <a:srgbClr val="087AF6"/>
          </a:solidFill>
          <a:ln w="19050">
            <a:solidFill>
              <a:srgbClr val="087AF6"/>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spcAft>
                <a:spcPts val="600"/>
              </a:spcAft>
            </a:pPr>
            <a:r>
              <a:rPr lang="en-US" sz="1400" dirty="0"/>
              <a:t>Up to December </a:t>
            </a:r>
            <a:r>
              <a:rPr lang="en-US" sz="1400"/>
              <a:t>2017 IBERIABANK prices </a:t>
            </a:r>
            <a:r>
              <a:rPr lang="en-US" sz="1400" dirty="0"/>
              <a:t>were </a:t>
            </a:r>
            <a:r>
              <a:rPr lang="en-US" sz="1400"/>
              <a:t>above market for HELOAN</a:t>
            </a:r>
            <a:endParaRPr lang="en-US" sz="1400" dirty="0"/>
          </a:p>
        </p:txBody>
      </p:sp>
      <p:sp>
        <p:nvSpPr>
          <p:cNvPr id="15" name="Rectangle 14">
            <a:extLst>
              <a:ext uri="{FF2B5EF4-FFF2-40B4-BE49-F238E27FC236}">
                <a16:creationId xmlns:a16="http://schemas.microsoft.com/office/drawing/2014/main" id="{6DAD1254-1AE6-5442-BE00-7A1A307B44C1}"/>
              </a:ext>
            </a:extLst>
          </p:cNvPr>
          <p:cNvSpPr/>
          <p:nvPr/>
        </p:nvSpPr>
        <p:spPr>
          <a:xfrm>
            <a:off x="6811108" y="93785"/>
            <a:ext cx="1711569" cy="477716"/>
          </a:xfrm>
          <a:prstGeom prst="rect">
            <a:avLst/>
          </a:prstGeom>
          <a:solidFill>
            <a:srgbClr val="82ACE6"/>
          </a:solidFill>
          <a:ln w="19050">
            <a:solidFill>
              <a:srgbClr val="275DA6"/>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spcAft>
                <a:spcPts val="600"/>
              </a:spcAft>
            </a:pPr>
            <a:r>
              <a:rPr lang="en-US" dirty="0"/>
              <a:t>Sample</a:t>
            </a:r>
          </a:p>
        </p:txBody>
      </p:sp>
    </p:spTree>
    <p:extLst>
      <p:ext uri="{BB962C8B-B14F-4D97-AF65-F5344CB8AC3E}">
        <p14:creationId xmlns:p14="http://schemas.microsoft.com/office/powerpoint/2010/main" val="587955472"/>
      </p:ext>
    </p:extLst>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BAD438B-0FF7-3348-90A1-C166C5498507}"/>
              </a:ext>
            </a:extLst>
          </p:cNvPr>
          <p:cNvSpPr>
            <a:spLocks noGrp="1"/>
          </p:cNvSpPr>
          <p:nvPr>
            <p:ph idx="1"/>
          </p:nvPr>
        </p:nvSpPr>
        <p:spPr/>
        <p:txBody>
          <a:bodyPr/>
          <a:lstStyle/>
          <a:p>
            <a:pPr marL="53974" indent="0">
              <a:buNone/>
            </a:pPr>
            <a:endParaRPr lang="en-US" dirty="0"/>
          </a:p>
          <a:p>
            <a:pPr marL="53974" indent="0">
              <a:buNone/>
            </a:pPr>
            <a:r>
              <a:rPr lang="en-US"/>
              <a:t>When </a:t>
            </a:r>
            <a:r>
              <a:rPr lang="en-US" dirty="0"/>
              <a:t>comparing HELOC rates for the Wealth Segments (PC, EA</a:t>
            </a:r>
            <a:r>
              <a:rPr lang="en-US"/>
              <a:t>) IBERIABANK rates are more </a:t>
            </a:r>
            <a:r>
              <a:rPr lang="en-US" dirty="0"/>
              <a:t>in</a:t>
            </a:r>
            <a:r>
              <a:rPr lang="en-US"/>
              <a:t> line with the </a:t>
            </a:r>
            <a:r>
              <a:rPr lang="en-US" dirty="0"/>
              <a:t>market</a:t>
            </a:r>
            <a:r>
              <a:rPr lang="en-US"/>
              <a:t>. </a:t>
            </a:r>
            <a:endParaRPr lang="en-US" dirty="0"/>
          </a:p>
          <a:p>
            <a:pPr marL="53974" indent="0">
              <a:buNone/>
            </a:pPr>
            <a:r>
              <a:rPr lang="en-US"/>
              <a:t>This will allow IBERIABANK to grow their Wealth segment while limiting impact to profitability</a:t>
            </a:r>
            <a:endParaRPr lang="en-US" dirty="0"/>
          </a:p>
        </p:txBody>
      </p:sp>
      <p:sp>
        <p:nvSpPr>
          <p:cNvPr id="4" name="Title 3">
            <a:extLst>
              <a:ext uri="{FF2B5EF4-FFF2-40B4-BE49-F238E27FC236}">
                <a16:creationId xmlns:a16="http://schemas.microsoft.com/office/drawing/2014/main" id="{93D70234-0B83-CB42-8655-75A0A357D9F7}"/>
              </a:ext>
            </a:extLst>
          </p:cNvPr>
          <p:cNvSpPr>
            <a:spLocks noGrp="1"/>
          </p:cNvSpPr>
          <p:nvPr>
            <p:ph type="title"/>
          </p:nvPr>
        </p:nvSpPr>
        <p:spPr/>
        <p:txBody>
          <a:bodyPr>
            <a:normAutofit/>
          </a:bodyPr>
          <a:lstStyle/>
          <a:p>
            <a:r>
              <a:rPr lang="en-US"/>
              <a:t>Comparing IBERIABANK Rates </a:t>
            </a:r>
            <a:r>
              <a:rPr lang="en-US" dirty="0"/>
              <a:t>to their competitors</a:t>
            </a:r>
          </a:p>
        </p:txBody>
      </p:sp>
      <p:pic>
        <p:nvPicPr>
          <p:cNvPr id="7" name="Content Placeholder 6">
            <a:extLst>
              <a:ext uri="{FF2B5EF4-FFF2-40B4-BE49-F238E27FC236}">
                <a16:creationId xmlns:a16="http://schemas.microsoft.com/office/drawing/2014/main" id="{BBB8B725-2279-1E4A-92F3-394AE10CCA44}"/>
              </a:ext>
            </a:extLst>
          </p:cNvPr>
          <p:cNvPicPr>
            <a:picLocks noGrp="1" noChangeAspect="1"/>
          </p:cNvPicPr>
          <p:nvPr>
            <p:ph idx="10"/>
          </p:nvPr>
        </p:nvPicPr>
        <p:blipFill>
          <a:blip r:embed="rId2">
            <a:extLst>
              <a:ext uri="{28A0092B-C50C-407E-A947-70E740481C1C}">
                <a14:useLocalDpi xmlns:a14="http://schemas.microsoft.com/office/drawing/2010/main" val="0"/>
              </a:ext>
            </a:extLst>
          </a:blip>
          <a:stretch>
            <a:fillRect/>
          </a:stretch>
        </p:blipFill>
        <p:spPr>
          <a:xfrm>
            <a:off x="4389123" y="1028278"/>
            <a:ext cx="4297678" cy="3203483"/>
          </a:xfrm>
        </p:spPr>
      </p:pic>
      <p:pic>
        <p:nvPicPr>
          <p:cNvPr id="8" name="Picture 7">
            <a:extLst>
              <a:ext uri="{FF2B5EF4-FFF2-40B4-BE49-F238E27FC236}">
                <a16:creationId xmlns:a16="http://schemas.microsoft.com/office/drawing/2014/main" id="{8FE383A8-4793-7244-90E1-FEEDF12A177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42170" y="3169536"/>
            <a:ext cx="844585" cy="386833"/>
          </a:xfrm>
          <a:prstGeom prst="rect">
            <a:avLst/>
          </a:prstGeom>
        </p:spPr>
      </p:pic>
      <p:sp>
        <p:nvSpPr>
          <p:cNvPr id="6" name="Rectangle 5">
            <a:extLst>
              <a:ext uri="{FF2B5EF4-FFF2-40B4-BE49-F238E27FC236}">
                <a16:creationId xmlns:a16="http://schemas.microsoft.com/office/drawing/2014/main" id="{499C927A-864F-1B4F-9D8F-2B850F464B3E}"/>
              </a:ext>
            </a:extLst>
          </p:cNvPr>
          <p:cNvSpPr/>
          <p:nvPr/>
        </p:nvSpPr>
        <p:spPr>
          <a:xfrm>
            <a:off x="6811108" y="93785"/>
            <a:ext cx="1711569" cy="477716"/>
          </a:xfrm>
          <a:prstGeom prst="rect">
            <a:avLst/>
          </a:prstGeom>
          <a:solidFill>
            <a:srgbClr val="82ACE6"/>
          </a:solidFill>
          <a:ln w="19050">
            <a:solidFill>
              <a:srgbClr val="275DA6"/>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spcAft>
                <a:spcPts val="600"/>
              </a:spcAft>
            </a:pPr>
            <a:r>
              <a:rPr lang="en-US" dirty="0"/>
              <a:t>Sample</a:t>
            </a:r>
          </a:p>
        </p:txBody>
      </p:sp>
    </p:spTree>
    <p:extLst>
      <p:ext uri="{BB962C8B-B14F-4D97-AF65-F5344CB8AC3E}">
        <p14:creationId xmlns:p14="http://schemas.microsoft.com/office/powerpoint/2010/main" val="158395780"/>
      </p:ext>
    </p:extLst>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2"/>
          </p:nvPr>
        </p:nvSpPr>
        <p:spPr/>
        <p:txBody>
          <a:bodyPr/>
          <a:lstStyle/>
          <a:p>
            <a:pPr marL="53974" indent="0" algn="ctr">
              <a:buNone/>
            </a:pPr>
            <a:r>
              <a:rPr lang="en-US" dirty="0"/>
              <a:t>With the exception </a:t>
            </a:r>
            <a:r>
              <a:rPr lang="en-US"/>
              <a:t>of Florida and Texas , IBERIABANK rates are positioned more than 10 bps lower their </a:t>
            </a:r>
            <a:r>
              <a:rPr lang="en-US" dirty="0"/>
              <a:t>competitors for </a:t>
            </a:r>
            <a:r>
              <a:rPr lang="en-US"/>
              <a:t>HELOC YTD</a:t>
            </a:r>
            <a:r>
              <a:rPr lang="en-US" dirty="0"/>
              <a:t> </a:t>
            </a:r>
          </a:p>
        </p:txBody>
      </p:sp>
      <p:sp>
        <p:nvSpPr>
          <p:cNvPr id="4" name="Title 3">
            <a:extLst>
              <a:ext uri="{FF2B5EF4-FFF2-40B4-BE49-F238E27FC236}">
                <a16:creationId xmlns:a16="http://schemas.microsoft.com/office/drawing/2014/main" id="{93D70234-0B83-CB42-8655-75A0A357D9F7}"/>
              </a:ext>
            </a:extLst>
          </p:cNvPr>
          <p:cNvSpPr>
            <a:spLocks noGrp="1"/>
          </p:cNvSpPr>
          <p:nvPr>
            <p:ph type="title"/>
          </p:nvPr>
        </p:nvSpPr>
        <p:spPr/>
        <p:txBody>
          <a:bodyPr/>
          <a:lstStyle/>
          <a:p>
            <a:r>
              <a:rPr lang="en-US" dirty="0"/>
              <a:t>Competitor Rates</a:t>
            </a:r>
          </a:p>
        </p:txBody>
      </p:sp>
      <p:pic>
        <p:nvPicPr>
          <p:cNvPr id="7" name="Picture 6">
            <a:extLst>
              <a:ext uri="{FF2B5EF4-FFF2-40B4-BE49-F238E27FC236}">
                <a16:creationId xmlns:a16="http://schemas.microsoft.com/office/drawing/2014/main" id="{6F4166EB-0B75-B441-A918-7FD01E80010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1" y="1459990"/>
            <a:ext cx="8229554" cy="3237723"/>
          </a:xfrm>
          <a:prstGeom prst="rect">
            <a:avLst/>
          </a:prstGeom>
        </p:spPr>
      </p:pic>
      <p:pic>
        <p:nvPicPr>
          <p:cNvPr id="8" name="Picture 7">
            <a:extLst>
              <a:ext uri="{FF2B5EF4-FFF2-40B4-BE49-F238E27FC236}">
                <a16:creationId xmlns:a16="http://schemas.microsoft.com/office/drawing/2014/main" id="{AD9319CB-78CC-FF4A-B732-5D10D54F4A7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42170" y="1459990"/>
            <a:ext cx="844585" cy="386833"/>
          </a:xfrm>
          <a:prstGeom prst="rect">
            <a:avLst/>
          </a:prstGeom>
        </p:spPr>
      </p:pic>
      <p:sp>
        <p:nvSpPr>
          <p:cNvPr id="6" name="Rectangle 5">
            <a:extLst>
              <a:ext uri="{FF2B5EF4-FFF2-40B4-BE49-F238E27FC236}">
                <a16:creationId xmlns:a16="http://schemas.microsoft.com/office/drawing/2014/main" id="{DCF1573E-99F1-8445-B6AA-31B1EEB6C497}"/>
              </a:ext>
            </a:extLst>
          </p:cNvPr>
          <p:cNvSpPr/>
          <p:nvPr/>
        </p:nvSpPr>
        <p:spPr>
          <a:xfrm>
            <a:off x="6811108" y="93785"/>
            <a:ext cx="1711569" cy="477716"/>
          </a:xfrm>
          <a:prstGeom prst="rect">
            <a:avLst/>
          </a:prstGeom>
          <a:solidFill>
            <a:srgbClr val="82ACE6"/>
          </a:solidFill>
          <a:ln w="19050">
            <a:solidFill>
              <a:srgbClr val="275DA6"/>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spcAft>
                <a:spcPts val="600"/>
              </a:spcAft>
            </a:pPr>
            <a:r>
              <a:rPr lang="en-US" dirty="0"/>
              <a:t>Sample</a:t>
            </a:r>
          </a:p>
        </p:txBody>
      </p:sp>
    </p:spTree>
    <p:extLst>
      <p:ext uri="{BB962C8B-B14F-4D97-AF65-F5344CB8AC3E}">
        <p14:creationId xmlns:p14="http://schemas.microsoft.com/office/powerpoint/2010/main" val="3148870005"/>
      </p:ext>
    </p:extLst>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688F632-A3AD-F04F-B640-66A6BA71D243}"/>
              </a:ext>
            </a:extLst>
          </p:cNvPr>
          <p:cNvSpPr>
            <a:spLocks noGrp="1"/>
          </p:cNvSpPr>
          <p:nvPr>
            <p:ph type="body" sz="quarter" idx="12"/>
          </p:nvPr>
        </p:nvSpPr>
        <p:spPr/>
        <p:txBody>
          <a:bodyPr/>
          <a:lstStyle/>
          <a:p>
            <a:r>
              <a:rPr lang="en-US" dirty="0"/>
              <a:t>Key takeaways</a:t>
            </a:r>
          </a:p>
          <a:p>
            <a:pPr lvl="1"/>
            <a:r>
              <a:rPr lang="en-US" dirty="0"/>
              <a:t>Overall differentiate pricing through the Nomis Price Optimizer is making Iberia $5.75mm in lifetime RAR and $12.8mm in volume annually</a:t>
            </a:r>
          </a:p>
          <a:p>
            <a:r>
              <a:rPr lang="en-US"/>
              <a:t>Next </a:t>
            </a:r>
            <a:r>
              <a:rPr lang="en-US" dirty="0"/>
              <a:t>Steps</a:t>
            </a:r>
          </a:p>
          <a:p>
            <a:pPr lvl="1"/>
            <a:r>
              <a:rPr lang="en-US" dirty="0"/>
              <a:t>Set up regular optimization cadence to continue capture the benefit of NPO</a:t>
            </a:r>
          </a:p>
          <a:p>
            <a:pPr lvl="1"/>
            <a:r>
              <a:rPr lang="en-US" dirty="0"/>
              <a:t>Nomis</a:t>
            </a:r>
            <a:r>
              <a:rPr lang="en-US"/>
              <a:t> to provide accuracy reports (Forecast to Actuals) once Feb 22 rates season</a:t>
            </a:r>
            <a:endParaRPr lang="en-US" dirty="0"/>
          </a:p>
          <a:p>
            <a:pPr lvl="1"/>
            <a:endParaRPr lang="en-US" dirty="0"/>
          </a:p>
        </p:txBody>
      </p:sp>
      <p:sp>
        <p:nvSpPr>
          <p:cNvPr id="3" name="Title 2">
            <a:extLst>
              <a:ext uri="{FF2B5EF4-FFF2-40B4-BE49-F238E27FC236}">
                <a16:creationId xmlns:a16="http://schemas.microsoft.com/office/drawing/2014/main" id="{DA7A2DFD-7AEA-0148-B642-E79CAAEACB23}"/>
              </a:ext>
            </a:extLst>
          </p:cNvPr>
          <p:cNvSpPr>
            <a:spLocks noGrp="1"/>
          </p:cNvSpPr>
          <p:nvPr>
            <p:ph type="title"/>
          </p:nvPr>
        </p:nvSpPr>
        <p:spPr/>
        <p:txBody>
          <a:bodyPr/>
          <a:lstStyle/>
          <a:p>
            <a:r>
              <a:rPr lang="en-US" dirty="0"/>
              <a:t>CSA: Key Takeaways/Next Steps</a:t>
            </a:r>
          </a:p>
        </p:txBody>
      </p:sp>
    </p:spTree>
    <p:extLst>
      <p:ext uri="{BB962C8B-B14F-4D97-AF65-F5344CB8AC3E}">
        <p14:creationId xmlns:p14="http://schemas.microsoft.com/office/powerpoint/2010/main" val="1173569600"/>
      </p:ext>
    </p:extLst>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2260396-05F4-7143-BAF6-773A6A4B74D2}"/>
              </a:ext>
            </a:extLst>
          </p:cNvPr>
          <p:cNvSpPr>
            <a:spLocks noGrp="1"/>
          </p:cNvSpPr>
          <p:nvPr>
            <p:ph type="ctrTitle"/>
          </p:nvPr>
        </p:nvSpPr>
        <p:spPr/>
        <p:txBody>
          <a:bodyPr/>
          <a:lstStyle/>
          <a:p>
            <a:r>
              <a:rPr lang="en-US" dirty="0"/>
              <a:t>Pricing Strategy for the Future</a:t>
            </a:r>
          </a:p>
        </p:txBody>
      </p:sp>
    </p:spTree>
    <p:extLst>
      <p:ext uri="{BB962C8B-B14F-4D97-AF65-F5344CB8AC3E}">
        <p14:creationId xmlns:p14="http://schemas.microsoft.com/office/powerpoint/2010/main" val="2028282564"/>
      </p:ext>
    </p:extLst>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3CE734E-E303-F041-9169-6C7C53DF2750}"/>
              </a:ext>
            </a:extLst>
          </p:cNvPr>
          <p:cNvSpPr>
            <a:spLocks noGrp="1"/>
          </p:cNvSpPr>
          <p:nvPr>
            <p:ph type="body" sz="quarter" idx="12"/>
          </p:nvPr>
        </p:nvSpPr>
        <p:spPr/>
        <p:txBody>
          <a:bodyPr>
            <a:normAutofit lnSpcReduction="10000"/>
          </a:bodyPr>
          <a:lstStyle/>
          <a:p>
            <a:r>
              <a:rPr lang="en-US" dirty="0">
                <a:solidFill>
                  <a:schemeClr val="tx1"/>
                </a:solidFill>
              </a:rPr>
              <a:t>Banking Industry Focuses</a:t>
            </a:r>
          </a:p>
          <a:p>
            <a:pPr lvl="1"/>
            <a:r>
              <a:rPr lang="en-US" dirty="0">
                <a:solidFill>
                  <a:srgbClr val="717171"/>
                </a:solidFill>
              </a:rPr>
              <a:t>Becoming the digital relationship manager</a:t>
            </a:r>
          </a:p>
          <a:p>
            <a:pPr lvl="1"/>
            <a:r>
              <a:rPr lang="en-US" dirty="0">
                <a:solidFill>
                  <a:srgbClr val="717171"/>
                </a:solidFill>
              </a:rPr>
              <a:t>Growing the balance sheet</a:t>
            </a:r>
          </a:p>
          <a:p>
            <a:pPr lvl="1"/>
            <a:r>
              <a:rPr lang="en-US" dirty="0">
                <a:solidFill>
                  <a:srgbClr val="717171"/>
                </a:solidFill>
              </a:rPr>
              <a:t>Relationship pricing based on customer life time value</a:t>
            </a:r>
          </a:p>
          <a:p>
            <a:pPr lvl="1"/>
            <a:r>
              <a:rPr lang="en-US" dirty="0">
                <a:solidFill>
                  <a:srgbClr val="717171"/>
                </a:solidFill>
              </a:rPr>
              <a:t>Aligning HE and Mortgage product</a:t>
            </a:r>
          </a:p>
          <a:p>
            <a:r>
              <a:rPr lang="en-US" dirty="0">
                <a:solidFill>
                  <a:schemeClr val="tx1"/>
                </a:solidFill>
              </a:rPr>
              <a:t>Home Equity Focuses</a:t>
            </a:r>
          </a:p>
          <a:p>
            <a:pPr lvl="1"/>
            <a:r>
              <a:rPr lang="en-US" dirty="0">
                <a:solidFill>
                  <a:srgbClr val="717171"/>
                </a:solidFill>
              </a:rPr>
              <a:t>Effectively using Intro/Promo Rate</a:t>
            </a:r>
          </a:p>
          <a:p>
            <a:pPr lvl="1"/>
            <a:r>
              <a:rPr lang="en-US" dirty="0">
                <a:solidFill>
                  <a:srgbClr val="717171"/>
                </a:solidFill>
              </a:rPr>
              <a:t>Managing the portfolio </a:t>
            </a:r>
          </a:p>
          <a:p>
            <a:pPr lvl="2"/>
            <a:r>
              <a:rPr lang="en-US" dirty="0">
                <a:solidFill>
                  <a:srgbClr val="717171"/>
                </a:solidFill>
              </a:rPr>
              <a:t>Profitably growing balances</a:t>
            </a:r>
          </a:p>
          <a:p>
            <a:pPr lvl="2"/>
            <a:r>
              <a:rPr lang="en-US" dirty="0">
                <a:solidFill>
                  <a:srgbClr val="717171"/>
                </a:solidFill>
              </a:rPr>
              <a:t>Minimizing balance run-off and attrition</a:t>
            </a:r>
          </a:p>
          <a:p>
            <a:pPr lvl="1"/>
            <a:r>
              <a:rPr lang="en-US" dirty="0">
                <a:solidFill>
                  <a:srgbClr val="717171"/>
                </a:solidFill>
              </a:rPr>
              <a:t>Positioning product in a rising rate environment </a:t>
            </a:r>
          </a:p>
          <a:p>
            <a:pPr lvl="1"/>
            <a:endParaRPr lang="en-US" dirty="0"/>
          </a:p>
        </p:txBody>
      </p:sp>
      <p:sp>
        <p:nvSpPr>
          <p:cNvPr id="3" name="Title 2">
            <a:extLst>
              <a:ext uri="{FF2B5EF4-FFF2-40B4-BE49-F238E27FC236}">
                <a16:creationId xmlns:a16="http://schemas.microsoft.com/office/drawing/2014/main" id="{8534971C-BDC0-CA41-9582-E4B4AC65D7AE}"/>
              </a:ext>
            </a:extLst>
          </p:cNvPr>
          <p:cNvSpPr>
            <a:spLocks noGrp="1"/>
          </p:cNvSpPr>
          <p:nvPr>
            <p:ph type="title"/>
          </p:nvPr>
        </p:nvSpPr>
        <p:spPr/>
        <p:txBody>
          <a:bodyPr/>
          <a:lstStyle/>
          <a:p>
            <a:r>
              <a:rPr lang="en-US" dirty="0"/>
              <a:t>Industry Overview</a:t>
            </a:r>
          </a:p>
        </p:txBody>
      </p:sp>
      <p:sp>
        <p:nvSpPr>
          <p:cNvPr id="4" name="Rectangle 3">
            <a:extLst>
              <a:ext uri="{FF2B5EF4-FFF2-40B4-BE49-F238E27FC236}">
                <a16:creationId xmlns:a16="http://schemas.microsoft.com/office/drawing/2014/main" id="{960C05D4-BB7D-384E-AA3A-6B130531F5BB}"/>
              </a:ext>
            </a:extLst>
          </p:cNvPr>
          <p:cNvSpPr/>
          <p:nvPr/>
        </p:nvSpPr>
        <p:spPr>
          <a:xfrm>
            <a:off x="6811108" y="93785"/>
            <a:ext cx="1711569" cy="477716"/>
          </a:xfrm>
          <a:prstGeom prst="rect">
            <a:avLst/>
          </a:prstGeom>
          <a:solidFill>
            <a:srgbClr val="82ACE6"/>
          </a:solidFill>
          <a:ln w="19050">
            <a:solidFill>
              <a:srgbClr val="275DA6"/>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spcAft>
                <a:spcPts val="600"/>
              </a:spcAft>
            </a:pPr>
            <a:r>
              <a:rPr lang="en-US" dirty="0"/>
              <a:t>Sample</a:t>
            </a:r>
          </a:p>
        </p:txBody>
      </p:sp>
    </p:spTree>
    <p:extLst>
      <p:ext uri="{BB962C8B-B14F-4D97-AF65-F5344CB8AC3E}">
        <p14:creationId xmlns:p14="http://schemas.microsoft.com/office/powerpoint/2010/main" val="4217135927"/>
      </p:ext>
    </p:extLst>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708C3E5-F545-974A-B884-1C9597E557CD}"/>
              </a:ext>
            </a:extLst>
          </p:cNvPr>
          <p:cNvSpPr>
            <a:spLocks noGrp="1"/>
          </p:cNvSpPr>
          <p:nvPr>
            <p:ph type="body" sz="quarter" idx="12"/>
          </p:nvPr>
        </p:nvSpPr>
        <p:spPr/>
        <p:txBody>
          <a:bodyPr/>
          <a:lstStyle/>
          <a:p>
            <a:endParaRPr lang="en-US" dirty="0"/>
          </a:p>
        </p:txBody>
      </p:sp>
      <p:sp>
        <p:nvSpPr>
          <p:cNvPr id="3" name="Title 2">
            <a:extLst>
              <a:ext uri="{FF2B5EF4-FFF2-40B4-BE49-F238E27FC236}">
                <a16:creationId xmlns:a16="http://schemas.microsoft.com/office/drawing/2014/main" id="{9C0D224A-615B-9A43-B004-5A3754361983}"/>
              </a:ext>
            </a:extLst>
          </p:cNvPr>
          <p:cNvSpPr>
            <a:spLocks noGrp="1"/>
          </p:cNvSpPr>
          <p:nvPr>
            <p:ph type="title"/>
          </p:nvPr>
        </p:nvSpPr>
        <p:spPr/>
        <p:txBody>
          <a:bodyPr/>
          <a:lstStyle/>
          <a:p>
            <a:r>
              <a:rPr lang="en-US" dirty="0"/>
              <a:t>Customer Report (like RAG) </a:t>
            </a:r>
          </a:p>
        </p:txBody>
      </p:sp>
    </p:spTree>
    <p:extLst>
      <p:ext uri="{BB962C8B-B14F-4D97-AF65-F5344CB8AC3E}">
        <p14:creationId xmlns:p14="http://schemas.microsoft.com/office/powerpoint/2010/main" val="1733348601"/>
      </p:ext>
    </p:extLst>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26DDBDB-2B89-9E4B-A765-E5906DC4D574}"/>
              </a:ext>
            </a:extLst>
          </p:cNvPr>
          <p:cNvSpPr>
            <a:spLocks noGrp="1"/>
          </p:cNvSpPr>
          <p:nvPr>
            <p:ph type="body" sz="quarter" idx="12"/>
          </p:nvPr>
        </p:nvSpPr>
        <p:spPr/>
        <p:txBody>
          <a:bodyPr/>
          <a:lstStyle/>
          <a:p>
            <a:endParaRPr lang="en-US" dirty="0"/>
          </a:p>
        </p:txBody>
      </p:sp>
      <p:sp>
        <p:nvSpPr>
          <p:cNvPr id="3" name="Title 2">
            <a:extLst>
              <a:ext uri="{FF2B5EF4-FFF2-40B4-BE49-F238E27FC236}">
                <a16:creationId xmlns:a16="http://schemas.microsoft.com/office/drawing/2014/main" id="{13F1D83A-BF8B-7A4F-BCD1-832EE16FF8AF}"/>
              </a:ext>
            </a:extLst>
          </p:cNvPr>
          <p:cNvSpPr>
            <a:spLocks noGrp="1"/>
          </p:cNvSpPr>
          <p:nvPr>
            <p:ph type="title"/>
          </p:nvPr>
        </p:nvSpPr>
        <p:spPr/>
        <p:txBody>
          <a:bodyPr/>
          <a:lstStyle/>
          <a:p>
            <a:r>
              <a:rPr lang="en-US" dirty="0"/>
              <a:t>Industry Best Practices</a:t>
            </a:r>
          </a:p>
        </p:txBody>
      </p:sp>
      <p:graphicFrame>
        <p:nvGraphicFramePr>
          <p:cNvPr id="5" name="Table 3">
            <a:extLst>
              <a:ext uri="{FF2B5EF4-FFF2-40B4-BE49-F238E27FC236}">
                <a16:creationId xmlns:a16="http://schemas.microsoft.com/office/drawing/2014/main" id="{ADCBBBB7-B306-174B-9941-F4929182F546}"/>
              </a:ext>
            </a:extLst>
          </p:cNvPr>
          <p:cNvGraphicFramePr>
            <a:graphicFrameLocks noGrp="1"/>
          </p:cNvGraphicFramePr>
          <p:nvPr>
            <p:extLst>
              <p:ext uri="{D42A27DB-BD31-4B8C-83A1-F6EECF244321}">
                <p14:modId xmlns:p14="http://schemas.microsoft.com/office/powerpoint/2010/main" val="2235662890"/>
              </p:ext>
            </p:extLst>
          </p:nvPr>
        </p:nvGraphicFramePr>
        <p:xfrm>
          <a:off x="457199" y="835025"/>
          <a:ext cx="8229556" cy="3862688"/>
        </p:xfrm>
        <a:graphic>
          <a:graphicData uri="http://schemas.openxmlformats.org/drawingml/2006/table">
            <a:tbl>
              <a:tblPr firstRow="1" bandRow="1">
                <a:tableStyleId>{5C22544A-7EE6-4342-B048-85BDC9FD1C3A}</a:tableStyleId>
              </a:tblPr>
              <a:tblGrid>
                <a:gridCol w="2057389">
                  <a:extLst>
                    <a:ext uri="{9D8B030D-6E8A-4147-A177-3AD203B41FA5}">
                      <a16:colId xmlns:a16="http://schemas.microsoft.com/office/drawing/2014/main" val="1402392201"/>
                    </a:ext>
                  </a:extLst>
                </a:gridCol>
                <a:gridCol w="2057389">
                  <a:extLst>
                    <a:ext uri="{9D8B030D-6E8A-4147-A177-3AD203B41FA5}">
                      <a16:colId xmlns:a16="http://schemas.microsoft.com/office/drawing/2014/main" val="3489977967"/>
                    </a:ext>
                  </a:extLst>
                </a:gridCol>
                <a:gridCol w="2057389">
                  <a:extLst>
                    <a:ext uri="{9D8B030D-6E8A-4147-A177-3AD203B41FA5}">
                      <a16:colId xmlns:a16="http://schemas.microsoft.com/office/drawing/2014/main" val="3307803213"/>
                    </a:ext>
                  </a:extLst>
                </a:gridCol>
                <a:gridCol w="2057389">
                  <a:extLst>
                    <a:ext uri="{9D8B030D-6E8A-4147-A177-3AD203B41FA5}">
                      <a16:colId xmlns:a16="http://schemas.microsoft.com/office/drawing/2014/main" val="2300381385"/>
                    </a:ext>
                  </a:extLst>
                </a:gridCol>
              </a:tblGrid>
              <a:tr h="796433">
                <a:tc>
                  <a:txBody>
                    <a:bodyPr/>
                    <a:lstStyle/>
                    <a:p>
                      <a:endParaRPr lang="en-US" sz="1600" dirty="0"/>
                    </a:p>
                  </a:txBody>
                  <a:tcPr marL="68580" marR="68580" marT="34290" marB="34290"/>
                </a:tc>
                <a:tc>
                  <a:txBody>
                    <a:bodyPr/>
                    <a:lstStyle/>
                    <a:p>
                      <a:pPr algn="ctr"/>
                      <a:r>
                        <a:rPr lang="en-US" sz="1600" dirty="0"/>
                        <a:t>XYZ</a:t>
                      </a:r>
                    </a:p>
                    <a:p>
                      <a:pPr algn="ctr"/>
                      <a:r>
                        <a:rPr lang="en-US" sz="1600" dirty="0"/>
                        <a:t>Current practice</a:t>
                      </a:r>
                    </a:p>
                  </a:txBody>
                  <a:tcPr marL="68580" marR="68580" marT="34290" marB="34290" anchor="ctr"/>
                </a:tc>
                <a:tc>
                  <a:txBody>
                    <a:bodyPr/>
                    <a:lstStyle/>
                    <a:p>
                      <a:pPr algn="ctr"/>
                      <a:r>
                        <a:rPr lang="en-US" sz="1600" dirty="0"/>
                        <a:t>Best Practice /</a:t>
                      </a:r>
                      <a:br>
                        <a:rPr lang="en-US" sz="1600" dirty="0"/>
                      </a:br>
                      <a:r>
                        <a:rPr lang="en-US" sz="1600" dirty="0"/>
                        <a:t>Ideal State</a:t>
                      </a:r>
                    </a:p>
                  </a:txBody>
                  <a:tcPr marL="68580" marR="68580" marT="34290" marB="34290" anchor="ctr"/>
                </a:tc>
                <a:tc>
                  <a:txBody>
                    <a:bodyPr/>
                    <a:lstStyle/>
                    <a:p>
                      <a:pPr algn="ctr"/>
                      <a:r>
                        <a:rPr lang="en-US" sz="1600" dirty="0"/>
                        <a:t>Next Steps / </a:t>
                      </a:r>
                      <a:br>
                        <a:rPr lang="en-US" sz="1600" dirty="0"/>
                      </a:br>
                      <a:r>
                        <a:rPr lang="en-US" sz="1600" dirty="0"/>
                        <a:t>Recommendations</a:t>
                      </a:r>
                    </a:p>
                  </a:txBody>
                  <a:tcPr marL="68580" marR="68580" marT="34290" marB="34290" anchor="ctr"/>
                </a:tc>
                <a:extLst>
                  <a:ext uri="{0D108BD9-81ED-4DB2-BD59-A6C34878D82A}">
                    <a16:rowId xmlns:a16="http://schemas.microsoft.com/office/drawing/2014/main" val="2337783172"/>
                  </a:ext>
                </a:extLst>
              </a:tr>
              <a:tr h="1022085">
                <a:tc>
                  <a:txBody>
                    <a:bodyPr/>
                    <a:lstStyle/>
                    <a:p>
                      <a:pPr algn="ctr"/>
                      <a:r>
                        <a:rPr lang="en-US" sz="1600" b="1" dirty="0">
                          <a:solidFill>
                            <a:srgbClr val="FF0000"/>
                          </a:solidFill>
                        </a:rPr>
                        <a:t>Drive new business </a:t>
                      </a:r>
                    </a:p>
                  </a:txBody>
                  <a:tcPr marL="68580" marR="68580" marT="34290" marB="34290" anchor="ctr">
                    <a:solidFill>
                      <a:schemeClr val="accent1">
                        <a:lumMod val="40000"/>
                        <a:lumOff val="60000"/>
                      </a:schemeClr>
                    </a:solidFill>
                  </a:tcPr>
                </a:tc>
                <a:tc>
                  <a:txBody>
                    <a:bodyPr/>
                    <a:lstStyle/>
                    <a:p>
                      <a:pPr marL="285750" indent="-285750">
                        <a:buFont typeface="Arial" panose="020B0604020202020204" pitchFamily="34" charset="0"/>
                        <a:buChar char="•"/>
                      </a:pPr>
                      <a:r>
                        <a:rPr lang="en-US" sz="1400">
                          <a:solidFill>
                            <a:srgbClr val="717171"/>
                          </a:solidFill>
                        </a:rPr>
                        <a:t>Optimized Go-To Rate with pricing differentiated by segment </a:t>
                      </a:r>
                      <a:endParaRPr lang="en-US" sz="1400" dirty="0">
                        <a:solidFill>
                          <a:srgbClr val="717171"/>
                        </a:solidFill>
                      </a:endParaRPr>
                    </a:p>
                  </a:txBody>
                  <a:tcPr marL="68580" marR="68580" marT="34290" marB="34290">
                    <a:solidFill>
                      <a:schemeClr val="accent1">
                        <a:lumMod val="40000"/>
                        <a:lumOff val="60000"/>
                      </a:schemeClr>
                    </a:solidFill>
                  </a:tcPr>
                </a:tc>
                <a:tc>
                  <a:txBody>
                    <a:bodyPr/>
                    <a:lstStyle/>
                    <a:p>
                      <a:pPr marL="285750" marR="0" lvl="0" indent="-285750" algn="l" defTabSz="91436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dirty="0">
                          <a:solidFill>
                            <a:srgbClr val="717171"/>
                          </a:solidFill>
                        </a:rPr>
                        <a:t>Optimize Go-To Rate with segmented Intro rate Offers</a:t>
                      </a:r>
                    </a:p>
                  </a:txBody>
                  <a:tcPr marL="68580" marR="68580" marT="34290" marB="34290">
                    <a:solidFill>
                      <a:schemeClr val="accent1">
                        <a:lumMod val="40000"/>
                        <a:lumOff val="60000"/>
                      </a:schemeClr>
                    </a:solidFill>
                  </a:tcPr>
                </a:tc>
                <a:tc>
                  <a:txBody>
                    <a:bodyPr/>
                    <a:lstStyle/>
                    <a:p>
                      <a:pPr marL="285750" indent="-285750">
                        <a:buFont typeface="Arial" panose="020B0604020202020204" pitchFamily="34" charset="0"/>
                        <a:buChar char="•"/>
                      </a:pPr>
                      <a:r>
                        <a:rPr lang="en-US" sz="1400" dirty="0">
                          <a:solidFill>
                            <a:srgbClr val="717171"/>
                          </a:solidFill>
                        </a:rPr>
                        <a:t>Intro Rate Offers</a:t>
                      </a:r>
                    </a:p>
                  </a:txBody>
                  <a:tcPr marL="68580" marR="68580" marT="34290" marB="34290">
                    <a:solidFill>
                      <a:schemeClr val="accent1">
                        <a:lumMod val="40000"/>
                        <a:lumOff val="60000"/>
                      </a:schemeClr>
                    </a:solidFill>
                  </a:tcPr>
                </a:tc>
                <a:extLst>
                  <a:ext uri="{0D108BD9-81ED-4DB2-BD59-A6C34878D82A}">
                    <a16:rowId xmlns:a16="http://schemas.microsoft.com/office/drawing/2014/main" val="1813752151"/>
                  </a:ext>
                </a:extLst>
              </a:tr>
              <a:tr h="1022085">
                <a:tc>
                  <a:txBody>
                    <a:bodyPr/>
                    <a:lstStyle/>
                    <a:p>
                      <a:pPr algn="ctr"/>
                      <a:r>
                        <a:rPr lang="en-US" sz="1600" b="1" dirty="0">
                          <a:solidFill>
                            <a:srgbClr val="FF0000"/>
                          </a:solidFill>
                        </a:rPr>
                        <a:t>Grow &amp; Maintain Portfolio </a:t>
                      </a:r>
                    </a:p>
                  </a:txBody>
                  <a:tcPr marL="68580" marR="68580" marT="34290" marB="34290" anchor="ctr">
                    <a:solidFill>
                      <a:schemeClr val="accent1">
                        <a:lumMod val="40000"/>
                        <a:lumOff val="60000"/>
                      </a:schemeClr>
                    </a:solidFill>
                  </a:tcPr>
                </a:tc>
                <a:tc>
                  <a:txBody>
                    <a:bodyPr/>
                    <a:lstStyle/>
                    <a:p>
                      <a:pPr marL="285750" indent="-285750">
                        <a:buFont typeface="Arial" panose="020B0604020202020204" pitchFamily="34" charset="0"/>
                        <a:buChar char="•"/>
                      </a:pPr>
                      <a:r>
                        <a:rPr lang="en-US" sz="1400">
                          <a:solidFill>
                            <a:srgbClr val="717171"/>
                          </a:solidFill>
                        </a:rPr>
                        <a:t>Front line driven retention and balance growth   </a:t>
                      </a:r>
                      <a:endParaRPr lang="en-US" sz="1400" dirty="0">
                        <a:solidFill>
                          <a:srgbClr val="717171"/>
                        </a:solidFill>
                      </a:endParaRPr>
                    </a:p>
                  </a:txBody>
                  <a:tcPr marL="68580" marR="68580" marT="34290" marB="34290">
                    <a:solidFill>
                      <a:schemeClr val="accent1">
                        <a:lumMod val="40000"/>
                        <a:lumOff val="60000"/>
                      </a:schemeClr>
                    </a:solidFill>
                  </a:tcPr>
                </a:tc>
                <a:tc>
                  <a:txBody>
                    <a:bodyPr/>
                    <a:lstStyle/>
                    <a:p>
                      <a:pPr marL="285750" indent="-285750">
                        <a:buFont typeface="Arial" panose="020B0604020202020204" pitchFamily="34" charset="0"/>
                        <a:buChar char="•"/>
                      </a:pPr>
                      <a:r>
                        <a:rPr lang="en-US" sz="1400">
                          <a:solidFill>
                            <a:srgbClr val="717171"/>
                          </a:solidFill>
                        </a:rPr>
                        <a:t>Targeted offers for utilization stimulation and limiting attrition</a:t>
                      </a:r>
                      <a:endParaRPr lang="en-US" sz="1400" dirty="0">
                        <a:solidFill>
                          <a:srgbClr val="717171"/>
                        </a:solidFill>
                      </a:endParaRPr>
                    </a:p>
                  </a:txBody>
                  <a:tcPr marL="68580" marR="68580" marT="34290" marB="34290">
                    <a:solidFill>
                      <a:schemeClr val="accent1">
                        <a:lumMod val="40000"/>
                        <a:lumOff val="60000"/>
                      </a:schemeClr>
                    </a:solidFill>
                  </a:tcPr>
                </a:tc>
                <a:tc>
                  <a:txBody>
                    <a:bodyPr/>
                    <a:lstStyle/>
                    <a:p>
                      <a:pPr marL="285750" indent="-285750">
                        <a:buFont typeface="Arial" panose="020B0604020202020204" pitchFamily="34" charset="0"/>
                        <a:buChar char="•"/>
                      </a:pPr>
                      <a:r>
                        <a:rPr lang="en-US" sz="1400">
                          <a:solidFill>
                            <a:srgbClr val="717171"/>
                          </a:solidFill>
                        </a:rPr>
                        <a:t>Portfolio analysis</a:t>
                      </a:r>
                    </a:p>
                    <a:p>
                      <a:pPr marL="285750" indent="-285750">
                        <a:buFont typeface="Arial" panose="020B0604020202020204" pitchFamily="34" charset="0"/>
                        <a:buChar char="•"/>
                      </a:pPr>
                      <a:r>
                        <a:rPr lang="en-US" sz="1400">
                          <a:solidFill>
                            <a:srgbClr val="717171"/>
                          </a:solidFill>
                        </a:rPr>
                        <a:t>Data enhancement  campaigns for response modeling</a:t>
                      </a:r>
                      <a:endParaRPr lang="en-US" sz="1400" dirty="0">
                        <a:solidFill>
                          <a:srgbClr val="717171"/>
                        </a:solidFill>
                      </a:endParaRPr>
                    </a:p>
                  </a:txBody>
                  <a:tcPr marL="68580" marR="68580" marT="34290" marB="34290">
                    <a:solidFill>
                      <a:schemeClr val="accent1">
                        <a:lumMod val="40000"/>
                        <a:lumOff val="60000"/>
                      </a:schemeClr>
                    </a:solidFill>
                  </a:tcPr>
                </a:tc>
                <a:extLst>
                  <a:ext uri="{0D108BD9-81ED-4DB2-BD59-A6C34878D82A}">
                    <a16:rowId xmlns:a16="http://schemas.microsoft.com/office/drawing/2014/main" val="1400435085"/>
                  </a:ext>
                </a:extLst>
              </a:tr>
              <a:tr h="1022085">
                <a:tc>
                  <a:txBody>
                    <a:bodyPr/>
                    <a:lstStyle/>
                    <a:p>
                      <a:pPr algn="ctr"/>
                      <a:r>
                        <a:rPr lang="en-US" sz="1600" b="1" dirty="0">
                          <a:solidFill>
                            <a:srgbClr val="FF0000"/>
                          </a:solidFill>
                        </a:rPr>
                        <a:t>Product Position</a:t>
                      </a:r>
                    </a:p>
                  </a:txBody>
                  <a:tcPr marL="68580" marR="68580" marT="34290" marB="34290" anchor="ctr">
                    <a:solidFill>
                      <a:schemeClr val="accent1">
                        <a:lumMod val="20000"/>
                        <a:lumOff val="80000"/>
                      </a:schemeClr>
                    </a:solidFill>
                  </a:tcPr>
                </a:tc>
                <a:tc>
                  <a:txBody>
                    <a:bodyPr/>
                    <a:lstStyle/>
                    <a:p>
                      <a:pPr marL="285750" indent="-285750">
                        <a:buFont typeface="Arial" panose="020B0604020202020204" pitchFamily="34" charset="0"/>
                        <a:buChar char="•"/>
                      </a:pPr>
                      <a:r>
                        <a:rPr lang="en-US" sz="1400" dirty="0">
                          <a:solidFill>
                            <a:srgbClr val="717171"/>
                          </a:solidFill>
                        </a:rPr>
                        <a:t>Limited exceptions allowed per month</a:t>
                      </a:r>
                    </a:p>
                    <a:p>
                      <a:pPr marL="285750" indent="-285750">
                        <a:buFont typeface="Arial" panose="020B0604020202020204" pitchFamily="34" charset="0"/>
                        <a:buChar char="•"/>
                      </a:pPr>
                      <a:endParaRPr lang="en-US" sz="1400" dirty="0">
                        <a:solidFill>
                          <a:srgbClr val="717171"/>
                        </a:solidFill>
                      </a:endParaRPr>
                    </a:p>
                  </a:txBody>
                  <a:tcPr marL="68580" marR="68580" marT="34290" marB="34290">
                    <a:solidFill>
                      <a:schemeClr val="accent1">
                        <a:lumMod val="20000"/>
                        <a:lumOff val="80000"/>
                      </a:schemeClr>
                    </a:solidFill>
                  </a:tcPr>
                </a:tc>
                <a:tc>
                  <a:txBody>
                    <a:bodyPr/>
                    <a:lstStyle/>
                    <a:p>
                      <a:pPr marL="285750" indent="-285750">
                        <a:buFont typeface="Arial" panose="020B0604020202020204" pitchFamily="34" charset="0"/>
                        <a:buChar char="•"/>
                      </a:pPr>
                      <a:r>
                        <a:rPr lang="en-US" sz="1400">
                          <a:solidFill>
                            <a:srgbClr val="717171"/>
                          </a:solidFill>
                        </a:rPr>
                        <a:t>Personalized pricing based on relationship and customer needs</a:t>
                      </a:r>
                      <a:endParaRPr lang="en-US" sz="1400" dirty="0">
                        <a:solidFill>
                          <a:srgbClr val="717171"/>
                        </a:solidFill>
                      </a:endParaRPr>
                    </a:p>
                  </a:txBody>
                  <a:tcPr marL="68580" marR="68580" marT="34290" marB="34290">
                    <a:solidFill>
                      <a:schemeClr val="accent1">
                        <a:lumMod val="20000"/>
                        <a:lumOff val="80000"/>
                      </a:schemeClr>
                    </a:solidFill>
                  </a:tcPr>
                </a:tc>
                <a:tc>
                  <a:txBody>
                    <a:bodyPr/>
                    <a:lstStyle/>
                    <a:p>
                      <a:pPr marL="285750" indent="-285750">
                        <a:buFont typeface="Arial" panose="020B0604020202020204" pitchFamily="34" charset="0"/>
                        <a:buChar char="•"/>
                      </a:pPr>
                      <a:r>
                        <a:rPr lang="en-US" sz="1400" dirty="0">
                          <a:solidFill>
                            <a:srgbClr val="717171"/>
                          </a:solidFill>
                        </a:rPr>
                        <a:t>Aligning lending products under single pricing strategy</a:t>
                      </a:r>
                    </a:p>
                  </a:txBody>
                  <a:tcPr marL="68580" marR="68580" marT="34290" marB="34290">
                    <a:solidFill>
                      <a:schemeClr val="accent1">
                        <a:lumMod val="20000"/>
                        <a:lumOff val="80000"/>
                      </a:schemeClr>
                    </a:solidFill>
                  </a:tcPr>
                </a:tc>
                <a:extLst>
                  <a:ext uri="{0D108BD9-81ED-4DB2-BD59-A6C34878D82A}">
                    <a16:rowId xmlns:a16="http://schemas.microsoft.com/office/drawing/2014/main" val="1099667581"/>
                  </a:ext>
                </a:extLst>
              </a:tr>
            </a:tbl>
          </a:graphicData>
        </a:graphic>
      </p:graphicFrame>
    </p:spTree>
    <p:extLst>
      <p:ext uri="{BB962C8B-B14F-4D97-AF65-F5344CB8AC3E}">
        <p14:creationId xmlns:p14="http://schemas.microsoft.com/office/powerpoint/2010/main" val="650014548"/>
      </p:ext>
    </p:extLst>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type="body" sz="quarter" idx="12"/>
          </p:nvPr>
        </p:nvSpPr>
        <p:spPr>
          <a:xfrm>
            <a:off x="457199" y="835026"/>
            <a:ext cx="6324601" cy="3843654"/>
          </a:xfrm>
        </p:spPr>
        <p:txBody>
          <a:bodyPr>
            <a:normAutofit fontScale="85000" lnSpcReduction="10000"/>
          </a:bodyPr>
          <a:lstStyle/>
          <a:p>
            <a:pPr marL="342900" indent="-279400">
              <a:buFont typeface="+mj-lt"/>
              <a:buAutoNum type="arabicPeriod"/>
            </a:pPr>
            <a:r>
              <a:rPr lang="en-US" sz="1400" dirty="0">
                <a:solidFill>
                  <a:schemeClr val="tx1"/>
                </a:solidFill>
              </a:rPr>
              <a:t>Optimize Go-to Rates</a:t>
            </a:r>
            <a:endParaRPr lang="en-US" dirty="0">
              <a:solidFill>
                <a:schemeClr val="tx1"/>
              </a:solidFill>
            </a:endParaRPr>
          </a:p>
          <a:p>
            <a:pPr marL="628650" lvl="2" indent="-166688"/>
            <a:r>
              <a:rPr lang="en-US" sz="1400" dirty="0">
                <a:solidFill>
                  <a:srgbClr val="717171"/>
                </a:solidFill>
              </a:rPr>
              <a:t>Leverage the Nomis Price Optimizer for Home Equity to optimize the profit volume trade-off on new originations</a:t>
            </a:r>
            <a:endParaRPr lang="en-US" dirty="0">
              <a:solidFill>
                <a:srgbClr val="717171"/>
              </a:solidFill>
            </a:endParaRPr>
          </a:p>
          <a:p>
            <a:pPr marL="341313" indent="-287338">
              <a:buFont typeface="+mj-lt"/>
              <a:buAutoNum type="arabicPeriod"/>
            </a:pPr>
            <a:r>
              <a:rPr lang="en-US" sz="1400" dirty="0">
                <a:solidFill>
                  <a:schemeClr val="tx1"/>
                </a:solidFill>
              </a:rPr>
              <a:t>Define Intro Offers</a:t>
            </a:r>
            <a:endParaRPr lang="en-US" dirty="0">
              <a:solidFill>
                <a:schemeClr val="tx1"/>
              </a:solidFill>
            </a:endParaRPr>
          </a:p>
          <a:p>
            <a:pPr marL="628650" lvl="2" indent="-166688"/>
            <a:r>
              <a:rPr lang="en-US" sz="1400" dirty="0">
                <a:solidFill>
                  <a:srgbClr val="717171"/>
                </a:solidFill>
              </a:rPr>
              <a:t>Offer segmented intro offers that will increase take-up and initial draw behavior</a:t>
            </a:r>
            <a:endParaRPr lang="en-US" dirty="0">
              <a:solidFill>
                <a:srgbClr val="717171"/>
              </a:solidFill>
            </a:endParaRPr>
          </a:p>
          <a:p>
            <a:pPr marL="341313" indent="-287338">
              <a:buFont typeface="+mj-lt"/>
              <a:buAutoNum type="arabicPeriod"/>
            </a:pPr>
            <a:r>
              <a:rPr lang="en-US" sz="1400" dirty="0">
                <a:solidFill>
                  <a:schemeClr val="tx1"/>
                </a:solidFill>
              </a:rPr>
              <a:t>Stimulate Utilization</a:t>
            </a:r>
            <a:endParaRPr lang="en-US" dirty="0">
              <a:solidFill>
                <a:schemeClr val="tx1"/>
              </a:solidFill>
            </a:endParaRPr>
          </a:p>
          <a:p>
            <a:pPr marL="628650" lvl="2" indent="-166688"/>
            <a:r>
              <a:rPr lang="en-US" sz="1400" dirty="0">
                <a:solidFill>
                  <a:srgbClr val="717171"/>
                </a:solidFill>
              </a:rPr>
              <a:t>Use segment level price sensitivity score to target customers who have shown propensity to utilize in the past and are most likely to respond to a rate offer to increase utilization </a:t>
            </a:r>
            <a:endParaRPr lang="en-US" dirty="0">
              <a:solidFill>
                <a:srgbClr val="717171"/>
              </a:solidFill>
            </a:endParaRPr>
          </a:p>
          <a:p>
            <a:pPr marL="628650" lvl="2" indent="-166688"/>
            <a:r>
              <a:rPr lang="en-US" sz="1400" dirty="0">
                <a:solidFill>
                  <a:srgbClr val="717171"/>
                </a:solidFill>
              </a:rPr>
              <a:t>Use a segment level price sensitivity score to identify existing customers who would respond to an offer for a balance transfer</a:t>
            </a:r>
            <a:endParaRPr lang="en-US" dirty="0">
              <a:solidFill>
                <a:srgbClr val="717171"/>
              </a:solidFill>
            </a:endParaRPr>
          </a:p>
          <a:p>
            <a:pPr marL="341313" indent="-287338">
              <a:buFont typeface="+mj-lt"/>
              <a:buAutoNum type="arabicPeriod"/>
            </a:pPr>
            <a:r>
              <a:rPr lang="en-US" sz="1400" dirty="0">
                <a:solidFill>
                  <a:schemeClr val="tx1"/>
                </a:solidFill>
              </a:rPr>
              <a:t>Retain Balances</a:t>
            </a:r>
            <a:endParaRPr lang="en-US" dirty="0">
              <a:solidFill>
                <a:schemeClr val="tx1"/>
              </a:solidFill>
            </a:endParaRPr>
          </a:p>
          <a:p>
            <a:pPr marL="628650" lvl="2" indent="-166688"/>
            <a:r>
              <a:rPr lang="en-US" sz="1400" dirty="0">
                <a:solidFill>
                  <a:srgbClr val="717171"/>
                </a:solidFill>
              </a:rPr>
              <a:t>Target clients with the highest propensity to attrite with a proactive offer to retain their balances</a:t>
            </a:r>
          </a:p>
          <a:p>
            <a:pPr marL="341313" indent="-287338">
              <a:buFont typeface="+mj-lt"/>
              <a:buAutoNum type="arabicPeriod"/>
            </a:pPr>
            <a:r>
              <a:rPr lang="en-US" sz="1400" dirty="0">
                <a:solidFill>
                  <a:schemeClr val="tx1"/>
                </a:solidFill>
              </a:rPr>
              <a:t>Engage Customers</a:t>
            </a:r>
          </a:p>
          <a:p>
            <a:pPr marL="628650" lvl="2" indent="-166688"/>
            <a:r>
              <a:rPr lang="en-US" sz="1400" dirty="0">
                <a:solidFill>
                  <a:srgbClr val="717171"/>
                </a:solidFill>
              </a:rPr>
              <a:t>Define the path to customer centric, omni-channel pricing based on bank objectives, strategy and technology capabilities (current and future)</a:t>
            </a:r>
          </a:p>
        </p:txBody>
      </p:sp>
      <p:sp>
        <p:nvSpPr>
          <p:cNvPr id="3" name="Title 2"/>
          <p:cNvSpPr>
            <a:spLocks noGrp="1"/>
          </p:cNvSpPr>
          <p:nvPr>
            <p:ph type="title"/>
          </p:nvPr>
        </p:nvSpPr>
        <p:spPr/>
        <p:txBody>
          <a:bodyPr/>
          <a:lstStyle/>
          <a:p>
            <a:r>
              <a:rPr lang="en-US" dirty="0"/>
              <a:t>Comprehensive plan to combat balance run-off</a:t>
            </a:r>
          </a:p>
        </p:txBody>
      </p:sp>
      <p:grpSp>
        <p:nvGrpSpPr>
          <p:cNvPr id="13" name="Group 12">
            <a:extLst>
              <a:ext uri="{FF2B5EF4-FFF2-40B4-BE49-F238E27FC236}">
                <a16:creationId xmlns:a16="http://schemas.microsoft.com/office/drawing/2014/main" id="{15D4496B-2E13-D843-A4ED-94C650BC2AFB}"/>
              </a:ext>
            </a:extLst>
          </p:cNvPr>
          <p:cNvGrpSpPr/>
          <p:nvPr/>
        </p:nvGrpSpPr>
        <p:grpSpPr>
          <a:xfrm>
            <a:off x="6781800" y="1613853"/>
            <a:ext cx="2286000" cy="2286000"/>
            <a:chOff x="6781800" y="835025"/>
            <a:chExt cx="2286000" cy="2286000"/>
          </a:xfrm>
        </p:grpSpPr>
        <p:pic>
          <p:nvPicPr>
            <p:cNvPr id="6" name="Picture 5"/>
            <p:cNvPicPr>
              <a:picLocks noChangeAspect="1"/>
            </p:cNvPicPr>
            <p:nvPr/>
          </p:nvPicPr>
          <p:blipFill>
            <a:blip r:embed="rId3"/>
            <a:stretch>
              <a:fillRect/>
            </a:stretch>
          </p:blipFill>
          <p:spPr>
            <a:xfrm>
              <a:off x="6781800" y="835025"/>
              <a:ext cx="2286000" cy="2286000"/>
            </a:xfrm>
            <a:prstGeom prst="rect">
              <a:avLst/>
            </a:prstGeom>
          </p:spPr>
        </p:pic>
        <p:sp>
          <p:nvSpPr>
            <p:cNvPr id="7" name="Oval 6"/>
            <p:cNvSpPr/>
            <p:nvPr/>
          </p:nvSpPr>
          <p:spPr>
            <a:xfrm>
              <a:off x="7162800" y="1746265"/>
              <a:ext cx="192505" cy="192505"/>
            </a:xfrm>
            <a:prstGeom prst="ellipse">
              <a:avLst/>
            </a:prstGeom>
            <a:solidFill>
              <a:srgbClr val="2992F8"/>
            </a:solidFill>
            <a:ln w="19050">
              <a:solidFill>
                <a:srgbClr val="275DA6"/>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spcAft>
                  <a:spcPts val="600"/>
                </a:spcAft>
              </a:pPr>
              <a:r>
                <a:rPr lang="en-US" sz="1100" dirty="0"/>
                <a:t>1</a:t>
              </a:r>
            </a:p>
          </p:txBody>
        </p:sp>
        <p:sp>
          <p:nvSpPr>
            <p:cNvPr id="8" name="Oval 7"/>
            <p:cNvSpPr/>
            <p:nvPr/>
          </p:nvSpPr>
          <p:spPr>
            <a:xfrm>
              <a:off x="8021052" y="1047750"/>
              <a:ext cx="192505" cy="192505"/>
            </a:xfrm>
            <a:prstGeom prst="ellipse">
              <a:avLst/>
            </a:prstGeom>
            <a:solidFill>
              <a:srgbClr val="2992F8"/>
            </a:solidFill>
            <a:ln w="19050">
              <a:solidFill>
                <a:srgbClr val="275DA6"/>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spcAft>
                  <a:spcPts val="600"/>
                </a:spcAft>
              </a:pPr>
              <a:r>
                <a:rPr lang="en-US" sz="1100" dirty="0"/>
                <a:t>2</a:t>
              </a:r>
            </a:p>
          </p:txBody>
        </p:sp>
        <p:sp>
          <p:nvSpPr>
            <p:cNvPr id="9" name="Oval 8"/>
            <p:cNvSpPr/>
            <p:nvPr/>
          </p:nvSpPr>
          <p:spPr>
            <a:xfrm>
              <a:off x="8448173" y="2139025"/>
              <a:ext cx="192505" cy="192505"/>
            </a:xfrm>
            <a:prstGeom prst="ellipse">
              <a:avLst/>
            </a:prstGeom>
            <a:solidFill>
              <a:srgbClr val="2992F8"/>
            </a:solidFill>
            <a:ln w="19050">
              <a:solidFill>
                <a:srgbClr val="275DA6"/>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spcAft>
                  <a:spcPts val="600"/>
                </a:spcAft>
              </a:pPr>
              <a:r>
                <a:rPr lang="en-US" sz="1100" dirty="0"/>
                <a:t>3</a:t>
              </a:r>
            </a:p>
          </p:txBody>
        </p:sp>
        <p:sp>
          <p:nvSpPr>
            <p:cNvPr id="10" name="Oval 9"/>
            <p:cNvSpPr/>
            <p:nvPr/>
          </p:nvSpPr>
          <p:spPr>
            <a:xfrm>
              <a:off x="7162800" y="2139026"/>
              <a:ext cx="192505" cy="192505"/>
            </a:xfrm>
            <a:prstGeom prst="ellipse">
              <a:avLst/>
            </a:prstGeom>
            <a:solidFill>
              <a:srgbClr val="2992F8"/>
            </a:solidFill>
            <a:ln w="19050">
              <a:solidFill>
                <a:srgbClr val="275DA6"/>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spcAft>
                  <a:spcPts val="600"/>
                </a:spcAft>
              </a:pPr>
              <a:r>
                <a:rPr lang="en-US" sz="1100" dirty="0"/>
                <a:t>4</a:t>
              </a:r>
            </a:p>
          </p:txBody>
        </p:sp>
        <p:sp>
          <p:nvSpPr>
            <p:cNvPr id="14" name="Oval 13">
              <a:extLst>
                <a:ext uri="{FF2B5EF4-FFF2-40B4-BE49-F238E27FC236}">
                  <a16:creationId xmlns:a16="http://schemas.microsoft.com/office/drawing/2014/main" id="{B5C19033-5CAF-7E40-A0A3-6C994517E951}"/>
                </a:ext>
              </a:extLst>
            </p:cNvPr>
            <p:cNvSpPr/>
            <p:nvPr/>
          </p:nvSpPr>
          <p:spPr>
            <a:xfrm>
              <a:off x="7828547" y="2139025"/>
              <a:ext cx="192505" cy="192505"/>
            </a:xfrm>
            <a:prstGeom prst="ellipse">
              <a:avLst/>
            </a:prstGeom>
            <a:solidFill>
              <a:srgbClr val="2992F8"/>
            </a:solidFill>
            <a:ln w="19050">
              <a:solidFill>
                <a:srgbClr val="275DA6"/>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spcAft>
                  <a:spcPts val="600"/>
                </a:spcAft>
              </a:pPr>
              <a:r>
                <a:rPr lang="en-US" sz="1100" dirty="0"/>
                <a:t>5</a:t>
              </a:r>
            </a:p>
          </p:txBody>
        </p:sp>
      </p:grpSp>
    </p:spTree>
    <p:extLst>
      <p:ext uri="{BB962C8B-B14F-4D97-AF65-F5344CB8AC3E}">
        <p14:creationId xmlns:p14="http://schemas.microsoft.com/office/powerpoint/2010/main" val="1679384704"/>
      </p:ext>
    </p:extLst>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B6772EBA-A157-094E-BDE6-7D27BD1B9A9A}"/>
              </a:ext>
            </a:extLst>
          </p:cNvPr>
          <p:cNvGrpSpPr/>
          <p:nvPr/>
        </p:nvGrpSpPr>
        <p:grpSpPr>
          <a:xfrm>
            <a:off x="715148" y="1227261"/>
            <a:ext cx="2413260" cy="3317971"/>
            <a:chOff x="715148" y="1227261"/>
            <a:chExt cx="2413260" cy="3317971"/>
          </a:xfrm>
        </p:grpSpPr>
        <p:sp>
          <p:nvSpPr>
            <p:cNvPr id="13" name="Freeform 5"/>
            <p:cNvSpPr>
              <a:spLocks/>
            </p:cNvSpPr>
            <p:nvPr/>
          </p:nvSpPr>
          <p:spPr bwMode="blackWhite">
            <a:xfrm>
              <a:off x="878832" y="3833459"/>
              <a:ext cx="2249576" cy="711773"/>
            </a:xfrm>
            <a:custGeom>
              <a:avLst/>
              <a:gdLst>
                <a:gd name="T0" fmla="*/ 0 w 1352"/>
                <a:gd name="T1" fmla="*/ 791 h 1000"/>
                <a:gd name="T2" fmla="*/ 0 w 1352"/>
                <a:gd name="T3" fmla="*/ 440 h 1000"/>
                <a:gd name="T4" fmla="*/ 1023 w 1352"/>
                <a:gd name="T5" fmla="*/ 184 h 1000"/>
                <a:gd name="T6" fmla="*/ 1023 w 1352"/>
                <a:gd name="T7" fmla="*/ 0 h 1000"/>
                <a:gd name="T8" fmla="*/ 1351 w 1352"/>
                <a:gd name="T9" fmla="*/ 480 h 1000"/>
                <a:gd name="T10" fmla="*/ 1023 w 1352"/>
                <a:gd name="T11" fmla="*/ 999 h 1000"/>
                <a:gd name="T12" fmla="*/ 1023 w 1352"/>
                <a:gd name="T13" fmla="*/ 791 h 1000"/>
                <a:gd name="T14" fmla="*/ 0 w 1352"/>
                <a:gd name="T15" fmla="*/ 791 h 1000"/>
                <a:gd name="T16" fmla="*/ 0 60000 65536"/>
                <a:gd name="T17" fmla="*/ 0 60000 65536"/>
                <a:gd name="T18" fmla="*/ 0 60000 65536"/>
                <a:gd name="T19" fmla="*/ 0 60000 65536"/>
                <a:gd name="T20" fmla="*/ 0 60000 65536"/>
                <a:gd name="T21" fmla="*/ 0 60000 65536"/>
                <a:gd name="T22" fmla="*/ 0 60000 65536"/>
                <a:gd name="T23" fmla="*/ 0 60000 65536"/>
                <a:gd name="T24" fmla="*/ 0 w 1352"/>
                <a:gd name="T25" fmla="*/ 0 h 1000"/>
                <a:gd name="T26" fmla="*/ 1352 w 1352"/>
                <a:gd name="T27" fmla="*/ 1000 h 10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352" h="1000">
                  <a:moveTo>
                    <a:pt x="0" y="791"/>
                  </a:moveTo>
                  <a:lnTo>
                    <a:pt x="0" y="440"/>
                  </a:lnTo>
                  <a:lnTo>
                    <a:pt x="1023" y="184"/>
                  </a:lnTo>
                  <a:lnTo>
                    <a:pt x="1023" y="0"/>
                  </a:lnTo>
                  <a:lnTo>
                    <a:pt x="1351" y="480"/>
                  </a:lnTo>
                  <a:lnTo>
                    <a:pt x="1023" y="999"/>
                  </a:lnTo>
                  <a:lnTo>
                    <a:pt x="1023" y="791"/>
                  </a:lnTo>
                  <a:lnTo>
                    <a:pt x="0" y="791"/>
                  </a:lnTo>
                </a:path>
              </a:pathLst>
            </a:custGeom>
            <a:gradFill flip="none" rotWithShape="1">
              <a:gsLst>
                <a:gs pos="0">
                  <a:srgbClr val="0A7AF5">
                    <a:alpha val="0"/>
                  </a:srgbClr>
                </a:gs>
                <a:gs pos="100000">
                  <a:srgbClr val="0164D0">
                    <a:alpha val="33000"/>
                  </a:srgbClr>
                </a:gs>
              </a:gsLst>
              <a:lin ang="0" scaled="1"/>
              <a:tileRect/>
            </a:gradFill>
            <a:ln w="19050" algn="ctr">
              <a:noFill/>
              <a:miter lim="800000"/>
              <a:headEnd type="none" w="sm" len="sm"/>
              <a:tailEnd type="none" w="sm" len="sm"/>
            </a:ln>
            <a:effectLst/>
            <a:scene3d>
              <a:camera prst="orthographicFront">
                <a:rot lat="0" lon="0" rev="0"/>
              </a:camera>
              <a:lightRig rig="balanced" dir="t">
                <a:rot lat="0" lon="0" rev="8700000"/>
              </a:lightRig>
            </a:scene3d>
            <a:sp3d/>
          </p:spPr>
          <p:txBody>
            <a:bodyPr tIns="68580" bIns="68580" anchor="ctr"/>
            <a:lstStyle/>
            <a:p>
              <a:pPr algn="ctr" defTabSz="590550" fontAlgn="auto">
                <a:lnSpc>
                  <a:spcPct val="95000"/>
                </a:lnSpc>
                <a:spcBef>
                  <a:spcPts val="0"/>
                </a:spcBef>
                <a:spcAft>
                  <a:spcPct val="37000"/>
                </a:spcAft>
              </a:pPr>
              <a:endParaRPr lang="en-CA" altLang="en-US" sz="1050" b="1" kern="0" dirty="0">
                <a:solidFill>
                  <a:srgbClr val="FFFFFF"/>
                </a:solidFill>
                <a:latin typeface="Trebuchet MS" panose="020B0603020202020204" pitchFamily="34" charset="0"/>
              </a:endParaRPr>
            </a:p>
          </p:txBody>
        </p:sp>
        <p:sp>
          <p:nvSpPr>
            <p:cNvPr id="14" name="Rectangle 6"/>
            <p:cNvSpPr>
              <a:spLocks noChangeArrowheads="1"/>
            </p:cNvSpPr>
            <p:nvPr/>
          </p:nvSpPr>
          <p:spPr bwMode="auto">
            <a:xfrm>
              <a:off x="994851" y="4116930"/>
              <a:ext cx="2057400" cy="175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defTabSz="787400" eaLnBrk="0" hangingPunct="0">
                <a:defRPr sz="1200">
                  <a:solidFill>
                    <a:schemeClr val="tx1"/>
                  </a:solidFill>
                  <a:latin typeface="Verdana" panose="020B0604030504040204" pitchFamily="34" charset="0"/>
                </a:defRPr>
              </a:lvl1pPr>
              <a:lvl2pPr marL="742950" indent="-285750" defTabSz="787400" eaLnBrk="0" hangingPunct="0">
                <a:defRPr sz="1200">
                  <a:solidFill>
                    <a:schemeClr val="tx1"/>
                  </a:solidFill>
                  <a:latin typeface="Verdana" panose="020B0604030504040204" pitchFamily="34" charset="0"/>
                </a:defRPr>
              </a:lvl2pPr>
              <a:lvl3pPr marL="1143000" indent="-228600" defTabSz="787400" eaLnBrk="0" hangingPunct="0">
                <a:defRPr sz="1200">
                  <a:solidFill>
                    <a:schemeClr val="tx1"/>
                  </a:solidFill>
                  <a:latin typeface="Verdana" panose="020B0604030504040204" pitchFamily="34" charset="0"/>
                </a:defRPr>
              </a:lvl3pPr>
              <a:lvl4pPr marL="1600200" indent="-228600" defTabSz="787400" eaLnBrk="0" hangingPunct="0">
                <a:defRPr sz="1200">
                  <a:solidFill>
                    <a:schemeClr val="tx1"/>
                  </a:solidFill>
                  <a:latin typeface="Verdana" panose="020B0604030504040204" pitchFamily="34" charset="0"/>
                </a:defRPr>
              </a:lvl4pPr>
              <a:lvl5pPr marL="2057400" indent="-228600" defTabSz="787400" eaLnBrk="0" hangingPunct="0">
                <a:defRPr sz="1200">
                  <a:solidFill>
                    <a:schemeClr val="tx1"/>
                  </a:solidFill>
                  <a:latin typeface="Verdana" panose="020B0604030504040204" pitchFamily="34" charset="0"/>
                </a:defRPr>
              </a:lvl5pPr>
              <a:lvl6pPr marL="2514600" indent="-228600" algn="ctr" defTabSz="787400" eaLnBrk="0" fontAlgn="base" hangingPunct="0">
                <a:spcBef>
                  <a:spcPct val="0"/>
                </a:spcBef>
                <a:spcAft>
                  <a:spcPct val="0"/>
                </a:spcAft>
                <a:defRPr sz="1200">
                  <a:solidFill>
                    <a:schemeClr val="tx1"/>
                  </a:solidFill>
                  <a:latin typeface="Verdana" panose="020B0604030504040204" pitchFamily="34" charset="0"/>
                </a:defRPr>
              </a:lvl6pPr>
              <a:lvl7pPr marL="2971800" indent="-228600" algn="ctr" defTabSz="787400" eaLnBrk="0" fontAlgn="base" hangingPunct="0">
                <a:spcBef>
                  <a:spcPct val="0"/>
                </a:spcBef>
                <a:spcAft>
                  <a:spcPct val="0"/>
                </a:spcAft>
                <a:defRPr sz="1200">
                  <a:solidFill>
                    <a:schemeClr val="tx1"/>
                  </a:solidFill>
                  <a:latin typeface="Verdana" panose="020B0604030504040204" pitchFamily="34" charset="0"/>
                </a:defRPr>
              </a:lvl7pPr>
              <a:lvl8pPr marL="3429000" indent="-228600" algn="ctr" defTabSz="787400" eaLnBrk="0" fontAlgn="base" hangingPunct="0">
                <a:spcBef>
                  <a:spcPct val="0"/>
                </a:spcBef>
                <a:spcAft>
                  <a:spcPct val="0"/>
                </a:spcAft>
                <a:defRPr sz="1200">
                  <a:solidFill>
                    <a:schemeClr val="tx1"/>
                  </a:solidFill>
                  <a:latin typeface="Verdana" panose="020B0604030504040204" pitchFamily="34" charset="0"/>
                </a:defRPr>
              </a:lvl8pPr>
              <a:lvl9pPr marL="3886200" indent="-228600" algn="ctr" defTabSz="787400" eaLnBrk="0" fontAlgn="base" hangingPunct="0">
                <a:spcBef>
                  <a:spcPct val="0"/>
                </a:spcBef>
                <a:spcAft>
                  <a:spcPct val="0"/>
                </a:spcAft>
                <a:defRPr sz="1200">
                  <a:solidFill>
                    <a:schemeClr val="tx1"/>
                  </a:solidFill>
                  <a:latin typeface="Verdana" panose="020B0604030504040204" pitchFamily="34" charset="0"/>
                </a:defRPr>
              </a:lvl9pPr>
            </a:lstStyle>
            <a:p>
              <a:pPr algn="ctr" defTabSz="590550" eaLnBrk="1" fontAlgn="auto" hangingPunct="1">
                <a:lnSpc>
                  <a:spcPct val="95000"/>
                </a:lnSpc>
                <a:spcBef>
                  <a:spcPts val="0"/>
                </a:spcBef>
                <a:spcAft>
                  <a:spcPct val="37000"/>
                </a:spcAft>
                <a:defRPr/>
              </a:pPr>
              <a:r>
                <a:rPr lang="de-DE" altLang="en-US" b="1" kern="0" dirty="0">
                  <a:solidFill>
                    <a:srgbClr val="0164D0"/>
                  </a:solidFill>
                  <a:latin typeface="Trebuchet MS" panose="020B0603020202020204" pitchFamily="34" charset="0"/>
                  <a:ea typeface="+mn-ea"/>
                  <a:cs typeface="+mn-cs"/>
                </a:rPr>
                <a:t>Product-centrlc</a:t>
              </a:r>
            </a:p>
          </p:txBody>
        </p:sp>
        <p:sp>
          <p:nvSpPr>
            <p:cNvPr id="21" name="TextBox 20"/>
            <p:cNvSpPr txBox="1"/>
            <p:nvPr/>
          </p:nvSpPr>
          <p:spPr>
            <a:xfrm>
              <a:off x="715148" y="1227261"/>
              <a:ext cx="2057400" cy="685068"/>
            </a:xfrm>
            <a:prstGeom prst="rect">
              <a:avLst/>
            </a:prstGeom>
            <a:noFill/>
            <a:ln>
              <a:noFill/>
            </a:ln>
          </p:spPr>
          <p:txBody>
            <a:bodyPr wrap="square" lIns="54000" rIns="54000" rtlCol="0" anchor="t">
              <a:noAutofit/>
            </a:bodyPr>
            <a:lstStyle/>
            <a:p>
              <a:pPr algn="ctr" defTabSz="685800" fontAlgn="auto">
                <a:spcBef>
                  <a:spcPts val="0"/>
                </a:spcBef>
                <a:spcAft>
                  <a:spcPts val="0"/>
                </a:spcAft>
                <a:buClr>
                  <a:srgbClr val="0A7AF5"/>
                </a:buClr>
                <a:buSzPct val="100000"/>
                <a:defRPr/>
              </a:pPr>
              <a:r>
                <a:rPr lang="en-US" kern="0" dirty="0">
                  <a:latin typeface="Trebuchet MS" charset="0"/>
                  <a:ea typeface="Trebuchet MS" charset="0"/>
                  <a:cs typeface="Trebuchet MS" charset="0"/>
                </a:rPr>
                <a:t>Disconnected product selling</a:t>
              </a:r>
            </a:p>
          </p:txBody>
        </p:sp>
        <p:grpSp>
          <p:nvGrpSpPr>
            <p:cNvPr id="4" name="Group 3"/>
            <p:cNvGrpSpPr>
              <a:grpSpLocks noChangeAspect="1"/>
            </p:cNvGrpSpPr>
            <p:nvPr/>
          </p:nvGrpSpPr>
          <p:grpSpPr>
            <a:xfrm>
              <a:off x="1543757" y="2198461"/>
              <a:ext cx="527093" cy="822961"/>
              <a:chOff x="573474" y="2486427"/>
              <a:chExt cx="347474" cy="542519"/>
            </a:xfrm>
          </p:grpSpPr>
          <p:pic>
            <p:nvPicPr>
              <p:cNvPr id="109" name="Picture 108" descr="backofficeAnalytics-07.png"/>
              <p:cNvPicPr>
                <a:picLocks noChangeAspect="1"/>
              </p:cNvPicPr>
              <p:nvPr/>
            </p:nvPicPr>
            <p:blipFill rotWithShape="1">
              <a:blip r:embed="rId3">
                <a:duotone>
                  <a:prstClr val="black"/>
                  <a:schemeClr val="tx2">
                    <a:tint val="45000"/>
                    <a:satMod val="400000"/>
                  </a:schemeClr>
                </a:duotone>
                <a:extLst>
                  <a:ext uri="{28A0092B-C50C-407E-A947-70E740481C1C}">
                    <a14:useLocalDpi xmlns:a14="http://schemas.microsoft.com/office/drawing/2010/main"/>
                  </a:ext>
                </a:extLst>
              </a:blip>
              <a:srcRect/>
              <a:stretch/>
            </p:blipFill>
            <p:spPr>
              <a:xfrm>
                <a:off x="638469" y="2776016"/>
                <a:ext cx="217484" cy="252930"/>
              </a:xfrm>
              <a:prstGeom prst="rect">
                <a:avLst/>
              </a:prstGeom>
            </p:spPr>
          </p:pic>
          <p:pic>
            <p:nvPicPr>
              <p:cNvPr id="110" name="Picture 109"/>
              <p:cNvPicPr>
                <a:picLocks noChangeAspect="1"/>
              </p:cNvPicPr>
              <p:nvPr/>
            </p:nvPicPr>
            <p:blipFill>
              <a:blip r:embed="rId4">
                <a:duotone>
                  <a:schemeClr val="accent2">
                    <a:shade val="45000"/>
                    <a:satMod val="135000"/>
                  </a:schemeClr>
                  <a:prstClr val="white"/>
                </a:duotone>
              </a:blip>
              <a:stretch>
                <a:fillRect/>
              </a:stretch>
            </p:blipFill>
            <p:spPr>
              <a:xfrm>
                <a:off x="682912" y="2654346"/>
                <a:ext cx="128597" cy="123005"/>
              </a:xfrm>
              <a:prstGeom prst="rect">
                <a:avLst/>
              </a:prstGeom>
            </p:spPr>
          </p:pic>
          <p:sp>
            <p:nvSpPr>
              <p:cNvPr id="111" name="TextBox 110"/>
              <p:cNvSpPr txBox="1"/>
              <p:nvPr/>
            </p:nvSpPr>
            <p:spPr>
              <a:xfrm>
                <a:off x="573474" y="2556353"/>
                <a:ext cx="347474" cy="121212"/>
              </a:xfrm>
              <a:prstGeom prst="rect">
                <a:avLst/>
              </a:prstGeom>
              <a:noFill/>
            </p:spPr>
            <p:txBody>
              <a:bodyPr wrap="square" lIns="0" tIns="0" rIns="0" bIns="0" rtlCol="0" anchor="ctr">
                <a:noAutofit/>
              </a:bodyPr>
              <a:lstStyle/>
              <a:p>
                <a:pPr algn="ctr">
                  <a:spcAft>
                    <a:spcPts val="450"/>
                  </a:spcAft>
                </a:pPr>
                <a:r>
                  <a:rPr lang="en-US" sz="500" b="1" dirty="0">
                    <a:solidFill>
                      <a:srgbClr val="0A7AF5"/>
                    </a:solidFill>
                    <a:latin typeface="Trebuchet MS" panose="020B0603020202020204" pitchFamily="34" charset="0"/>
                  </a:rPr>
                  <a:t>Mortgage</a:t>
                </a:r>
              </a:p>
            </p:txBody>
          </p:sp>
          <p:sp>
            <p:nvSpPr>
              <p:cNvPr id="112" name="Cylinder 83"/>
              <p:cNvSpPr/>
              <p:nvPr/>
            </p:nvSpPr>
            <p:spPr>
              <a:xfrm>
                <a:off x="574763" y="2486427"/>
                <a:ext cx="344894" cy="504010"/>
              </a:xfrm>
              <a:prstGeom prst="can">
                <a:avLst/>
              </a:prstGeom>
              <a:noFill/>
              <a:ln w="12700">
                <a:solidFill>
                  <a:srgbClr val="FF6D3A"/>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spcAft>
                    <a:spcPts val="450"/>
                  </a:spcAft>
                </a:pPr>
                <a:endParaRPr lang="en-US" sz="900" dirty="0">
                  <a:latin typeface="Trebuchet MS Regular" charset="0"/>
                </a:endParaRPr>
              </a:p>
            </p:txBody>
          </p:sp>
        </p:grpSp>
        <p:grpSp>
          <p:nvGrpSpPr>
            <p:cNvPr id="2" name="Group 1"/>
            <p:cNvGrpSpPr>
              <a:grpSpLocks noChangeAspect="1"/>
            </p:cNvGrpSpPr>
            <p:nvPr/>
          </p:nvGrpSpPr>
          <p:grpSpPr>
            <a:xfrm>
              <a:off x="863636" y="2200039"/>
              <a:ext cx="527094" cy="822961"/>
              <a:chOff x="502951" y="1748795"/>
              <a:chExt cx="347474" cy="542518"/>
            </a:xfrm>
          </p:grpSpPr>
          <p:pic>
            <p:nvPicPr>
              <p:cNvPr id="113" name="Picture 112" descr="backofficeAnalytics-07.png"/>
              <p:cNvPicPr>
                <a:picLocks noChangeAspect="1"/>
              </p:cNvPicPr>
              <p:nvPr/>
            </p:nvPicPr>
            <p:blipFill rotWithShape="1">
              <a:blip r:embed="rId3">
                <a:duotone>
                  <a:prstClr val="black"/>
                  <a:schemeClr val="tx2">
                    <a:tint val="45000"/>
                    <a:satMod val="400000"/>
                  </a:schemeClr>
                </a:duotone>
                <a:extLst>
                  <a:ext uri="{28A0092B-C50C-407E-A947-70E740481C1C}">
                    <a14:useLocalDpi xmlns:a14="http://schemas.microsoft.com/office/drawing/2010/main"/>
                  </a:ext>
                </a:extLst>
              </a:blip>
              <a:srcRect/>
              <a:stretch/>
            </p:blipFill>
            <p:spPr>
              <a:xfrm>
                <a:off x="567946" y="2038384"/>
                <a:ext cx="217484" cy="252929"/>
              </a:xfrm>
              <a:prstGeom prst="rect">
                <a:avLst/>
              </a:prstGeom>
              <a:noFill/>
            </p:spPr>
          </p:pic>
          <p:sp>
            <p:nvSpPr>
              <p:cNvPr id="114" name="TextBox 113"/>
              <p:cNvSpPr txBox="1"/>
              <p:nvPr/>
            </p:nvSpPr>
            <p:spPr>
              <a:xfrm>
                <a:off x="502951" y="1818721"/>
                <a:ext cx="347474" cy="121212"/>
              </a:xfrm>
              <a:prstGeom prst="rect">
                <a:avLst/>
              </a:prstGeom>
              <a:noFill/>
            </p:spPr>
            <p:txBody>
              <a:bodyPr wrap="square" lIns="0" tIns="0" rIns="0" bIns="0" rtlCol="0" anchor="ctr">
                <a:noAutofit/>
              </a:bodyPr>
              <a:lstStyle/>
              <a:p>
                <a:pPr algn="ctr">
                  <a:spcAft>
                    <a:spcPts val="450"/>
                  </a:spcAft>
                </a:pPr>
                <a:r>
                  <a:rPr lang="en-US" sz="500" b="1" dirty="0">
                    <a:solidFill>
                      <a:srgbClr val="0A7AF5"/>
                    </a:solidFill>
                    <a:latin typeface="Trebuchet MS" panose="020B0603020202020204" pitchFamily="34" charset="0"/>
                  </a:rPr>
                  <a:t>Personal Loans</a:t>
                </a:r>
              </a:p>
            </p:txBody>
          </p:sp>
          <p:sp>
            <p:nvSpPr>
              <p:cNvPr id="115" name="Cylinder 79"/>
              <p:cNvSpPr/>
              <p:nvPr/>
            </p:nvSpPr>
            <p:spPr>
              <a:xfrm>
                <a:off x="504242" y="1748795"/>
                <a:ext cx="344894" cy="504009"/>
              </a:xfrm>
              <a:prstGeom prst="can">
                <a:avLst/>
              </a:prstGeom>
              <a:noFill/>
              <a:ln w="12700">
                <a:solidFill>
                  <a:srgbClr val="FF6D3A"/>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spcAft>
                    <a:spcPts val="450"/>
                  </a:spcAft>
                </a:pPr>
                <a:endParaRPr lang="en-US" sz="900" dirty="0">
                  <a:latin typeface="Trebuchet MS Regular" charset="0"/>
                </a:endParaRPr>
              </a:p>
            </p:txBody>
          </p:sp>
          <p:pic>
            <p:nvPicPr>
              <p:cNvPr id="116" name="Picture 115"/>
              <p:cNvPicPr>
                <a:picLocks noChangeAspect="1"/>
              </p:cNvPicPr>
              <p:nvPr/>
            </p:nvPicPr>
            <p:blipFill>
              <a:blip r:embed="rId5">
                <a:duotone>
                  <a:schemeClr val="accent2">
                    <a:shade val="45000"/>
                    <a:satMod val="135000"/>
                  </a:schemeClr>
                  <a:prstClr val="white"/>
                </a:duotone>
              </a:blip>
              <a:stretch>
                <a:fillRect/>
              </a:stretch>
            </p:blipFill>
            <p:spPr>
              <a:xfrm>
                <a:off x="616392" y="1916717"/>
                <a:ext cx="120593" cy="123005"/>
              </a:xfrm>
              <a:prstGeom prst="rect">
                <a:avLst/>
              </a:prstGeom>
            </p:spPr>
          </p:pic>
        </p:grpSp>
        <p:grpSp>
          <p:nvGrpSpPr>
            <p:cNvPr id="5" name="Group 4"/>
            <p:cNvGrpSpPr>
              <a:grpSpLocks noChangeAspect="1"/>
            </p:cNvGrpSpPr>
            <p:nvPr/>
          </p:nvGrpSpPr>
          <p:grpSpPr>
            <a:xfrm>
              <a:off x="1152379" y="3045803"/>
              <a:ext cx="527093" cy="822963"/>
              <a:chOff x="979050" y="2486421"/>
              <a:chExt cx="347474" cy="542519"/>
            </a:xfrm>
          </p:grpSpPr>
          <p:pic>
            <p:nvPicPr>
              <p:cNvPr id="117" name="Picture 116" descr="backofficeAnalytics-07.png"/>
              <p:cNvPicPr>
                <a:picLocks noChangeAspect="1"/>
              </p:cNvPicPr>
              <p:nvPr/>
            </p:nvPicPr>
            <p:blipFill rotWithShape="1">
              <a:blip r:embed="rId3">
                <a:duotone>
                  <a:prstClr val="black"/>
                  <a:schemeClr val="tx2">
                    <a:tint val="45000"/>
                    <a:satMod val="400000"/>
                  </a:schemeClr>
                </a:duotone>
                <a:extLst>
                  <a:ext uri="{28A0092B-C50C-407E-A947-70E740481C1C}">
                    <a14:useLocalDpi xmlns:a14="http://schemas.microsoft.com/office/drawing/2010/main"/>
                  </a:ext>
                </a:extLst>
              </a:blip>
              <a:srcRect/>
              <a:stretch/>
            </p:blipFill>
            <p:spPr>
              <a:xfrm>
                <a:off x="1044045" y="2776011"/>
                <a:ext cx="217483" cy="252929"/>
              </a:xfrm>
              <a:prstGeom prst="rect">
                <a:avLst/>
              </a:prstGeom>
            </p:spPr>
          </p:pic>
          <p:sp>
            <p:nvSpPr>
              <p:cNvPr id="118" name="TextBox 117"/>
              <p:cNvSpPr txBox="1"/>
              <p:nvPr/>
            </p:nvSpPr>
            <p:spPr>
              <a:xfrm>
                <a:off x="979050" y="2556348"/>
                <a:ext cx="347474" cy="121212"/>
              </a:xfrm>
              <a:prstGeom prst="rect">
                <a:avLst/>
              </a:prstGeom>
              <a:noFill/>
            </p:spPr>
            <p:txBody>
              <a:bodyPr wrap="square" lIns="0" tIns="0" rIns="0" bIns="0" rtlCol="0" anchor="ctr">
                <a:noAutofit/>
              </a:bodyPr>
              <a:lstStyle/>
              <a:p>
                <a:pPr algn="ctr">
                  <a:spcAft>
                    <a:spcPts val="450"/>
                  </a:spcAft>
                </a:pPr>
                <a:r>
                  <a:rPr lang="en-US" sz="500" b="1" dirty="0">
                    <a:solidFill>
                      <a:srgbClr val="0A7AF5"/>
                    </a:solidFill>
                    <a:latin typeface="Trebuchet MS" panose="020B0603020202020204" pitchFamily="34" charset="0"/>
                  </a:rPr>
                  <a:t>Auto Finance</a:t>
                </a:r>
                <a:endParaRPr lang="en-US" sz="700" b="1" dirty="0">
                  <a:solidFill>
                    <a:srgbClr val="0A7AF5"/>
                  </a:solidFill>
                  <a:latin typeface="Trebuchet MS" panose="020B0603020202020204" pitchFamily="34" charset="0"/>
                </a:endParaRPr>
              </a:p>
            </p:txBody>
          </p:sp>
          <p:sp>
            <p:nvSpPr>
              <p:cNvPr id="119" name="Cylinder 74"/>
              <p:cNvSpPr/>
              <p:nvPr/>
            </p:nvSpPr>
            <p:spPr>
              <a:xfrm>
                <a:off x="980339" y="2486421"/>
                <a:ext cx="344893" cy="504009"/>
              </a:xfrm>
              <a:prstGeom prst="can">
                <a:avLst/>
              </a:prstGeom>
              <a:noFill/>
              <a:ln w="12700">
                <a:solidFill>
                  <a:srgbClr val="FF6D3A"/>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spcAft>
                    <a:spcPts val="450"/>
                  </a:spcAft>
                </a:pPr>
                <a:endParaRPr lang="en-US" sz="900" dirty="0">
                  <a:latin typeface="Trebuchet MS Regular" charset="0"/>
                </a:endParaRPr>
              </a:p>
            </p:txBody>
          </p:sp>
          <p:pic>
            <p:nvPicPr>
              <p:cNvPr id="120" name="Picture 119"/>
              <p:cNvPicPr>
                <a:picLocks noChangeAspect="1"/>
              </p:cNvPicPr>
              <p:nvPr/>
            </p:nvPicPr>
            <p:blipFill>
              <a:blip r:embed="rId6">
                <a:duotone>
                  <a:schemeClr val="accent2">
                    <a:shade val="45000"/>
                    <a:satMod val="135000"/>
                  </a:schemeClr>
                  <a:prstClr val="white"/>
                </a:duotone>
              </a:blip>
              <a:stretch>
                <a:fillRect/>
              </a:stretch>
            </p:blipFill>
            <p:spPr>
              <a:xfrm>
                <a:off x="1088552" y="2666645"/>
                <a:ext cx="128472" cy="98404"/>
              </a:xfrm>
              <a:prstGeom prst="rect">
                <a:avLst/>
              </a:prstGeom>
            </p:spPr>
          </p:pic>
        </p:grpSp>
        <p:grpSp>
          <p:nvGrpSpPr>
            <p:cNvPr id="6" name="Group 5"/>
            <p:cNvGrpSpPr>
              <a:grpSpLocks noChangeAspect="1"/>
            </p:cNvGrpSpPr>
            <p:nvPr/>
          </p:nvGrpSpPr>
          <p:grpSpPr>
            <a:xfrm>
              <a:off x="2253065" y="2198459"/>
              <a:ext cx="527093" cy="822961"/>
              <a:chOff x="1790074" y="2486421"/>
              <a:chExt cx="347474" cy="542518"/>
            </a:xfrm>
          </p:grpSpPr>
          <p:pic>
            <p:nvPicPr>
              <p:cNvPr id="121" name="Picture 120" descr="backofficeAnalytics-07.png"/>
              <p:cNvPicPr>
                <a:picLocks noChangeAspect="1"/>
              </p:cNvPicPr>
              <p:nvPr/>
            </p:nvPicPr>
            <p:blipFill rotWithShape="1">
              <a:blip r:embed="rId3">
                <a:duotone>
                  <a:prstClr val="black"/>
                  <a:schemeClr val="tx2">
                    <a:tint val="45000"/>
                    <a:satMod val="400000"/>
                  </a:schemeClr>
                </a:duotone>
                <a:extLst>
                  <a:ext uri="{28A0092B-C50C-407E-A947-70E740481C1C}">
                    <a14:useLocalDpi xmlns:a14="http://schemas.microsoft.com/office/drawing/2010/main"/>
                  </a:ext>
                </a:extLst>
              </a:blip>
              <a:srcRect/>
              <a:stretch/>
            </p:blipFill>
            <p:spPr>
              <a:xfrm>
                <a:off x="1855070" y="2776010"/>
                <a:ext cx="217483" cy="252929"/>
              </a:xfrm>
              <a:prstGeom prst="rect">
                <a:avLst/>
              </a:prstGeom>
            </p:spPr>
          </p:pic>
          <p:sp>
            <p:nvSpPr>
              <p:cNvPr id="122" name="TextBox 121"/>
              <p:cNvSpPr txBox="1"/>
              <p:nvPr/>
            </p:nvSpPr>
            <p:spPr>
              <a:xfrm>
                <a:off x="1790074" y="2556347"/>
                <a:ext cx="347474" cy="121212"/>
              </a:xfrm>
              <a:prstGeom prst="rect">
                <a:avLst/>
              </a:prstGeom>
              <a:noFill/>
            </p:spPr>
            <p:txBody>
              <a:bodyPr wrap="square" lIns="0" tIns="0" rIns="0" bIns="0" rtlCol="0" anchor="ctr">
                <a:noAutofit/>
              </a:bodyPr>
              <a:lstStyle/>
              <a:p>
                <a:pPr algn="ctr">
                  <a:spcAft>
                    <a:spcPts val="450"/>
                  </a:spcAft>
                </a:pPr>
                <a:r>
                  <a:rPr lang="en-US" sz="500" b="1" dirty="0">
                    <a:solidFill>
                      <a:srgbClr val="0A7AF5"/>
                    </a:solidFill>
                    <a:latin typeface="Trebuchet MS" panose="020B0603020202020204" pitchFamily="34" charset="0"/>
                  </a:rPr>
                  <a:t>Deposits</a:t>
                </a:r>
                <a:endParaRPr lang="en-US" sz="700" b="1" dirty="0">
                  <a:solidFill>
                    <a:srgbClr val="0A7AF5"/>
                  </a:solidFill>
                  <a:latin typeface="Trebuchet MS" panose="020B0603020202020204" pitchFamily="34" charset="0"/>
                </a:endParaRPr>
              </a:p>
            </p:txBody>
          </p:sp>
          <p:sp>
            <p:nvSpPr>
              <p:cNvPr id="123" name="Cylinder 69"/>
              <p:cNvSpPr/>
              <p:nvPr/>
            </p:nvSpPr>
            <p:spPr>
              <a:xfrm>
                <a:off x="1791365" y="2486421"/>
                <a:ext cx="344893" cy="504009"/>
              </a:xfrm>
              <a:prstGeom prst="can">
                <a:avLst/>
              </a:prstGeom>
              <a:noFill/>
              <a:ln w="12700">
                <a:solidFill>
                  <a:srgbClr val="FF6D3A"/>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spcAft>
                    <a:spcPts val="450"/>
                  </a:spcAft>
                </a:pPr>
                <a:endParaRPr lang="en-US" sz="900" dirty="0">
                  <a:latin typeface="Trebuchet MS Regular" charset="0"/>
                </a:endParaRPr>
              </a:p>
            </p:txBody>
          </p:sp>
          <p:pic>
            <p:nvPicPr>
              <p:cNvPr id="124" name="Picture 123"/>
              <p:cNvPicPr>
                <a:picLocks noChangeAspect="1"/>
              </p:cNvPicPr>
              <p:nvPr/>
            </p:nvPicPr>
            <p:blipFill>
              <a:blip r:embed="rId7">
                <a:duotone>
                  <a:schemeClr val="accent2">
                    <a:shade val="45000"/>
                    <a:satMod val="135000"/>
                  </a:schemeClr>
                  <a:prstClr val="white"/>
                </a:duotone>
              </a:blip>
              <a:stretch>
                <a:fillRect/>
              </a:stretch>
            </p:blipFill>
            <p:spPr>
              <a:xfrm>
                <a:off x="1916743" y="2654345"/>
                <a:ext cx="94137" cy="123005"/>
              </a:xfrm>
              <a:prstGeom prst="rect">
                <a:avLst/>
              </a:prstGeom>
            </p:spPr>
          </p:pic>
        </p:grpSp>
        <p:grpSp>
          <p:nvGrpSpPr>
            <p:cNvPr id="7" name="Group 6"/>
            <p:cNvGrpSpPr>
              <a:grpSpLocks noChangeAspect="1"/>
            </p:cNvGrpSpPr>
            <p:nvPr/>
          </p:nvGrpSpPr>
          <p:grpSpPr>
            <a:xfrm>
              <a:off x="1869467" y="3042182"/>
              <a:ext cx="527093" cy="822961"/>
              <a:chOff x="1384628" y="2486427"/>
              <a:chExt cx="347474" cy="542519"/>
            </a:xfrm>
          </p:grpSpPr>
          <p:pic>
            <p:nvPicPr>
              <p:cNvPr id="125" name="Picture 124" descr="backofficeAnalytics-07.png"/>
              <p:cNvPicPr>
                <a:picLocks noChangeAspect="1"/>
              </p:cNvPicPr>
              <p:nvPr/>
            </p:nvPicPr>
            <p:blipFill rotWithShape="1">
              <a:blip r:embed="rId3">
                <a:duotone>
                  <a:prstClr val="black"/>
                  <a:schemeClr val="tx2">
                    <a:tint val="45000"/>
                    <a:satMod val="400000"/>
                  </a:schemeClr>
                </a:duotone>
                <a:extLst>
                  <a:ext uri="{28A0092B-C50C-407E-A947-70E740481C1C}">
                    <a14:useLocalDpi xmlns:a14="http://schemas.microsoft.com/office/drawing/2010/main"/>
                  </a:ext>
                </a:extLst>
              </a:blip>
              <a:srcRect/>
              <a:stretch/>
            </p:blipFill>
            <p:spPr>
              <a:xfrm>
                <a:off x="1449622" y="2776016"/>
                <a:ext cx="217484" cy="252930"/>
              </a:xfrm>
              <a:prstGeom prst="rect">
                <a:avLst/>
              </a:prstGeom>
            </p:spPr>
          </p:pic>
          <p:pic>
            <p:nvPicPr>
              <p:cNvPr id="126" name="Picture 125"/>
              <p:cNvPicPr>
                <a:picLocks noChangeAspect="1"/>
              </p:cNvPicPr>
              <p:nvPr/>
            </p:nvPicPr>
            <p:blipFill>
              <a:blip r:embed="rId4">
                <a:duotone>
                  <a:schemeClr val="accent2">
                    <a:shade val="45000"/>
                    <a:satMod val="135000"/>
                  </a:schemeClr>
                  <a:prstClr val="white"/>
                </a:duotone>
              </a:blip>
              <a:stretch>
                <a:fillRect/>
              </a:stretch>
            </p:blipFill>
            <p:spPr>
              <a:xfrm>
                <a:off x="1494066" y="2654346"/>
                <a:ext cx="128597" cy="123005"/>
              </a:xfrm>
              <a:prstGeom prst="rect">
                <a:avLst/>
              </a:prstGeom>
            </p:spPr>
          </p:pic>
          <p:sp>
            <p:nvSpPr>
              <p:cNvPr id="127" name="TextBox 126"/>
              <p:cNvSpPr txBox="1"/>
              <p:nvPr/>
            </p:nvSpPr>
            <p:spPr>
              <a:xfrm>
                <a:off x="1384628" y="2556353"/>
                <a:ext cx="347474" cy="121212"/>
              </a:xfrm>
              <a:prstGeom prst="rect">
                <a:avLst/>
              </a:prstGeom>
              <a:noFill/>
            </p:spPr>
            <p:txBody>
              <a:bodyPr wrap="square" lIns="0" tIns="0" rIns="0" bIns="0" rtlCol="0" anchor="ctr">
                <a:noAutofit/>
              </a:bodyPr>
              <a:lstStyle/>
              <a:p>
                <a:pPr algn="ctr">
                  <a:spcAft>
                    <a:spcPts val="450"/>
                  </a:spcAft>
                </a:pPr>
                <a:r>
                  <a:rPr lang="en-US" sz="500" b="1" dirty="0">
                    <a:solidFill>
                      <a:srgbClr val="0A7AF5"/>
                    </a:solidFill>
                    <a:latin typeface="Trebuchet MS" panose="020B0603020202020204" pitchFamily="34" charset="0"/>
                  </a:rPr>
                  <a:t>Home Equity</a:t>
                </a:r>
              </a:p>
            </p:txBody>
          </p:sp>
          <p:sp>
            <p:nvSpPr>
              <p:cNvPr id="128" name="Cylinder 64"/>
              <p:cNvSpPr/>
              <p:nvPr/>
            </p:nvSpPr>
            <p:spPr>
              <a:xfrm>
                <a:off x="1385917" y="2486427"/>
                <a:ext cx="344894" cy="504010"/>
              </a:xfrm>
              <a:prstGeom prst="can">
                <a:avLst/>
              </a:prstGeom>
              <a:noFill/>
              <a:ln w="12700">
                <a:solidFill>
                  <a:srgbClr val="FF6D3A"/>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spcAft>
                    <a:spcPts val="450"/>
                  </a:spcAft>
                </a:pPr>
                <a:endParaRPr lang="en-US" sz="900" dirty="0">
                  <a:latin typeface="Trebuchet MS Regular" charset="0"/>
                </a:endParaRPr>
              </a:p>
            </p:txBody>
          </p:sp>
        </p:grpSp>
      </p:grpSp>
      <p:grpSp>
        <p:nvGrpSpPr>
          <p:cNvPr id="10" name="Group 9">
            <a:extLst>
              <a:ext uri="{FF2B5EF4-FFF2-40B4-BE49-F238E27FC236}">
                <a16:creationId xmlns:a16="http://schemas.microsoft.com/office/drawing/2014/main" id="{0EC1BA67-3B14-A044-933F-B441022C1B95}"/>
              </a:ext>
            </a:extLst>
          </p:cNvPr>
          <p:cNvGrpSpPr/>
          <p:nvPr/>
        </p:nvGrpSpPr>
        <p:grpSpPr>
          <a:xfrm>
            <a:off x="5891444" y="1205340"/>
            <a:ext cx="2408651" cy="3652385"/>
            <a:chOff x="5891444" y="1205340"/>
            <a:chExt cx="2408651" cy="3652385"/>
          </a:xfrm>
        </p:grpSpPr>
        <p:sp>
          <p:nvSpPr>
            <p:cNvPr id="11" name="Freeform 3"/>
            <p:cNvSpPr>
              <a:spLocks/>
            </p:cNvSpPr>
            <p:nvPr/>
          </p:nvSpPr>
          <p:spPr bwMode="blackWhite">
            <a:xfrm>
              <a:off x="5891444" y="3520963"/>
              <a:ext cx="2408651" cy="1336762"/>
            </a:xfrm>
            <a:custGeom>
              <a:avLst/>
              <a:gdLst>
                <a:gd name="T0" fmla="*/ 0 w 1448"/>
                <a:gd name="T1" fmla="*/ 1518 h 1879"/>
                <a:gd name="T2" fmla="*/ 0 w 1448"/>
                <a:gd name="T3" fmla="*/ 655 h 1879"/>
                <a:gd name="T4" fmla="*/ 1087 w 1448"/>
                <a:gd name="T5" fmla="*/ 392 h 1879"/>
                <a:gd name="T6" fmla="*/ 1087 w 1448"/>
                <a:gd name="T7" fmla="*/ 0 h 1879"/>
                <a:gd name="T8" fmla="*/ 1447 w 1448"/>
                <a:gd name="T9" fmla="*/ 895 h 1879"/>
                <a:gd name="T10" fmla="*/ 1087 w 1448"/>
                <a:gd name="T11" fmla="*/ 1878 h 1879"/>
                <a:gd name="T12" fmla="*/ 1087 w 1448"/>
                <a:gd name="T13" fmla="*/ 1518 h 1879"/>
                <a:gd name="T14" fmla="*/ 0 w 1448"/>
                <a:gd name="T15" fmla="*/ 1518 h 1879"/>
                <a:gd name="T16" fmla="*/ 0 60000 65536"/>
                <a:gd name="T17" fmla="*/ 0 60000 65536"/>
                <a:gd name="T18" fmla="*/ 0 60000 65536"/>
                <a:gd name="T19" fmla="*/ 0 60000 65536"/>
                <a:gd name="T20" fmla="*/ 0 60000 65536"/>
                <a:gd name="T21" fmla="*/ 0 60000 65536"/>
                <a:gd name="T22" fmla="*/ 0 60000 65536"/>
                <a:gd name="T23" fmla="*/ 0 60000 65536"/>
                <a:gd name="T24" fmla="*/ 0 w 1448"/>
                <a:gd name="T25" fmla="*/ 0 h 1879"/>
                <a:gd name="T26" fmla="*/ 1448 w 1448"/>
                <a:gd name="T27" fmla="*/ 1879 h 187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8" h="1879">
                  <a:moveTo>
                    <a:pt x="0" y="1518"/>
                  </a:moveTo>
                  <a:lnTo>
                    <a:pt x="0" y="655"/>
                  </a:lnTo>
                  <a:lnTo>
                    <a:pt x="1087" y="392"/>
                  </a:lnTo>
                  <a:lnTo>
                    <a:pt x="1087" y="0"/>
                  </a:lnTo>
                  <a:lnTo>
                    <a:pt x="1447" y="895"/>
                  </a:lnTo>
                  <a:lnTo>
                    <a:pt x="1087" y="1878"/>
                  </a:lnTo>
                  <a:lnTo>
                    <a:pt x="1087" y="1518"/>
                  </a:lnTo>
                  <a:lnTo>
                    <a:pt x="0" y="1518"/>
                  </a:lnTo>
                </a:path>
              </a:pathLst>
            </a:custGeom>
            <a:gradFill flip="none" rotWithShape="1">
              <a:gsLst>
                <a:gs pos="0">
                  <a:srgbClr val="0A7AF5">
                    <a:alpha val="0"/>
                  </a:srgbClr>
                </a:gs>
                <a:gs pos="100000">
                  <a:srgbClr val="0164D0">
                    <a:alpha val="33000"/>
                  </a:srgbClr>
                </a:gs>
              </a:gsLst>
              <a:lin ang="0" scaled="1"/>
              <a:tileRect/>
            </a:gradFill>
            <a:ln w="19050" algn="ctr">
              <a:noFill/>
              <a:miter lim="800000"/>
              <a:headEnd type="none" w="sm" len="sm"/>
              <a:tailEnd type="none" w="sm" len="sm"/>
            </a:ln>
            <a:effectLst/>
            <a:scene3d>
              <a:camera prst="orthographicFront">
                <a:rot lat="0" lon="0" rev="0"/>
              </a:camera>
              <a:lightRig rig="balanced" dir="t">
                <a:rot lat="0" lon="0" rev="8700000"/>
              </a:lightRig>
            </a:scene3d>
            <a:sp3d/>
          </p:spPr>
          <p:txBody>
            <a:bodyPr tIns="68580" bIns="68580" anchor="ctr"/>
            <a:lstStyle/>
            <a:p>
              <a:pPr algn="ctr" defTabSz="590550" fontAlgn="auto">
                <a:lnSpc>
                  <a:spcPct val="95000"/>
                </a:lnSpc>
                <a:spcBef>
                  <a:spcPts val="0"/>
                </a:spcBef>
                <a:spcAft>
                  <a:spcPct val="37000"/>
                </a:spcAft>
              </a:pPr>
              <a:endParaRPr lang="en-CA" altLang="en-US" sz="1050" b="1" kern="0" dirty="0">
                <a:solidFill>
                  <a:srgbClr val="FFFFFF"/>
                </a:solidFill>
                <a:latin typeface="Trebuchet MS" panose="020B0603020202020204" pitchFamily="34" charset="0"/>
              </a:endParaRPr>
            </a:p>
          </p:txBody>
        </p:sp>
        <p:sp>
          <p:nvSpPr>
            <p:cNvPr id="16" name="Rectangle 8"/>
            <p:cNvSpPr>
              <a:spLocks noChangeArrowheads="1"/>
            </p:cNvSpPr>
            <p:nvPr/>
          </p:nvSpPr>
          <p:spPr bwMode="auto">
            <a:xfrm>
              <a:off x="6173225" y="4116929"/>
              <a:ext cx="2057400" cy="175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defTabSz="787400" eaLnBrk="0" hangingPunct="0">
                <a:defRPr sz="1200">
                  <a:solidFill>
                    <a:schemeClr val="tx1"/>
                  </a:solidFill>
                  <a:latin typeface="Verdana" panose="020B0604030504040204" pitchFamily="34" charset="0"/>
                </a:defRPr>
              </a:lvl1pPr>
              <a:lvl2pPr marL="742950" indent="-285750" defTabSz="787400" eaLnBrk="0" hangingPunct="0">
                <a:defRPr sz="1200">
                  <a:solidFill>
                    <a:schemeClr val="tx1"/>
                  </a:solidFill>
                  <a:latin typeface="Verdana" panose="020B0604030504040204" pitchFamily="34" charset="0"/>
                </a:defRPr>
              </a:lvl2pPr>
              <a:lvl3pPr marL="1143000" indent="-228600" defTabSz="787400" eaLnBrk="0" hangingPunct="0">
                <a:defRPr sz="1200">
                  <a:solidFill>
                    <a:schemeClr val="tx1"/>
                  </a:solidFill>
                  <a:latin typeface="Verdana" panose="020B0604030504040204" pitchFamily="34" charset="0"/>
                </a:defRPr>
              </a:lvl3pPr>
              <a:lvl4pPr marL="1600200" indent="-228600" defTabSz="787400" eaLnBrk="0" hangingPunct="0">
                <a:defRPr sz="1200">
                  <a:solidFill>
                    <a:schemeClr val="tx1"/>
                  </a:solidFill>
                  <a:latin typeface="Verdana" panose="020B0604030504040204" pitchFamily="34" charset="0"/>
                </a:defRPr>
              </a:lvl4pPr>
              <a:lvl5pPr marL="2057400" indent="-228600" defTabSz="787400" eaLnBrk="0" hangingPunct="0">
                <a:defRPr sz="1200">
                  <a:solidFill>
                    <a:schemeClr val="tx1"/>
                  </a:solidFill>
                  <a:latin typeface="Verdana" panose="020B0604030504040204" pitchFamily="34" charset="0"/>
                </a:defRPr>
              </a:lvl5pPr>
              <a:lvl6pPr marL="2514600" indent="-228600" algn="ctr" defTabSz="787400" eaLnBrk="0" fontAlgn="base" hangingPunct="0">
                <a:spcBef>
                  <a:spcPct val="0"/>
                </a:spcBef>
                <a:spcAft>
                  <a:spcPct val="0"/>
                </a:spcAft>
                <a:defRPr sz="1200">
                  <a:solidFill>
                    <a:schemeClr val="tx1"/>
                  </a:solidFill>
                  <a:latin typeface="Verdana" panose="020B0604030504040204" pitchFamily="34" charset="0"/>
                </a:defRPr>
              </a:lvl6pPr>
              <a:lvl7pPr marL="2971800" indent="-228600" algn="ctr" defTabSz="787400" eaLnBrk="0" fontAlgn="base" hangingPunct="0">
                <a:spcBef>
                  <a:spcPct val="0"/>
                </a:spcBef>
                <a:spcAft>
                  <a:spcPct val="0"/>
                </a:spcAft>
                <a:defRPr sz="1200">
                  <a:solidFill>
                    <a:schemeClr val="tx1"/>
                  </a:solidFill>
                  <a:latin typeface="Verdana" panose="020B0604030504040204" pitchFamily="34" charset="0"/>
                </a:defRPr>
              </a:lvl7pPr>
              <a:lvl8pPr marL="3429000" indent="-228600" algn="ctr" defTabSz="787400" eaLnBrk="0" fontAlgn="base" hangingPunct="0">
                <a:spcBef>
                  <a:spcPct val="0"/>
                </a:spcBef>
                <a:spcAft>
                  <a:spcPct val="0"/>
                </a:spcAft>
                <a:defRPr sz="1200">
                  <a:solidFill>
                    <a:schemeClr val="tx1"/>
                  </a:solidFill>
                  <a:latin typeface="Verdana" panose="020B0604030504040204" pitchFamily="34" charset="0"/>
                </a:defRPr>
              </a:lvl8pPr>
              <a:lvl9pPr marL="3886200" indent="-228600" algn="ctr" defTabSz="787400" eaLnBrk="0" fontAlgn="base" hangingPunct="0">
                <a:spcBef>
                  <a:spcPct val="0"/>
                </a:spcBef>
                <a:spcAft>
                  <a:spcPct val="0"/>
                </a:spcAft>
                <a:defRPr sz="1200">
                  <a:solidFill>
                    <a:schemeClr val="tx1"/>
                  </a:solidFill>
                  <a:latin typeface="Verdana" panose="020B0604030504040204" pitchFamily="34" charset="0"/>
                </a:defRPr>
              </a:lvl9pPr>
            </a:lstStyle>
            <a:p>
              <a:pPr algn="ctr" defTabSz="590550" eaLnBrk="1" fontAlgn="auto" hangingPunct="1">
                <a:lnSpc>
                  <a:spcPct val="95000"/>
                </a:lnSpc>
                <a:spcBef>
                  <a:spcPts val="0"/>
                </a:spcBef>
                <a:spcAft>
                  <a:spcPct val="37000"/>
                </a:spcAft>
                <a:defRPr/>
              </a:pPr>
              <a:r>
                <a:rPr lang="de-DE" altLang="en-US" b="1" kern="0" dirty="0">
                  <a:solidFill>
                    <a:srgbClr val="0164D0"/>
                  </a:solidFill>
                  <a:latin typeface="Trebuchet MS" panose="020B0603020202020204" pitchFamily="34" charset="0"/>
                  <a:ea typeface="+mn-ea"/>
                  <a:cs typeface="+mn-cs"/>
                </a:rPr>
                <a:t>Moment-centric</a:t>
              </a:r>
            </a:p>
          </p:txBody>
        </p:sp>
        <p:sp>
          <p:nvSpPr>
            <p:cNvPr id="23" name="TextBox 22"/>
            <p:cNvSpPr txBox="1"/>
            <p:nvPr/>
          </p:nvSpPr>
          <p:spPr>
            <a:xfrm>
              <a:off x="6197555" y="1205340"/>
              <a:ext cx="2057400" cy="274320"/>
            </a:xfrm>
            <a:prstGeom prst="rect">
              <a:avLst/>
            </a:prstGeom>
            <a:noFill/>
            <a:ln>
              <a:noFill/>
            </a:ln>
          </p:spPr>
          <p:txBody>
            <a:bodyPr wrap="square" lIns="54000" rIns="54000" rtlCol="0" anchor="t">
              <a:noAutofit/>
            </a:bodyPr>
            <a:lstStyle/>
            <a:p>
              <a:pPr algn="ctr" fontAlgn="auto">
                <a:spcBef>
                  <a:spcPts val="0"/>
                </a:spcBef>
                <a:spcAft>
                  <a:spcPts val="0"/>
                </a:spcAft>
                <a:buClr>
                  <a:srgbClr val="0A7AF5"/>
                </a:buClr>
                <a:buSzPct val="100000"/>
                <a:defRPr/>
              </a:pPr>
              <a:r>
                <a:rPr lang="en-US" kern="0" dirty="0">
                  <a:latin typeface="Trebuchet MS" charset="0"/>
                  <a:ea typeface="Trebuchet MS" charset="0"/>
                  <a:cs typeface="Trebuchet MS" charset="0"/>
                </a:rPr>
                <a:t>Consistent</a:t>
              </a:r>
              <a:br>
                <a:rPr lang="en-US" kern="0" dirty="0">
                  <a:latin typeface="Trebuchet MS" charset="0"/>
                  <a:ea typeface="Trebuchet MS" charset="0"/>
                  <a:cs typeface="Trebuchet MS" charset="0"/>
                </a:rPr>
              </a:br>
              <a:r>
                <a:rPr lang="en-US" kern="0" dirty="0">
                  <a:latin typeface="Trebuchet MS" charset="0"/>
                  <a:ea typeface="Trebuchet MS" charset="0"/>
                  <a:cs typeface="Trebuchet MS" charset="0"/>
                </a:rPr>
                <a:t>omni-channel experience</a:t>
              </a:r>
            </a:p>
          </p:txBody>
        </p:sp>
        <p:pic>
          <p:nvPicPr>
            <p:cNvPr id="129" name="Picture 128" descr="backofficeAnalytics-05.png"/>
            <p:cNvPicPr>
              <a:picLocks noChangeAspect="1"/>
            </p:cNvPicPr>
            <p:nvPr/>
          </p:nvPicPr>
          <p:blipFill>
            <a:blip r:embed="rId8"/>
            <a:stretch>
              <a:fillRect/>
            </a:stretch>
          </p:blipFill>
          <p:spPr>
            <a:xfrm>
              <a:off x="6191706" y="2388873"/>
              <a:ext cx="1214909" cy="1146111"/>
            </a:xfrm>
            <a:prstGeom prst="rect">
              <a:avLst/>
            </a:prstGeom>
          </p:spPr>
        </p:pic>
        <p:pic>
          <p:nvPicPr>
            <p:cNvPr id="130" name="Picture 129" descr="backofficeAnalytics-07.png"/>
            <p:cNvPicPr>
              <a:picLocks noChangeAspect="1"/>
            </p:cNvPicPr>
            <p:nvPr/>
          </p:nvPicPr>
          <p:blipFill>
            <a:blip r:embed="rId9"/>
            <a:stretch>
              <a:fillRect/>
            </a:stretch>
          </p:blipFill>
          <p:spPr>
            <a:xfrm>
              <a:off x="7261445" y="2527982"/>
              <a:ext cx="853822" cy="884419"/>
            </a:xfrm>
            <a:prstGeom prst="rect">
              <a:avLst/>
            </a:prstGeom>
          </p:spPr>
        </p:pic>
      </p:grpSp>
      <p:grpSp>
        <p:nvGrpSpPr>
          <p:cNvPr id="9" name="Group 8">
            <a:extLst>
              <a:ext uri="{FF2B5EF4-FFF2-40B4-BE49-F238E27FC236}">
                <a16:creationId xmlns:a16="http://schemas.microsoft.com/office/drawing/2014/main" id="{03A8AECB-ABB4-0347-807D-5EF550B5AAD9}"/>
              </a:ext>
            </a:extLst>
          </p:cNvPr>
          <p:cNvGrpSpPr/>
          <p:nvPr/>
        </p:nvGrpSpPr>
        <p:grpSpPr>
          <a:xfrm>
            <a:off x="3184571" y="1205340"/>
            <a:ext cx="2303259" cy="3490588"/>
            <a:chOff x="3184571" y="1205340"/>
            <a:chExt cx="2303259" cy="3490588"/>
          </a:xfrm>
        </p:grpSpPr>
        <p:sp>
          <p:nvSpPr>
            <p:cNvPr id="12" name="Freeform 4"/>
            <p:cNvSpPr>
              <a:spLocks/>
            </p:cNvSpPr>
            <p:nvPr/>
          </p:nvSpPr>
          <p:spPr bwMode="blackWhite">
            <a:xfrm>
              <a:off x="3184571" y="3682760"/>
              <a:ext cx="2250984" cy="1013168"/>
            </a:xfrm>
            <a:custGeom>
              <a:avLst/>
              <a:gdLst>
                <a:gd name="T0" fmla="*/ 0 w 1353"/>
                <a:gd name="T1" fmla="*/ 1118 h 1423"/>
                <a:gd name="T2" fmla="*/ 16 w 1353"/>
                <a:gd name="T3" fmla="*/ 511 h 1423"/>
                <a:gd name="T4" fmla="*/ 1016 w 1353"/>
                <a:gd name="T5" fmla="*/ 263 h 1423"/>
                <a:gd name="T6" fmla="*/ 1016 w 1353"/>
                <a:gd name="T7" fmla="*/ 0 h 1423"/>
                <a:gd name="T8" fmla="*/ 1352 w 1353"/>
                <a:gd name="T9" fmla="*/ 679 h 1423"/>
                <a:gd name="T10" fmla="*/ 1016 w 1353"/>
                <a:gd name="T11" fmla="*/ 1422 h 1423"/>
                <a:gd name="T12" fmla="*/ 1016 w 1353"/>
                <a:gd name="T13" fmla="*/ 1118 h 1423"/>
                <a:gd name="T14" fmla="*/ 0 w 1353"/>
                <a:gd name="T15" fmla="*/ 1118 h 1423"/>
                <a:gd name="T16" fmla="*/ 0 60000 65536"/>
                <a:gd name="T17" fmla="*/ 0 60000 65536"/>
                <a:gd name="T18" fmla="*/ 0 60000 65536"/>
                <a:gd name="T19" fmla="*/ 0 60000 65536"/>
                <a:gd name="T20" fmla="*/ 0 60000 65536"/>
                <a:gd name="T21" fmla="*/ 0 60000 65536"/>
                <a:gd name="T22" fmla="*/ 0 60000 65536"/>
                <a:gd name="T23" fmla="*/ 0 60000 65536"/>
                <a:gd name="T24" fmla="*/ 0 w 1353"/>
                <a:gd name="T25" fmla="*/ 0 h 1423"/>
                <a:gd name="T26" fmla="*/ 1353 w 1353"/>
                <a:gd name="T27" fmla="*/ 1423 h 142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353" h="1423">
                  <a:moveTo>
                    <a:pt x="0" y="1118"/>
                  </a:moveTo>
                  <a:lnTo>
                    <a:pt x="16" y="511"/>
                  </a:lnTo>
                  <a:lnTo>
                    <a:pt x="1016" y="263"/>
                  </a:lnTo>
                  <a:lnTo>
                    <a:pt x="1016" y="0"/>
                  </a:lnTo>
                  <a:lnTo>
                    <a:pt x="1352" y="679"/>
                  </a:lnTo>
                  <a:lnTo>
                    <a:pt x="1016" y="1422"/>
                  </a:lnTo>
                  <a:lnTo>
                    <a:pt x="1016" y="1118"/>
                  </a:lnTo>
                  <a:lnTo>
                    <a:pt x="0" y="1118"/>
                  </a:lnTo>
                </a:path>
              </a:pathLst>
            </a:custGeom>
            <a:gradFill flip="none" rotWithShape="1">
              <a:gsLst>
                <a:gs pos="0">
                  <a:srgbClr val="0A7AF5">
                    <a:alpha val="0"/>
                  </a:srgbClr>
                </a:gs>
                <a:gs pos="100000">
                  <a:srgbClr val="0164D0">
                    <a:alpha val="33000"/>
                  </a:srgbClr>
                </a:gs>
              </a:gsLst>
              <a:lin ang="0" scaled="1"/>
              <a:tileRect/>
            </a:gradFill>
            <a:ln w="19050" algn="ctr">
              <a:noFill/>
              <a:miter lim="800000"/>
              <a:headEnd type="none" w="sm" len="sm"/>
              <a:tailEnd type="none" w="sm" len="sm"/>
            </a:ln>
            <a:effectLst/>
            <a:scene3d>
              <a:camera prst="orthographicFront">
                <a:rot lat="0" lon="0" rev="0"/>
              </a:camera>
              <a:lightRig rig="balanced" dir="t">
                <a:rot lat="0" lon="0" rev="8700000"/>
              </a:lightRig>
            </a:scene3d>
            <a:sp3d/>
          </p:spPr>
          <p:txBody>
            <a:bodyPr tIns="68580" bIns="68580" anchor="ctr"/>
            <a:lstStyle/>
            <a:p>
              <a:pPr algn="ctr" defTabSz="590550" fontAlgn="auto">
                <a:lnSpc>
                  <a:spcPct val="95000"/>
                </a:lnSpc>
                <a:spcBef>
                  <a:spcPts val="0"/>
                </a:spcBef>
                <a:spcAft>
                  <a:spcPct val="37000"/>
                </a:spcAft>
              </a:pPr>
              <a:endParaRPr lang="en-CA" altLang="en-US" sz="1050" b="1" kern="0" dirty="0">
                <a:solidFill>
                  <a:srgbClr val="FFFFFF"/>
                </a:solidFill>
                <a:latin typeface="Trebuchet MS" panose="020B0603020202020204" pitchFamily="34" charset="0"/>
              </a:endParaRPr>
            </a:p>
          </p:txBody>
        </p:sp>
        <p:sp>
          <p:nvSpPr>
            <p:cNvPr id="15" name="Rectangle 7"/>
            <p:cNvSpPr>
              <a:spLocks noChangeArrowheads="1"/>
            </p:cNvSpPr>
            <p:nvPr/>
          </p:nvSpPr>
          <p:spPr bwMode="auto">
            <a:xfrm>
              <a:off x="3304638" y="4116930"/>
              <a:ext cx="2057400" cy="175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defTabSz="787400" eaLnBrk="0" hangingPunct="0">
                <a:defRPr sz="1200">
                  <a:solidFill>
                    <a:schemeClr val="tx1"/>
                  </a:solidFill>
                  <a:latin typeface="Verdana" panose="020B0604030504040204" pitchFamily="34" charset="0"/>
                </a:defRPr>
              </a:lvl1pPr>
              <a:lvl2pPr marL="742950" indent="-285750" defTabSz="787400" eaLnBrk="0" hangingPunct="0">
                <a:defRPr sz="1200">
                  <a:solidFill>
                    <a:schemeClr val="tx1"/>
                  </a:solidFill>
                  <a:latin typeface="Verdana" panose="020B0604030504040204" pitchFamily="34" charset="0"/>
                </a:defRPr>
              </a:lvl2pPr>
              <a:lvl3pPr marL="1143000" indent="-228600" defTabSz="787400" eaLnBrk="0" hangingPunct="0">
                <a:defRPr sz="1200">
                  <a:solidFill>
                    <a:schemeClr val="tx1"/>
                  </a:solidFill>
                  <a:latin typeface="Verdana" panose="020B0604030504040204" pitchFamily="34" charset="0"/>
                </a:defRPr>
              </a:lvl3pPr>
              <a:lvl4pPr marL="1600200" indent="-228600" defTabSz="787400" eaLnBrk="0" hangingPunct="0">
                <a:defRPr sz="1200">
                  <a:solidFill>
                    <a:schemeClr val="tx1"/>
                  </a:solidFill>
                  <a:latin typeface="Verdana" panose="020B0604030504040204" pitchFamily="34" charset="0"/>
                </a:defRPr>
              </a:lvl4pPr>
              <a:lvl5pPr marL="2057400" indent="-228600" defTabSz="787400" eaLnBrk="0" hangingPunct="0">
                <a:defRPr sz="1200">
                  <a:solidFill>
                    <a:schemeClr val="tx1"/>
                  </a:solidFill>
                  <a:latin typeface="Verdana" panose="020B0604030504040204" pitchFamily="34" charset="0"/>
                </a:defRPr>
              </a:lvl5pPr>
              <a:lvl6pPr marL="2514600" indent="-228600" algn="ctr" defTabSz="787400" eaLnBrk="0" fontAlgn="base" hangingPunct="0">
                <a:spcBef>
                  <a:spcPct val="0"/>
                </a:spcBef>
                <a:spcAft>
                  <a:spcPct val="0"/>
                </a:spcAft>
                <a:defRPr sz="1200">
                  <a:solidFill>
                    <a:schemeClr val="tx1"/>
                  </a:solidFill>
                  <a:latin typeface="Verdana" panose="020B0604030504040204" pitchFamily="34" charset="0"/>
                </a:defRPr>
              </a:lvl6pPr>
              <a:lvl7pPr marL="2971800" indent="-228600" algn="ctr" defTabSz="787400" eaLnBrk="0" fontAlgn="base" hangingPunct="0">
                <a:spcBef>
                  <a:spcPct val="0"/>
                </a:spcBef>
                <a:spcAft>
                  <a:spcPct val="0"/>
                </a:spcAft>
                <a:defRPr sz="1200">
                  <a:solidFill>
                    <a:schemeClr val="tx1"/>
                  </a:solidFill>
                  <a:latin typeface="Verdana" panose="020B0604030504040204" pitchFamily="34" charset="0"/>
                </a:defRPr>
              </a:lvl7pPr>
              <a:lvl8pPr marL="3429000" indent="-228600" algn="ctr" defTabSz="787400" eaLnBrk="0" fontAlgn="base" hangingPunct="0">
                <a:spcBef>
                  <a:spcPct val="0"/>
                </a:spcBef>
                <a:spcAft>
                  <a:spcPct val="0"/>
                </a:spcAft>
                <a:defRPr sz="1200">
                  <a:solidFill>
                    <a:schemeClr val="tx1"/>
                  </a:solidFill>
                  <a:latin typeface="Verdana" panose="020B0604030504040204" pitchFamily="34" charset="0"/>
                </a:defRPr>
              </a:lvl8pPr>
              <a:lvl9pPr marL="3886200" indent="-228600" algn="ctr" defTabSz="787400" eaLnBrk="0" fontAlgn="base" hangingPunct="0">
                <a:spcBef>
                  <a:spcPct val="0"/>
                </a:spcBef>
                <a:spcAft>
                  <a:spcPct val="0"/>
                </a:spcAft>
                <a:defRPr sz="1200">
                  <a:solidFill>
                    <a:schemeClr val="tx1"/>
                  </a:solidFill>
                  <a:latin typeface="Verdana" panose="020B0604030504040204" pitchFamily="34" charset="0"/>
                </a:defRPr>
              </a:lvl9pPr>
            </a:lstStyle>
            <a:p>
              <a:pPr algn="ctr" defTabSz="590550" eaLnBrk="1" fontAlgn="auto" hangingPunct="1">
                <a:lnSpc>
                  <a:spcPct val="95000"/>
                </a:lnSpc>
                <a:spcBef>
                  <a:spcPts val="0"/>
                </a:spcBef>
                <a:spcAft>
                  <a:spcPct val="37000"/>
                </a:spcAft>
                <a:defRPr/>
              </a:pPr>
              <a:r>
                <a:rPr lang="de-DE" altLang="en-US" b="1" kern="0" dirty="0">
                  <a:solidFill>
                    <a:srgbClr val="0164D0"/>
                  </a:solidFill>
                  <a:latin typeface="Trebuchet MS" panose="020B0603020202020204" pitchFamily="34" charset="0"/>
                  <a:ea typeface="+mn-ea"/>
                  <a:cs typeface="+mn-cs"/>
                </a:rPr>
                <a:t>Customer-centric</a:t>
              </a:r>
            </a:p>
          </p:txBody>
        </p:sp>
        <p:sp>
          <p:nvSpPr>
            <p:cNvPr id="22" name="TextBox 21"/>
            <p:cNvSpPr txBox="1"/>
            <p:nvPr/>
          </p:nvSpPr>
          <p:spPr>
            <a:xfrm>
              <a:off x="3397350" y="1205340"/>
              <a:ext cx="2057400" cy="274320"/>
            </a:xfrm>
            <a:prstGeom prst="rect">
              <a:avLst/>
            </a:prstGeom>
            <a:noFill/>
            <a:ln>
              <a:noFill/>
            </a:ln>
          </p:spPr>
          <p:txBody>
            <a:bodyPr wrap="square" lIns="54000" rIns="54000" rtlCol="0" anchor="t">
              <a:noAutofit/>
            </a:bodyPr>
            <a:lstStyle/>
            <a:p>
              <a:pPr algn="ctr" defTabSz="685800" fontAlgn="auto">
                <a:spcBef>
                  <a:spcPts val="0"/>
                </a:spcBef>
                <a:spcAft>
                  <a:spcPts val="0"/>
                </a:spcAft>
                <a:buClr>
                  <a:srgbClr val="0A7AF5"/>
                </a:buClr>
                <a:buSzPct val="100000"/>
                <a:defRPr/>
              </a:pPr>
              <a:r>
                <a:rPr lang="en-US" kern="0" dirty="0">
                  <a:latin typeface="Trebuchet MS" charset="0"/>
                  <a:ea typeface="Trebuchet MS" charset="0"/>
                  <a:cs typeface="Trebuchet MS" charset="0"/>
                </a:rPr>
                <a:t>Needs-based conversation and coherent product suites </a:t>
              </a:r>
            </a:p>
          </p:txBody>
        </p:sp>
        <p:grpSp>
          <p:nvGrpSpPr>
            <p:cNvPr id="88" name="Group 87"/>
            <p:cNvGrpSpPr/>
            <p:nvPr/>
          </p:nvGrpSpPr>
          <p:grpSpPr>
            <a:xfrm>
              <a:off x="3232426" y="2546821"/>
              <a:ext cx="2255404" cy="847884"/>
              <a:chOff x="4071595" y="3119558"/>
              <a:chExt cx="1477000" cy="555254"/>
            </a:xfrm>
          </p:grpSpPr>
          <p:pic>
            <p:nvPicPr>
              <p:cNvPr id="89" name="Picture 88"/>
              <p:cNvPicPr>
                <a:picLocks noChangeAspect="1"/>
              </p:cNvPicPr>
              <p:nvPr/>
            </p:nvPicPr>
            <p:blipFill>
              <a:blip r:embed="rId4">
                <a:duotone>
                  <a:schemeClr val="accent2">
                    <a:shade val="45000"/>
                    <a:satMod val="135000"/>
                  </a:schemeClr>
                  <a:prstClr val="white"/>
                </a:duotone>
              </a:blip>
              <a:stretch>
                <a:fillRect/>
              </a:stretch>
            </p:blipFill>
            <p:spPr>
              <a:xfrm>
                <a:off x="4300300" y="3243276"/>
                <a:ext cx="148568" cy="134446"/>
              </a:xfrm>
              <a:prstGeom prst="rect">
                <a:avLst/>
              </a:prstGeom>
            </p:spPr>
          </p:pic>
          <p:pic>
            <p:nvPicPr>
              <p:cNvPr id="90" name="Picture 89"/>
              <p:cNvPicPr>
                <a:picLocks noChangeAspect="1"/>
              </p:cNvPicPr>
              <p:nvPr/>
            </p:nvPicPr>
            <p:blipFill>
              <a:blip r:embed="rId6">
                <a:duotone>
                  <a:schemeClr val="accent2">
                    <a:shade val="45000"/>
                    <a:satMod val="135000"/>
                  </a:schemeClr>
                  <a:prstClr val="white"/>
                </a:duotone>
              </a:blip>
              <a:stretch>
                <a:fillRect/>
              </a:stretch>
            </p:blipFill>
            <p:spPr>
              <a:xfrm>
                <a:off x="4732114" y="3222705"/>
                <a:ext cx="148424" cy="107557"/>
              </a:xfrm>
              <a:prstGeom prst="rect">
                <a:avLst/>
              </a:prstGeom>
            </p:spPr>
          </p:pic>
          <p:pic>
            <p:nvPicPr>
              <p:cNvPr id="91" name="Picture 90"/>
              <p:cNvPicPr>
                <a:picLocks noChangeAspect="1"/>
              </p:cNvPicPr>
              <p:nvPr/>
            </p:nvPicPr>
            <p:blipFill>
              <a:blip r:embed="rId7">
                <a:duotone>
                  <a:schemeClr val="accent2">
                    <a:shade val="45000"/>
                    <a:satMod val="135000"/>
                  </a:schemeClr>
                  <a:prstClr val="white"/>
                </a:duotone>
              </a:blip>
              <a:stretch>
                <a:fillRect/>
              </a:stretch>
            </p:blipFill>
            <p:spPr>
              <a:xfrm>
                <a:off x="5307827" y="3540366"/>
                <a:ext cx="108757" cy="134446"/>
              </a:xfrm>
              <a:prstGeom prst="rect">
                <a:avLst/>
              </a:prstGeom>
            </p:spPr>
          </p:pic>
          <p:pic>
            <p:nvPicPr>
              <p:cNvPr id="92" name="Picture 91"/>
              <p:cNvPicPr>
                <a:picLocks noChangeAspect="1"/>
              </p:cNvPicPr>
              <p:nvPr/>
            </p:nvPicPr>
            <p:blipFill>
              <a:blip r:embed="rId5">
                <a:duotone>
                  <a:schemeClr val="accent2">
                    <a:shade val="45000"/>
                    <a:satMod val="135000"/>
                  </a:schemeClr>
                  <a:prstClr val="white"/>
                </a:duotone>
              </a:blip>
              <a:stretch>
                <a:fillRect/>
              </a:stretch>
            </p:blipFill>
            <p:spPr>
              <a:xfrm>
                <a:off x="4179599" y="3540366"/>
                <a:ext cx="139321" cy="134446"/>
              </a:xfrm>
              <a:prstGeom prst="rect">
                <a:avLst/>
              </a:prstGeom>
            </p:spPr>
          </p:pic>
          <p:pic>
            <p:nvPicPr>
              <p:cNvPr id="95" name="Picture 94"/>
              <p:cNvPicPr>
                <a:picLocks noChangeAspect="1"/>
              </p:cNvPicPr>
              <p:nvPr/>
            </p:nvPicPr>
            <p:blipFill>
              <a:blip r:embed="rId4">
                <a:duotone>
                  <a:schemeClr val="accent2">
                    <a:shade val="45000"/>
                    <a:satMod val="135000"/>
                  </a:schemeClr>
                  <a:prstClr val="white"/>
                </a:duotone>
              </a:blip>
              <a:stretch>
                <a:fillRect/>
              </a:stretch>
            </p:blipFill>
            <p:spPr>
              <a:xfrm>
                <a:off x="5183746" y="3243276"/>
                <a:ext cx="148568" cy="134446"/>
              </a:xfrm>
              <a:prstGeom prst="rect">
                <a:avLst/>
              </a:prstGeom>
            </p:spPr>
          </p:pic>
          <p:cxnSp>
            <p:nvCxnSpPr>
              <p:cNvPr id="97" name="Straight Connector 96"/>
              <p:cNvCxnSpPr/>
              <p:nvPr/>
            </p:nvCxnSpPr>
            <p:spPr>
              <a:xfrm>
                <a:off x="4365625" y="3606835"/>
                <a:ext cx="263525" cy="6349"/>
              </a:xfrm>
              <a:prstGeom prst="line">
                <a:avLst/>
              </a:prstGeom>
              <a:ln w="12700" cap="rnd">
                <a:solidFill>
                  <a:srgbClr val="FF6D3A">
                    <a:alpha val="50000"/>
                  </a:srgbClr>
                </a:solidFill>
                <a:prstDash val="sysDash"/>
                <a:tailEnd type="none"/>
              </a:ln>
            </p:spPr>
            <p:style>
              <a:lnRef idx="1">
                <a:schemeClr val="accent1"/>
              </a:lnRef>
              <a:fillRef idx="0">
                <a:schemeClr val="accent1"/>
              </a:fillRef>
              <a:effectRef idx="0">
                <a:schemeClr val="accent1"/>
              </a:effectRef>
              <a:fontRef idx="minor">
                <a:schemeClr val="tx1"/>
              </a:fontRef>
            </p:style>
          </p:cxnSp>
          <p:cxnSp>
            <p:nvCxnSpPr>
              <p:cNvPr id="99" name="Straight Connector 98"/>
              <p:cNvCxnSpPr/>
              <p:nvPr/>
            </p:nvCxnSpPr>
            <p:spPr>
              <a:xfrm flipH="1">
                <a:off x="4983819" y="3392431"/>
                <a:ext cx="179965" cy="118518"/>
              </a:xfrm>
              <a:prstGeom prst="line">
                <a:avLst/>
              </a:prstGeom>
              <a:ln w="12700" cap="rnd">
                <a:solidFill>
                  <a:srgbClr val="FF6D3A">
                    <a:alpha val="50000"/>
                  </a:srgbClr>
                </a:solidFill>
                <a:prstDash val="sysDash"/>
                <a:tailEnd type="none"/>
              </a:ln>
            </p:spPr>
            <p:style>
              <a:lnRef idx="1">
                <a:schemeClr val="accent1"/>
              </a:lnRef>
              <a:fillRef idx="0">
                <a:schemeClr val="accent1"/>
              </a:fillRef>
              <a:effectRef idx="0">
                <a:schemeClr val="accent1"/>
              </a:effectRef>
              <a:fontRef idx="minor">
                <a:schemeClr val="tx1"/>
              </a:fontRef>
            </p:style>
          </p:cxnSp>
          <p:cxnSp>
            <p:nvCxnSpPr>
              <p:cNvPr id="100" name="Straight Connector 99"/>
              <p:cNvCxnSpPr/>
              <p:nvPr/>
            </p:nvCxnSpPr>
            <p:spPr>
              <a:xfrm flipH="1">
                <a:off x="5028728" y="3610009"/>
                <a:ext cx="228397" cy="0"/>
              </a:xfrm>
              <a:prstGeom prst="line">
                <a:avLst/>
              </a:prstGeom>
              <a:ln w="12700" cap="rnd">
                <a:solidFill>
                  <a:srgbClr val="FF6D3A">
                    <a:alpha val="50000"/>
                  </a:srgbClr>
                </a:solidFill>
                <a:prstDash val="sysDash"/>
                <a:tailEnd type="none"/>
              </a:ln>
            </p:spPr>
            <p:style>
              <a:lnRef idx="1">
                <a:schemeClr val="accent1"/>
              </a:lnRef>
              <a:fillRef idx="0">
                <a:schemeClr val="accent1"/>
              </a:fillRef>
              <a:effectRef idx="0">
                <a:schemeClr val="accent1"/>
              </a:effectRef>
              <a:fontRef idx="minor">
                <a:schemeClr val="tx1"/>
              </a:fontRef>
            </p:style>
          </p:cxnSp>
          <p:cxnSp>
            <p:nvCxnSpPr>
              <p:cNvPr id="101" name="Straight Connector 100"/>
              <p:cNvCxnSpPr/>
              <p:nvPr/>
            </p:nvCxnSpPr>
            <p:spPr>
              <a:xfrm>
                <a:off x="4802070" y="3351555"/>
                <a:ext cx="0" cy="79626"/>
              </a:xfrm>
              <a:prstGeom prst="line">
                <a:avLst/>
              </a:prstGeom>
              <a:ln w="12700" cap="rnd">
                <a:solidFill>
                  <a:srgbClr val="FF6D3A">
                    <a:alpha val="50000"/>
                  </a:srgbClr>
                </a:solidFill>
                <a:prstDash val="sysDash"/>
                <a:tailEnd type="none"/>
              </a:ln>
            </p:spPr>
            <p:style>
              <a:lnRef idx="1">
                <a:schemeClr val="accent1"/>
              </a:lnRef>
              <a:fillRef idx="0">
                <a:schemeClr val="accent1"/>
              </a:fillRef>
              <a:effectRef idx="0">
                <a:schemeClr val="accent1"/>
              </a:effectRef>
              <a:fontRef idx="minor">
                <a:schemeClr val="tx1"/>
              </a:fontRef>
            </p:style>
          </p:cxnSp>
          <p:cxnSp>
            <p:nvCxnSpPr>
              <p:cNvPr id="102" name="Straight Connector 101"/>
              <p:cNvCxnSpPr/>
              <p:nvPr/>
            </p:nvCxnSpPr>
            <p:spPr>
              <a:xfrm>
                <a:off x="4480219" y="3392431"/>
                <a:ext cx="179965" cy="118518"/>
              </a:xfrm>
              <a:prstGeom prst="line">
                <a:avLst/>
              </a:prstGeom>
              <a:ln w="12700" cap="rnd">
                <a:solidFill>
                  <a:srgbClr val="FF6D3A">
                    <a:alpha val="50000"/>
                  </a:srgbClr>
                </a:solidFill>
                <a:prstDash val="sysDash"/>
                <a:tailEnd type="none"/>
              </a:ln>
            </p:spPr>
            <p:style>
              <a:lnRef idx="1">
                <a:schemeClr val="accent1"/>
              </a:lnRef>
              <a:fillRef idx="0">
                <a:schemeClr val="accent1"/>
              </a:fillRef>
              <a:effectRef idx="0">
                <a:schemeClr val="accent1"/>
              </a:effectRef>
              <a:fontRef idx="minor">
                <a:schemeClr val="tx1"/>
              </a:fontRef>
            </p:style>
          </p:cxnSp>
          <p:sp>
            <p:nvSpPr>
              <p:cNvPr id="103" name="TextBox 102"/>
              <p:cNvSpPr txBox="1"/>
              <p:nvPr/>
            </p:nvSpPr>
            <p:spPr>
              <a:xfrm>
                <a:off x="5068742" y="3144335"/>
                <a:ext cx="365760" cy="60466"/>
              </a:xfrm>
              <a:prstGeom prst="rect">
                <a:avLst/>
              </a:prstGeom>
              <a:noFill/>
            </p:spPr>
            <p:txBody>
              <a:bodyPr wrap="square" lIns="0" tIns="0" rIns="0" bIns="0" rtlCol="0" anchor="ctr">
                <a:spAutoFit/>
              </a:bodyPr>
              <a:lstStyle/>
              <a:p>
                <a:pPr algn="ctr">
                  <a:spcAft>
                    <a:spcPts val="450"/>
                  </a:spcAft>
                </a:pPr>
                <a:r>
                  <a:rPr lang="en-US" sz="600" b="1" dirty="0">
                    <a:solidFill>
                      <a:srgbClr val="0A7AF5"/>
                    </a:solidFill>
                    <a:latin typeface="Trebuchet MS" panose="020B0603020202020204" pitchFamily="34" charset="0"/>
                  </a:rPr>
                  <a:t>Home Equity</a:t>
                </a:r>
              </a:p>
            </p:txBody>
          </p:sp>
          <p:sp>
            <p:nvSpPr>
              <p:cNvPr id="104" name="TextBox 103"/>
              <p:cNvSpPr txBox="1"/>
              <p:nvPr/>
            </p:nvSpPr>
            <p:spPr>
              <a:xfrm>
                <a:off x="5182835" y="3499192"/>
                <a:ext cx="365760" cy="61555"/>
              </a:xfrm>
              <a:prstGeom prst="rect">
                <a:avLst/>
              </a:prstGeom>
              <a:noFill/>
            </p:spPr>
            <p:txBody>
              <a:bodyPr wrap="square" lIns="0" tIns="0" rIns="0" bIns="0" rtlCol="0" anchor="ctr">
                <a:spAutoFit/>
              </a:bodyPr>
              <a:lstStyle/>
              <a:p>
                <a:pPr algn="ctr">
                  <a:spcAft>
                    <a:spcPts val="450"/>
                  </a:spcAft>
                </a:pPr>
                <a:r>
                  <a:rPr lang="en-US" sz="600" b="1" dirty="0">
                    <a:solidFill>
                      <a:srgbClr val="0A7AF5"/>
                    </a:solidFill>
                    <a:latin typeface="Trebuchet MS" panose="020B0603020202020204" pitchFamily="34" charset="0"/>
                  </a:rPr>
                  <a:t>Deposits</a:t>
                </a:r>
              </a:p>
            </p:txBody>
          </p:sp>
          <p:sp>
            <p:nvSpPr>
              <p:cNvPr id="105" name="TextBox 104"/>
              <p:cNvSpPr txBox="1"/>
              <p:nvPr/>
            </p:nvSpPr>
            <p:spPr>
              <a:xfrm>
                <a:off x="4617826" y="3119558"/>
                <a:ext cx="365760" cy="60466"/>
              </a:xfrm>
              <a:prstGeom prst="rect">
                <a:avLst/>
              </a:prstGeom>
              <a:noFill/>
            </p:spPr>
            <p:txBody>
              <a:bodyPr wrap="square" lIns="0" tIns="0" rIns="0" bIns="0" rtlCol="0" anchor="ctr">
                <a:spAutoFit/>
              </a:bodyPr>
              <a:lstStyle/>
              <a:p>
                <a:pPr algn="ctr">
                  <a:spcAft>
                    <a:spcPts val="450"/>
                  </a:spcAft>
                </a:pPr>
                <a:r>
                  <a:rPr lang="en-US" sz="600" b="1" dirty="0">
                    <a:solidFill>
                      <a:srgbClr val="0A7AF5"/>
                    </a:solidFill>
                    <a:latin typeface="Trebuchet MS" panose="020B0603020202020204" pitchFamily="34" charset="0"/>
                  </a:rPr>
                  <a:t>Auto Finance</a:t>
                </a:r>
              </a:p>
            </p:txBody>
          </p:sp>
          <p:sp>
            <p:nvSpPr>
              <p:cNvPr id="106" name="TextBox 105"/>
              <p:cNvSpPr txBox="1"/>
              <p:nvPr/>
            </p:nvSpPr>
            <p:spPr>
              <a:xfrm>
                <a:off x="4190822" y="3144335"/>
                <a:ext cx="365760" cy="60466"/>
              </a:xfrm>
              <a:prstGeom prst="rect">
                <a:avLst/>
              </a:prstGeom>
              <a:noFill/>
            </p:spPr>
            <p:txBody>
              <a:bodyPr wrap="square" lIns="0" tIns="0" rIns="0" bIns="0" rtlCol="0" anchor="ctr">
                <a:spAutoFit/>
              </a:bodyPr>
              <a:lstStyle/>
              <a:p>
                <a:pPr algn="ctr">
                  <a:spcAft>
                    <a:spcPts val="450"/>
                  </a:spcAft>
                </a:pPr>
                <a:r>
                  <a:rPr lang="en-US" sz="600" b="1" dirty="0">
                    <a:solidFill>
                      <a:srgbClr val="0A7AF5"/>
                    </a:solidFill>
                    <a:latin typeface="Trebuchet MS" panose="020B0603020202020204" pitchFamily="34" charset="0"/>
                  </a:rPr>
                  <a:t>Mortgage</a:t>
                </a:r>
              </a:p>
            </p:txBody>
          </p:sp>
          <p:sp>
            <p:nvSpPr>
              <p:cNvPr id="107" name="TextBox 106"/>
              <p:cNvSpPr txBox="1"/>
              <p:nvPr/>
            </p:nvSpPr>
            <p:spPr>
              <a:xfrm>
                <a:off x="4071595" y="3457000"/>
                <a:ext cx="365760" cy="60466"/>
              </a:xfrm>
              <a:prstGeom prst="rect">
                <a:avLst/>
              </a:prstGeom>
              <a:noFill/>
            </p:spPr>
            <p:txBody>
              <a:bodyPr wrap="square" lIns="0" tIns="0" rIns="0" bIns="0" rtlCol="0" anchor="ctr">
                <a:spAutoFit/>
              </a:bodyPr>
              <a:lstStyle/>
              <a:p>
                <a:pPr algn="ctr">
                  <a:spcAft>
                    <a:spcPts val="450"/>
                  </a:spcAft>
                </a:pPr>
                <a:r>
                  <a:rPr lang="en-US" sz="600" b="1" dirty="0">
                    <a:solidFill>
                      <a:srgbClr val="0A7AF5"/>
                    </a:solidFill>
                    <a:latin typeface="Trebuchet MS" panose="020B0603020202020204" pitchFamily="34" charset="0"/>
                  </a:rPr>
                  <a:t>Personal Loans</a:t>
                </a:r>
              </a:p>
            </p:txBody>
          </p:sp>
        </p:grpSp>
        <p:pic>
          <p:nvPicPr>
            <p:cNvPr id="66" name="Picture 65" descr="backofficeAnalytics-07.png"/>
            <p:cNvPicPr>
              <a:picLocks noChangeAspect="1"/>
            </p:cNvPicPr>
            <p:nvPr/>
          </p:nvPicPr>
          <p:blipFill rotWithShape="1">
            <a:blip r:embed="rId3">
              <a:duotone>
                <a:prstClr val="black"/>
                <a:schemeClr val="tx2">
                  <a:tint val="45000"/>
                  <a:satMod val="400000"/>
                </a:schemeClr>
              </a:duotone>
              <a:extLst>
                <a:ext uri="{28A0092B-C50C-407E-A947-70E740481C1C}">
                  <a14:useLocalDpi xmlns:a14="http://schemas.microsoft.com/office/drawing/2010/main"/>
                </a:ext>
              </a:extLst>
            </a:blip>
            <a:srcRect/>
            <a:stretch/>
          </p:blipFill>
          <p:spPr>
            <a:xfrm>
              <a:off x="4112913" y="3080953"/>
              <a:ext cx="451364" cy="496627"/>
            </a:xfrm>
            <a:prstGeom prst="rect">
              <a:avLst/>
            </a:prstGeom>
          </p:spPr>
        </p:pic>
      </p:grpSp>
      <p:sp>
        <p:nvSpPr>
          <p:cNvPr id="3" name="Title 2"/>
          <p:cNvSpPr>
            <a:spLocks noGrp="1"/>
          </p:cNvSpPr>
          <p:nvPr>
            <p:ph type="title"/>
          </p:nvPr>
        </p:nvSpPr>
        <p:spPr/>
        <p:txBody>
          <a:bodyPr>
            <a:normAutofit/>
          </a:bodyPr>
          <a:lstStyle/>
          <a:p>
            <a:r>
              <a:rPr lang="en-US" dirty="0">
                <a:solidFill>
                  <a:srgbClr val="FFFFFF"/>
                </a:solidFill>
              </a:rPr>
              <a:t>The Nomis vision: evolution of pricing in retail banking</a:t>
            </a:r>
          </a:p>
        </p:txBody>
      </p:sp>
    </p:spTree>
    <p:extLst>
      <p:ext uri="{BB962C8B-B14F-4D97-AF65-F5344CB8AC3E}">
        <p14:creationId xmlns:p14="http://schemas.microsoft.com/office/powerpoint/2010/main" val="3918143784"/>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p:tgtEl>
                                          <p:spTgt spid="8"/>
                                        </p:tgtEl>
                                        <p:attrNameLst>
                                          <p:attrName>ppt_x</p:attrName>
                                        </p:attrNameLst>
                                      </p:cBhvr>
                                      <p:tavLst>
                                        <p:tav tm="0">
                                          <p:val>
                                            <p:strVal val="#ppt_x-#ppt_w*1.125000"/>
                                          </p:val>
                                        </p:tav>
                                        <p:tav tm="100000">
                                          <p:val>
                                            <p:strVal val="#ppt_x"/>
                                          </p:val>
                                        </p:tav>
                                      </p:tavLst>
                                    </p:anim>
                                    <p:animEffect transition="in" filter="wipe(right)">
                                      <p:cBhvr>
                                        <p:cTn id="8" dur="500"/>
                                        <p:tgtEl>
                                          <p:spTgt spid="8"/>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8"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p:tgtEl>
                                          <p:spTgt spid="9"/>
                                        </p:tgtEl>
                                        <p:attrNameLst>
                                          <p:attrName>ppt_x</p:attrName>
                                        </p:attrNameLst>
                                      </p:cBhvr>
                                      <p:tavLst>
                                        <p:tav tm="0">
                                          <p:val>
                                            <p:strVal val="#ppt_x-#ppt_w*1.125000"/>
                                          </p:val>
                                        </p:tav>
                                        <p:tav tm="100000">
                                          <p:val>
                                            <p:strVal val="#ppt_x"/>
                                          </p:val>
                                        </p:tav>
                                      </p:tavLst>
                                    </p:anim>
                                    <p:animEffect transition="in" filter="wipe(right)">
                                      <p:cBhvr>
                                        <p:cTn id="14" dur="5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8"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p:tgtEl>
                                          <p:spTgt spid="10"/>
                                        </p:tgtEl>
                                        <p:attrNameLst>
                                          <p:attrName>ppt_x</p:attrName>
                                        </p:attrNameLst>
                                      </p:cBhvr>
                                      <p:tavLst>
                                        <p:tav tm="0">
                                          <p:val>
                                            <p:strVal val="#ppt_x-#ppt_w*1.125000"/>
                                          </p:val>
                                        </p:tav>
                                        <p:tav tm="100000">
                                          <p:val>
                                            <p:strVal val="#ppt_x"/>
                                          </p:val>
                                        </p:tav>
                                      </p:tavLst>
                                    </p:anim>
                                    <p:animEffect transition="in" filter="wipe(right)">
                                      <p:cBhvr>
                                        <p:cTn id="2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6278BB5D-51CF-A14A-BAA6-310C9718C545}"/>
              </a:ext>
            </a:extLst>
          </p:cNvPr>
          <p:cNvGrpSpPr/>
          <p:nvPr/>
        </p:nvGrpSpPr>
        <p:grpSpPr>
          <a:xfrm>
            <a:off x="6331542" y="1574921"/>
            <a:ext cx="2647589" cy="973844"/>
            <a:chOff x="6331542" y="1574921"/>
            <a:chExt cx="2647589" cy="973844"/>
          </a:xfrm>
        </p:grpSpPr>
        <p:cxnSp>
          <p:nvCxnSpPr>
            <p:cNvPr id="80" name="Straight Connector 79">
              <a:extLst>
                <a:ext uri="{FF2B5EF4-FFF2-40B4-BE49-F238E27FC236}">
                  <a16:creationId xmlns:a16="http://schemas.microsoft.com/office/drawing/2014/main" id="{64A2AF3F-F4F1-46CF-81BB-FED07B090343}"/>
                </a:ext>
              </a:extLst>
            </p:cNvPr>
            <p:cNvCxnSpPr/>
            <p:nvPr/>
          </p:nvCxnSpPr>
          <p:spPr bwMode="auto">
            <a:xfrm>
              <a:off x="6331542" y="1574921"/>
              <a:ext cx="2117986" cy="0"/>
            </a:xfrm>
            <a:prstGeom prst="line">
              <a:avLst/>
            </a:prstGeom>
            <a:solidFill>
              <a:srgbClr val="2F539C"/>
            </a:solidFill>
            <a:ln w="28575" cap="flat" cmpd="sng" algn="ctr">
              <a:solidFill>
                <a:srgbClr val="FFFFFF"/>
              </a:solidFill>
              <a:prstDash val="solid"/>
              <a:round/>
              <a:headEnd type="oval" w="lg" len="lg"/>
              <a:tailEnd type="oval" w="lg" len="lg"/>
            </a:ln>
            <a:effectLst/>
          </p:spPr>
        </p:cxnSp>
        <p:pic>
          <p:nvPicPr>
            <p:cNvPr id="113" name="Picture 112" descr="backofficeAnalytics-05.png">
              <a:extLst>
                <a:ext uri="{FF2B5EF4-FFF2-40B4-BE49-F238E27FC236}">
                  <a16:creationId xmlns:a16="http://schemas.microsoft.com/office/drawing/2014/main" id="{23961198-A122-4A8C-B6AC-A8BB41EADCFC}"/>
                </a:ext>
              </a:extLst>
            </p:cNvPr>
            <p:cNvPicPr>
              <a:picLocks noChangeAspect="1"/>
            </p:cNvPicPr>
            <p:nvPr/>
          </p:nvPicPr>
          <p:blipFill>
            <a:blip r:embed="rId3"/>
            <a:stretch>
              <a:fillRect/>
            </a:stretch>
          </p:blipFill>
          <p:spPr>
            <a:xfrm>
              <a:off x="7258678" y="2052209"/>
              <a:ext cx="385780" cy="367905"/>
            </a:xfrm>
            <a:prstGeom prst="rect">
              <a:avLst/>
            </a:prstGeom>
          </p:spPr>
        </p:pic>
        <p:pic>
          <p:nvPicPr>
            <p:cNvPr id="114" name="Picture 113" descr="backofficeAnalytics-07.png">
              <a:extLst>
                <a:ext uri="{FF2B5EF4-FFF2-40B4-BE49-F238E27FC236}">
                  <a16:creationId xmlns:a16="http://schemas.microsoft.com/office/drawing/2014/main" id="{A0F89B96-6CC4-47D3-AE63-11236D64AB07}"/>
                </a:ext>
              </a:extLst>
            </p:cNvPr>
            <p:cNvPicPr>
              <a:picLocks noChangeAspect="1"/>
            </p:cNvPicPr>
            <p:nvPr/>
          </p:nvPicPr>
          <p:blipFill>
            <a:blip r:embed="rId4"/>
            <a:stretch>
              <a:fillRect/>
            </a:stretch>
          </p:blipFill>
          <p:spPr>
            <a:xfrm>
              <a:off x="7698985" y="2018236"/>
              <a:ext cx="451164" cy="472432"/>
            </a:xfrm>
            <a:prstGeom prst="rect">
              <a:avLst/>
            </a:prstGeom>
          </p:spPr>
        </p:pic>
        <p:sp>
          <p:nvSpPr>
            <p:cNvPr id="115" name="AutoShape 12">
              <a:extLst>
                <a:ext uri="{FF2B5EF4-FFF2-40B4-BE49-F238E27FC236}">
                  <a16:creationId xmlns:a16="http://schemas.microsoft.com/office/drawing/2014/main" id="{E944143F-4624-4206-895D-322D499620A0}"/>
                </a:ext>
              </a:extLst>
            </p:cNvPr>
            <p:cNvSpPr>
              <a:spLocks noChangeArrowheads="1"/>
            </p:cNvSpPr>
            <p:nvPr/>
          </p:nvSpPr>
          <p:spPr bwMode="auto">
            <a:xfrm>
              <a:off x="6579352" y="1799996"/>
              <a:ext cx="2399779" cy="748769"/>
            </a:xfrm>
            <a:prstGeom prst="chevron">
              <a:avLst>
                <a:gd name="adj" fmla="val 28868"/>
              </a:avLst>
            </a:prstGeom>
            <a:noFill/>
            <a:ln w="19050" cap="flat" cmpd="sng" algn="ctr">
              <a:solidFill>
                <a:srgbClr val="92D05A"/>
              </a:solidFill>
              <a:prstDash val="solid"/>
            </a:ln>
            <a:effectLst/>
          </p:spPr>
          <p:txBody>
            <a:bodyPr lIns="0" rIns="0" rtlCol="0" anchor="t"/>
            <a:lstStyle/>
            <a:p>
              <a:pPr algn="ctr" defTabSz="685800" fontAlgn="auto">
                <a:spcBef>
                  <a:spcPts val="0"/>
                </a:spcBef>
                <a:spcAft>
                  <a:spcPts val="0"/>
                </a:spcAft>
                <a:defRPr/>
              </a:pPr>
              <a:r>
                <a:rPr lang="de-DE" altLang="en-US" sz="900" b="1" kern="0" dirty="0">
                  <a:solidFill>
                    <a:srgbClr val="2F539C"/>
                  </a:solidFill>
                  <a:latin typeface="Trebuchet MS" panose="020B0603020202020204" pitchFamily="34" charset="0"/>
                  <a:ea typeface="+mn-ea"/>
                  <a:cs typeface="Avenir Book"/>
                </a:rPr>
                <a:t>Customer Centric Pricing</a:t>
              </a:r>
            </a:p>
          </p:txBody>
        </p:sp>
      </p:grpSp>
      <p:grpSp>
        <p:nvGrpSpPr>
          <p:cNvPr id="7" name="Group 6">
            <a:extLst>
              <a:ext uri="{FF2B5EF4-FFF2-40B4-BE49-F238E27FC236}">
                <a16:creationId xmlns:a16="http://schemas.microsoft.com/office/drawing/2014/main" id="{C583DA81-B4D9-DC44-B8A3-4BD8BB7A1C8C}"/>
              </a:ext>
            </a:extLst>
          </p:cNvPr>
          <p:cNvGrpSpPr/>
          <p:nvPr/>
        </p:nvGrpSpPr>
        <p:grpSpPr>
          <a:xfrm>
            <a:off x="4292279" y="1792038"/>
            <a:ext cx="2399779" cy="758984"/>
            <a:chOff x="4281399" y="1792038"/>
            <a:chExt cx="2399779" cy="758984"/>
          </a:xfrm>
        </p:grpSpPr>
        <p:pic>
          <p:nvPicPr>
            <p:cNvPr id="97" name="Picture 96" descr="backofficeAnalytics-07.png">
              <a:extLst>
                <a:ext uri="{FF2B5EF4-FFF2-40B4-BE49-F238E27FC236}">
                  <a16:creationId xmlns:a16="http://schemas.microsoft.com/office/drawing/2014/main" id="{0C133249-0AEB-4CC5-9B18-6ED6F0D16587}"/>
                </a:ext>
              </a:extLst>
            </p:cNvPr>
            <p:cNvPicPr>
              <a:picLocks noChangeAspect="1"/>
            </p:cNvPicPr>
            <p:nvPr/>
          </p:nvPicPr>
          <p:blipFill rotWithShape="1">
            <a:blip r:embed="rId5">
              <a:duotone>
                <a:prstClr val="black"/>
                <a:srgbClr val="2F539C">
                  <a:tint val="45000"/>
                  <a:satMod val="400000"/>
                </a:srgbClr>
              </a:duotone>
              <a:extLst>
                <a:ext uri="{28A0092B-C50C-407E-A947-70E740481C1C}">
                  <a14:useLocalDpi xmlns:a14="http://schemas.microsoft.com/office/drawing/2010/main"/>
                </a:ext>
              </a:extLst>
            </a:blip>
            <a:srcRect/>
            <a:stretch/>
          </p:blipFill>
          <p:spPr>
            <a:xfrm>
              <a:off x="5298503" y="2272677"/>
              <a:ext cx="250245" cy="278345"/>
            </a:xfrm>
            <a:prstGeom prst="rect">
              <a:avLst/>
            </a:prstGeom>
          </p:spPr>
        </p:pic>
        <p:pic>
          <p:nvPicPr>
            <p:cNvPr id="98" name="Picture 97">
              <a:extLst>
                <a:ext uri="{FF2B5EF4-FFF2-40B4-BE49-F238E27FC236}">
                  <a16:creationId xmlns:a16="http://schemas.microsoft.com/office/drawing/2014/main" id="{91383B39-A9B5-4C2E-AC20-4B4ABA3E5357}"/>
                </a:ext>
              </a:extLst>
            </p:cNvPr>
            <p:cNvPicPr>
              <a:picLocks noChangeAspect="1"/>
            </p:cNvPicPr>
            <p:nvPr/>
          </p:nvPicPr>
          <p:blipFill>
            <a:blip r:embed="rId6">
              <a:duotone>
                <a:srgbClr val="117ACA">
                  <a:shade val="45000"/>
                  <a:satMod val="135000"/>
                </a:srgbClr>
                <a:prstClr val="white"/>
              </a:duotone>
            </a:blip>
            <a:stretch>
              <a:fillRect/>
            </a:stretch>
          </p:blipFill>
          <p:spPr>
            <a:xfrm>
              <a:off x="5004309" y="2086602"/>
              <a:ext cx="125779" cy="115066"/>
            </a:xfrm>
            <a:prstGeom prst="rect">
              <a:avLst/>
            </a:prstGeom>
          </p:spPr>
        </p:pic>
        <p:pic>
          <p:nvPicPr>
            <p:cNvPr id="99" name="Picture 98">
              <a:extLst>
                <a:ext uri="{FF2B5EF4-FFF2-40B4-BE49-F238E27FC236}">
                  <a16:creationId xmlns:a16="http://schemas.microsoft.com/office/drawing/2014/main" id="{2D6D611B-E653-4E29-82EF-94C86A97938C}"/>
                </a:ext>
              </a:extLst>
            </p:cNvPr>
            <p:cNvPicPr>
              <a:picLocks noChangeAspect="1"/>
            </p:cNvPicPr>
            <p:nvPr/>
          </p:nvPicPr>
          <p:blipFill>
            <a:blip r:embed="rId7">
              <a:duotone>
                <a:srgbClr val="117ACA">
                  <a:shade val="45000"/>
                  <a:satMod val="135000"/>
                </a:srgbClr>
                <a:prstClr val="white"/>
              </a:duotone>
            </a:blip>
            <a:stretch>
              <a:fillRect/>
            </a:stretch>
          </p:blipFill>
          <p:spPr>
            <a:xfrm>
              <a:off x="5369888" y="2068997"/>
              <a:ext cx="125657" cy="92054"/>
            </a:xfrm>
            <a:prstGeom prst="rect">
              <a:avLst/>
            </a:prstGeom>
          </p:spPr>
        </p:pic>
        <p:pic>
          <p:nvPicPr>
            <p:cNvPr id="100" name="Picture 99">
              <a:extLst>
                <a:ext uri="{FF2B5EF4-FFF2-40B4-BE49-F238E27FC236}">
                  <a16:creationId xmlns:a16="http://schemas.microsoft.com/office/drawing/2014/main" id="{BDD8F5E1-F2B5-4321-A639-00E944239FDC}"/>
                </a:ext>
              </a:extLst>
            </p:cNvPr>
            <p:cNvPicPr>
              <a:picLocks noChangeAspect="1"/>
            </p:cNvPicPr>
            <p:nvPr/>
          </p:nvPicPr>
          <p:blipFill>
            <a:blip r:embed="rId8">
              <a:duotone>
                <a:srgbClr val="117ACA">
                  <a:shade val="45000"/>
                  <a:satMod val="135000"/>
                </a:srgbClr>
                <a:prstClr val="white"/>
              </a:duotone>
            </a:blip>
            <a:stretch>
              <a:fillRect/>
            </a:stretch>
          </p:blipFill>
          <p:spPr>
            <a:xfrm>
              <a:off x="5857293" y="2340868"/>
              <a:ext cx="92075" cy="115066"/>
            </a:xfrm>
            <a:prstGeom prst="rect">
              <a:avLst/>
            </a:prstGeom>
          </p:spPr>
        </p:pic>
        <p:pic>
          <p:nvPicPr>
            <p:cNvPr id="101" name="Picture 100">
              <a:extLst>
                <a:ext uri="{FF2B5EF4-FFF2-40B4-BE49-F238E27FC236}">
                  <a16:creationId xmlns:a16="http://schemas.microsoft.com/office/drawing/2014/main" id="{D715D788-5666-4573-A90A-4A062F7E00C7}"/>
                </a:ext>
              </a:extLst>
            </p:cNvPr>
            <p:cNvPicPr>
              <a:picLocks noChangeAspect="1"/>
            </p:cNvPicPr>
            <p:nvPr/>
          </p:nvPicPr>
          <p:blipFill>
            <a:blip r:embed="rId9">
              <a:duotone>
                <a:srgbClr val="117ACA">
                  <a:shade val="45000"/>
                  <a:satMod val="135000"/>
                </a:srgbClr>
                <a:prstClr val="white"/>
              </a:duotone>
            </a:blip>
            <a:stretch>
              <a:fillRect/>
            </a:stretch>
          </p:blipFill>
          <p:spPr>
            <a:xfrm>
              <a:off x="4902123" y="2340868"/>
              <a:ext cx="117951" cy="115066"/>
            </a:xfrm>
            <a:prstGeom prst="rect">
              <a:avLst/>
            </a:prstGeom>
          </p:spPr>
        </p:pic>
        <p:pic>
          <p:nvPicPr>
            <p:cNvPr id="102" name="Picture 101">
              <a:extLst>
                <a:ext uri="{FF2B5EF4-FFF2-40B4-BE49-F238E27FC236}">
                  <a16:creationId xmlns:a16="http://schemas.microsoft.com/office/drawing/2014/main" id="{D437C6CF-B734-4452-9F8F-01EF4D4CE345}"/>
                </a:ext>
              </a:extLst>
            </p:cNvPr>
            <p:cNvPicPr>
              <a:picLocks noChangeAspect="1"/>
            </p:cNvPicPr>
            <p:nvPr/>
          </p:nvPicPr>
          <p:blipFill>
            <a:blip r:embed="rId6">
              <a:duotone>
                <a:srgbClr val="117ACA">
                  <a:shade val="45000"/>
                  <a:satMod val="135000"/>
                </a:srgbClr>
                <a:prstClr val="white"/>
              </a:duotone>
            </a:blip>
            <a:stretch>
              <a:fillRect/>
            </a:stretch>
          </p:blipFill>
          <p:spPr>
            <a:xfrm>
              <a:off x="5752246" y="2086602"/>
              <a:ext cx="125779" cy="115066"/>
            </a:xfrm>
            <a:prstGeom prst="rect">
              <a:avLst/>
            </a:prstGeom>
          </p:spPr>
        </p:pic>
        <p:cxnSp>
          <p:nvCxnSpPr>
            <p:cNvPr id="103" name="Straight Connector 102">
              <a:extLst>
                <a:ext uri="{FF2B5EF4-FFF2-40B4-BE49-F238E27FC236}">
                  <a16:creationId xmlns:a16="http://schemas.microsoft.com/office/drawing/2014/main" id="{C6A62A5B-6F70-41F1-A64E-5408EF4E6A55}"/>
                </a:ext>
              </a:extLst>
            </p:cNvPr>
            <p:cNvCxnSpPr/>
            <p:nvPr/>
          </p:nvCxnSpPr>
          <p:spPr>
            <a:xfrm>
              <a:off x="5059614" y="2397755"/>
              <a:ext cx="223103" cy="5435"/>
            </a:xfrm>
            <a:prstGeom prst="line">
              <a:avLst/>
            </a:prstGeom>
            <a:noFill/>
            <a:ln w="12700" cap="rnd" cmpd="sng" algn="ctr">
              <a:solidFill>
                <a:srgbClr val="2F539C">
                  <a:lumMod val="60000"/>
                  <a:lumOff val="40000"/>
                  <a:alpha val="50000"/>
                </a:srgbClr>
              </a:solidFill>
              <a:prstDash val="sysDash"/>
              <a:tailEnd type="none"/>
            </a:ln>
            <a:effectLst/>
          </p:spPr>
        </p:cxnSp>
        <p:cxnSp>
          <p:nvCxnSpPr>
            <p:cNvPr id="104" name="Straight Connector 103">
              <a:extLst>
                <a:ext uri="{FF2B5EF4-FFF2-40B4-BE49-F238E27FC236}">
                  <a16:creationId xmlns:a16="http://schemas.microsoft.com/office/drawing/2014/main" id="{E6E2332C-6B07-4EDC-B061-8E4179E18806}"/>
                </a:ext>
              </a:extLst>
            </p:cNvPr>
            <p:cNvCxnSpPr/>
            <p:nvPr/>
          </p:nvCxnSpPr>
          <p:spPr>
            <a:xfrm flipH="1">
              <a:off x="5582984" y="2214257"/>
              <a:ext cx="152360" cy="101434"/>
            </a:xfrm>
            <a:prstGeom prst="line">
              <a:avLst/>
            </a:prstGeom>
            <a:noFill/>
            <a:ln w="12700" cap="rnd" cmpd="sng" algn="ctr">
              <a:solidFill>
                <a:srgbClr val="2F539C">
                  <a:lumMod val="60000"/>
                  <a:lumOff val="40000"/>
                  <a:alpha val="50000"/>
                </a:srgbClr>
              </a:solidFill>
              <a:prstDash val="sysDash"/>
              <a:tailEnd type="none"/>
            </a:ln>
            <a:effectLst/>
          </p:spPr>
        </p:cxnSp>
        <p:cxnSp>
          <p:nvCxnSpPr>
            <p:cNvPr id="105" name="Straight Connector 104">
              <a:extLst>
                <a:ext uri="{FF2B5EF4-FFF2-40B4-BE49-F238E27FC236}">
                  <a16:creationId xmlns:a16="http://schemas.microsoft.com/office/drawing/2014/main" id="{8BE0F391-59C2-495A-A2E5-608D515F05C6}"/>
                </a:ext>
              </a:extLst>
            </p:cNvPr>
            <p:cNvCxnSpPr/>
            <p:nvPr/>
          </p:nvCxnSpPr>
          <p:spPr>
            <a:xfrm flipH="1">
              <a:off x="5621005" y="2400472"/>
              <a:ext cx="193363" cy="0"/>
            </a:xfrm>
            <a:prstGeom prst="line">
              <a:avLst/>
            </a:prstGeom>
            <a:noFill/>
            <a:ln w="12700" cap="rnd" cmpd="sng" algn="ctr">
              <a:solidFill>
                <a:srgbClr val="2F539C">
                  <a:lumMod val="60000"/>
                  <a:lumOff val="40000"/>
                  <a:alpha val="50000"/>
                </a:srgbClr>
              </a:solidFill>
              <a:prstDash val="sysDash"/>
              <a:tailEnd type="none"/>
            </a:ln>
            <a:effectLst/>
          </p:spPr>
        </p:cxnSp>
        <p:cxnSp>
          <p:nvCxnSpPr>
            <p:cNvPr id="106" name="Straight Connector 105">
              <a:extLst>
                <a:ext uri="{FF2B5EF4-FFF2-40B4-BE49-F238E27FC236}">
                  <a16:creationId xmlns:a16="http://schemas.microsoft.com/office/drawing/2014/main" id="{BE8808D8-AFD3-4296-ABE9-FE6F46236EBD}"/>
                </a:ext>
              </a:extLst>
            </p:cNvPr>
            <p:cNvCxnSpPr/>
            <p:nvPr/>
          </p:nvCxnSpPr>
          <p:spPr>
            <a:xfrm>
              <a:off x="5429114" y="2179273"/>
              <a:ext cx="0" cy="68148"/>
            </a:xfrm>
            <a:prstGeom prst="line">
              <a:avLst/>
            </a:prstGeom>
            <a:noFill/>
            <a:ln w="12700" cap="rnd" cmpd="sng" algn="ctr">
              <a:solidFill>
                <a:srgbClr val="2F539C">
                  <a:lumMod val="60000"/>
                  <a:lumOff val="40000"/>
                  <a:alpha val="50000"/>
                </a:srgbClr>
              </a:solidFill>
              <a:prstDash val="sysDash"/>
              <a:tailEnd type="none"/>
            </a:ln>
            <a:effectLst/>
          </p:spPr>
        </p:cxnSp>
        <p:cxnSp>
          <p:nvCxnSpPr>
            <p:cNvPr id="107" name="Straight Connector 106">
              <a:extLst>
                <a:ext uri="{FF2B5EF4-FFF2-40B4-BE49-F238E27FC236}">
                  <a16:creationId xmlns:a16="http://schemas.microsoft.com/office/drawing/2014/main" id="{0B039E99-D53F-4F5C-BB36-FFB27F83BEFA}"/>
                </a:ext>
              </a:extLst>
            </p:cNvPr>
            <p:cNvCxnSpPr/>
            <p:nvPr/>
          </p:nvCxnSpPr>
          <p:spPr>
            <a:xfrm>
              <a:off x="5156631" y="2214257"/>
              <a:ext cx="152360" cy="101434"/>
            </a:xfrm>
            <a:prstGeom prst="line">
              <a:avLst/>
            </a:prstGeom>
            <a:noFill/>
            <a:ln w="12700" cap="rnd" cmpd="sng" algn="ctr">
              <a:solidFill>
                <a:srgbClr val="2F539C">
                  <a:lumMod val="60000"/>
                  <a:lumOff val="40000"/>
                  <a:alpha val="50000"/>
                </a:srgbClr>
              </a:solidFill>
              <a:prstDash val="sysDash"/>
              <a:tailEnd type="none"/>
            </a:ln>
            <a:effectLst/>
          </p:spPr>
        </p:cxnSp>
        <p:sp>
          <p:nvSpPr>
            <p:cNvPr id="108" name="TextBox 107">
              <a:extLst>
                <a:ext uri="{FF2B5EF4-FFF2-40B4-BE49-F238E27FC236}">
                  <a16:creationId xmlns:a16="http://schemas.microsoft.com/office/drawing/2014/main" id="{6AC89813-F108-443F-8CEE-7F3E822DE38B}"/>
                </a:ext>
              </a:extLst>
            </p:cNvPr>
            <p:cNvSpPr txBox="1"/>
            <p:nvPr/>
          </p:nvSpPr>
          <p:spPr>
            <a:xfrm>
              <a:off x="5654880" y="1998945"/>
              <a:ext cx="309656" cy="57708"/>
            </a:xfrm>
            <a:prstGeom prst="rect">
              <a:avLst/>
            </a:prstGeom>
            <a:noFill/>
          </p:spPr>
          <p:txBody>
            <a:bodyPr wrap="square" lIns="0" tIns="0" rIns="0" bIns="0" rtlCol="0" anchor="ctr">
              <a:spAutoFit/>
            </a:bodyPr>
            <a:lstStyle/>
            <a:p>
              <a:pPr algn="ctr" defTabSz="685800" fontAlgn="auto">
                <a:spcBef>
                  <a:spcPts val="0"/>
                </a:spcBef>
                <a:spcAft>
                  <a:spcPts val="450"/>
                </a:spcAft>
                <a:defRPr/>
              </a:pPr>
              <a:r>
                <a:rPr lang="en-US" sz="375" b="1" kern="0" dirty="0">
                  <a:solidFill>
                    <a:srgbClr val="0A7AF5"/>
                  </a:solidFill>
                  <a:latin typeface="Trebuchet MS" panose="020B0603020202020204" pitchFamily="34" charset="0"/>
                </a:rPr>
                <a:t>Home Equity</a:t>
              </a:r>
            </a:p>
          </p:txBody>
        </p:sp>
        <p:sp>
          <p:nvSpPr>
            <p:cNvPr id="109" name="TextBox 108">
              <a:extLst>
                <a:ext uri="{FF2B5EF4-FFF2-40B4-BE49-F238E27FC236}">
                  <a16:creationId xmlns:a16="http://schemas.microsoft.com/office/drawing/2014/main" id="{55AE1695-C1D7-43BD-93D0-82BF2F71E68A}"/>
                </a:ext>
              </a:extLst>
            </p:cNvPr>
            <p:cNvSpPr txBox="1"/>
            <p:nvPr/>
          </p:nvSpPr>
          <p:spPr>
            <a:xfrm>
              <a:off x="5751474" y="2303113"/>
              <a:ext cx="309656" cy="57708"/>
            </a:xfrm>
            <a:prstGeom prst="rect">
              <a:avLst/>
            </a:prstGeom>
            <a:noFill/>
          </p:spPr>
          <p:txBody>
            <a:bodyPr wrap="square" lIns="0" tIns="0" rIns="0" bIns="0" rtlCol="0" anchor="ctr">
              <a:spAutoFit/>
            </a:bodyPr>
            <a:lstStyle/>
            <a:p>
              <a:pPr algn="ctr" defTabSz="685800" fontAlgn="auto">
                <a:spcBef>
                  <a:spcPts val="0"/>
                </a:spcBef>
                <a:spcAft>
                  <a:spcPts val="450"/>
                </a:spcAft>
                <a:defRPr/>
              </a:pPr>
              <a:r>
                <a:rPr lang="en-US" sz="375" b="1" kern="0" dirty="0">
                  <a:solidFill>
                    <a:srgbClr val="0A7AF5"/>
                  </a:solidFill>
                  <a:latin typeface="Trebuchet MS" panose="020B0603020202020204" pitchFamily="34" charset="0"/>
                </a:rPr>
                <a:t>Deposits</a:t>
              </a:r>
            </a:p>
          </p:txBody>
        </p:sp>
        <p:sp>
          <p:nvSpPr>
            <p:cNvPr id="110" name="TextBox 109">
              <a:extLst>
                <a:ext uri="{FF2B5EF4-FFF2-40B4-BE49-F238E27FC236}">
                  <a16:creationId xmlns:a16="http://schemas.microsoft.com/office/drawing/2014/main" id="{A890CC06-4B4D-46B3-BFDD-E7B41AB07688}"/>
                </a:ext>
              </a:extLst>
            </p:cNvPr>
            <p:cNvSpPr txBox="1"/>
            <p:nvPr/>
          </p:nvSpPr>
          <p:spPr>
            <a:xfrm>
              <a:off x="5273131" y="1977739"/>
              <a:ext cx="309656" cy="57708"/>
            </a:xfrm>
            <a:prstGeom prst="rect">
              <a:avLst/>
            </a:prstGeom>
            <a:noFill/>
          </p:spPr>
          <p:txBody>
            <a:bodyPr wrap="square" lIns="0" tIns="0" rIns="0" bIns="0" rtlCol="0" anchor="ctr">
              <a:spAutoFit/>
            </a:bodyPr>
            <a:lstStyle/>
            <a:p>
              <a:pPr algn="ctr" defTabSz="685800" fontAlgn="auto">
                <a:spcBef>
                  <a:spcPts val="0"/>
                </a:spcBef>
                <a:spcAft>
                  <a:spcPts val="450"/>
                </a:spcAft>
                <a:defRPr/>
              </a:pPr>
              <a:r>
                <a:rPr lang="en-US" sz="375" b="1" kern="0" dirty="0">
                  <a:solidFill>
                    <a:srgbClr val="0A7AF5"/>
                  </a:solidFill>
                  <a:latin typeface="Trebuchet MS" panose="020B0603020202020204" pitchFamily="34" charset="0"/>
                </a:rPr>
                <a:t>Auto Finance</a:t>
              </a:r>
            </a:p>
          </p:txBody>
        </p:sp>
        <p:sp>
          <p:nvSpPr>
            <p:cNvPr id="111" name="TextBox 110">
              <a:extLst>
                <a:ext uri="{FF2B5EF4-FFF2-40B4-BE49-F238E27FC236}">
                  <a16:creationId xmlns:a16="http://schemas.microsoft.com/office/drawing/2014/main" id="{F21E9EBC-CE74-45C5-A413-B99201EEBCBF}"/>
                </a:ext>
              </a:extLst>
            </p:cNvPr>
            <p:cNvSpPr txBox="1"/>
            <p:nvPr/>
          </p:nvSpPr>
          <p:spPr>
            <a:xfrm>
              <a:off x="4911624" y="1998945"/>
              <a:ext cx="309656" cy="57708"/>
            </a:xfrm>
            <a:prstGeom prst="rect">
              <a:avLst/>
            </a:prstGeom>
            <a:noFill/>
          </p:spPr>
          <p:txBody>
            <a:bodyPr wrap="square" lIns="0" tIns="0" rIns="0" bIns="0" rtlCol="0" anchor="ctr">
              <a:spAutoFit/>
            </a:bodyPr>
            <a:lstStyle/>
            <a:p>
              <a:pPr algn="ctr" defTabSz="685800" fontAlgn="auto">
                <a:spcBef>
                  <a:spcPts val="0"/>
                </a:spcBef>
                <a:spcAft>
                  <a:spcPts val="450"/>
                </a:spcAft>
                <a:defRPr/>
              </a:pPr>
              <a:r>
                <a:rPr lang="en-US" sz="375" b="1" kern="0" dirty="0">
                  <a:solidFill>
                    <a:srgbClr val="0A7AF5"/>
                  </a:solidFill>
                  <a:latin typeface="Trebuchet MS" panose="020B0603020202020204" pitchFamily="34" charset="0"/>
                </a:rPr>
                <a:t>Mortgage</a:t>
              </a:r>
            </a:p>
          </p:txBody>
        </p:sp>
        <p:sp>
          <p:nvSpPr>
            <p:cNvPr id="112" name="TextBox 111">
              <a:extLst>
                <a:ext uri="{FF2B5EF4-FFF2-40B4-BE49-F238E27FC236}">
                  <a16:creationId xmlns:a16="http://schemas.microsoft.com/office/drawing/2014/main" id="{A186F34E-E9C1-4E3B-9316-79AD42C1EC2B}"/>
                </a:ext>
              </a:extLst>
            </p:cNvPr>
            <p:cNvSpPr txBox="1"/>
            <p:nvPr/>
          </p:nvSpPr>
          <p:spPr>
            <a:xfrm>
              <a:off x="4810685" y="2237683"/>
              <a:ext cx="309656" cy="115416"/>
            </a:xfrm>
            <a:prstGeom prst="rect">
              <a:avLst/>
            </a:prstGeom>
            <a:noFill/>
          </p:spPr>
          <p:txBody>
            <a:bodyPr wrap="square" lIns="0" tIns="0" rIns="0" bIns="0" rtlCol="0" anchor="ctr">
              <a:spAutoFit/>
            </a:bodyPr>
            <a:lstStyle/>
            <a:p>
              <a:pPr algn="ctr" defTabSz="685800" fontAlgn="auto">
                <a:spcBef>
                  <a:spcPts val="0"/>
                </a:spcBef>
                <a:spcAft>
                  <a:spcPts val="450"/>
                </a:spcAft>
                <a:defRPr/>
              </a:pPr>
              <a:r>
                <a:rPr lang="en-US" sz="375" b="1" kern="0" dirty="0">
                  <a:solidFill>
                    <a:srgbClr val="0A7AF5"/>
                  </a:solidFill>
                  <a:latin typeface="Trebuchet MS" panose="020B0603020202020204" pitchFamily="34" charset="0"/>
                </a:rPr>
                <a:t>Personal Loans</a:t>
              </a:r>
            </a:p>
          </p:txBody>
        </p:sp>
        <p:sp>
          <p:nvSpPr>
            <p:cNvPr id="117" name="AutoShape 14">
              <a:extLst>
                <a:ext uri="{FF2B5EF4-FFF2-40B4-BE49-F238E27FC236}">
                  <a16:creationId xmlns:a16="http://schemas.microsoft.com/office/drawing/2014/main" id="{3A6472BB-9D61-4840-B09E-448DC8FB0E76}"/>
                </a:ext>
              </a:extLst>
            </p:cNvPr>
            <p:cNvSpPr>
              <a:spLocks noChangeArrowheads="1"/>
            </p:cNvSpPr>
            <p:nvPr/>
          </p:nvSpPr>
          <p:spPr bwMode="auto">
            <a:xfrm>
              <a:off x="4281399" y="1792038"/>
              <a:ext cx="2399779" cy="756727"/>
            </a:xfrm>
            <a:prstGeom prst="chevron">
              <a:avLst>
                <a:gd name="adj" fmla="val 28868"/>
              </a:avLst>
            </a:prstGeom>
            <a:noFill/>
            <a:ln w="19050" cap="flat" cmpd="sng" algn="ctr">
              <a:solidFill>
                <a:srgbClr val="00C6DB"/>
              </a:solidFill>
              <a:prstDash val="solid"/>
            </a:ln>
            <a:effectLst/>
          </p:spPr>
          <p:txBody>
            <a:bodyPr rtlCol="0" anchor="t"/>
            <a:lstStyle/>
            <a:p>
              <a:pPr algn="ctr" defTabSz="685800" fontAlgn="auto">
                <a:spcBef>
                  <a:spcPts val="0"/>
                </a:spcBef>
                <a:spcAft>
                  <a:spcPts val="0"/>
                </a:spcAft>
                <a:defRPr/>
              </a:pPr>
              <a:r>
                <a:rPr lang="de-DE" altLang="en-US" sz="900" b="1" kern="0" dirty="0">
                  <a:solidFill>
                    <a:srgbClr val="2F539C"/>
                  </a:solidFill>
                  <a:latin typeface="Trebuchet MS" panose="020B0603020202020204" pitchFamily="34" charset="0"/>
                  <a:ea typeface="+mn-ea"/>
                  <a:cs typeface="Avenir Book"/>
                </a:rPr>
                <a:t>Personalized Pricing</a:t>
              </a:r>
            </a:p>
          </p:txBody>
        </p:sp>
      </p:grpSp>
      <p:grpSp>
        <p:nvGrpSpPr>
          <p:cNvPr id="5" name="Group 4">
            <a:extLst>
              <a:ext uri="{FF2B5EF4-FFF2-40B4-BE49-F238E27FC236}">
                <a16:creationId xmlns:a16="http://schemas.microsoft.com/office/drawing/2014/main" id="{01D6286F-FDB8-D143-81E7-1E3B3F2297CB}"/>
              </a:ext>
            </a:extLst>
          </p:cNvPr>
          <p:cNvGrpSpPr/>
          <p:nvPr/>
        </p:nvGrpSpPr>
        <p:grpSpPr>
          <a:xfrm>
            <a:off x="2012995" y="1574921"/>
            <a:ext cx="2399779" cy="984395"/>
            <a:chOff x="2012995" y="1574921"/>
            <a:chExt cx="2399779" cy="984395"/>
          </a:xfrm>
        </p:grpSpPr>
        <p:cxnSp>
          <p:nvCxnSpPr>
            <p:cNvPr id="78" name="Straight Connector 77">
              <a:extLst>
                <a:ext uri="{FF2B5EF4-FFF2-40B4-BE49-F238E27FC236}">
                  <a16:creationId xmlns:a16="http://schemas.microsoft.com/office/drawing/2014/main" id="{717FE5AD-6123-461B-8D87-086C692D4BAF}"/>
                </a:ext>
              </a:extLst>
            </p:cNvPr>
            <p:cNvCxnSpPr/>
            <p:nvPr/>
          </p:nvCxnSpPr>
          <p:spPr bwMode="auto">
            <a:xfrm>
              <a:off x="2112765" y="1574921"/>
              <a:ext cx="2117986" cy="0"/>
            </a:xfrm>
            <a:prstGeom prst="line">
              <a:avLst/>
            </a:prstGeom>
            <a:solidFill>
              <a:srgbClr val="2F539C"/>
            </a:solidFill>
            <a:ln w="28575" cap="flat" cmpd="sng" algn="ctr">
              <a:solidFill>
                <a:srgbClr val="FFFFFF"/>
              </a:solidFill>
              <a:prstDash val="solid"/>
              <a:round/>
              <a:headEnd type="oval" w="lg" len="lg"/>
              <a:tailEnd type="oval" w="lg" len="lg"/>
            </a:ln>
            <a:effectLst/>
          </p:spPr>
        </p:cxnSp>
        <p:sp>
          <p:nvSpPr>
            <p:cNvPr id="116" name="AutoShape 13">
              <a:extLst>
                <a:ext uri="{FF2B5EF4-FFF2-40B4-BE49-F238E27FC236}">
                  <a16:creationId xmlns:a16="http://schemas.microsoft.com/office/drawing/2014/main" id="{49714792-20D0-41B1-BC10-54DCEA4A49ED}"/>
                </a:ext>
              </a:extLst>
            </p:cNvPr>
            <p:cNvSpPr>
              <a:spLocks noChangeArrowheads="1"/>
            </p:cNvSpPr>
            <p:nvPr/>
          </p:nvSpPr>
          <p:spPr bwMode="auto">
            <a:xfrm>
              <a:off x="2012995" y="1792038"/>
              <a:ext cx="2399779" cy="767278"/>
            </a:xfrm>
            <a:prstGeom prst="homePlate">
              <a:avLst>
                <a:gd name="adj" fmla="val 28868"/>
              </a:avLst>
            </a:prstGeom>
            <a:noFill/>
            <a:ln w="19050" cap="flat" cmpd="sng" algn="ctr">
              <a:solidFill>
                <a:srgbClr val="2586DF"/>
              </a:solidFill>
              <a:prstDash val="solid"/>
            </a:ln>
            <a:effectLst/>
          </p:spPr>
          <p:txBody>
            <a:bodyPr rtlCol="0" anchor="t"/>
            <a:lstStyle/>
            <a:p>
              <a:pPr algn="ctr" defTabSz="685800" fontAlgn="auto">
                <a:spcBef>
                  <a:spcPts val="0"/>
                </a:spcBef>
                <a:spcAft>
                  <a:spcPts val="0"/>
                </a:spcAft>
                <a:defRPr/>
              </a:pPr>
              <a:r>
                <a:rPr lang="de-DE" altLang="en-US" sz="900" b="1" kern="0" dirty="0">
                  <a:solidFill>
                    <a:srgbClr val="2F539C"/>
                  </a:solidFill>
                  <a:latin typeface="Trebuchet MS" panose="020B0603020202020204" pitchFamily="34" charset="0"/>
                  <a:ea typeface="+mn-ea"/>
                  <a:cs typeface="Avenir Book"/>
                </a:rPr>
                <a:t>Product Centric Pricing</a:t>
              </a:r>
            </a:p>
          </p:txBody>
        </p:sp>
        <p:pic>
          <p:nvPicPr>
            <p:cNvPr id="118" name="Picture 117" descr="backofficeAnalytics-07.png">
              <a:extLst>
                <a:ext uri="{FF2B5EF4-FFF2-40B4-BE49-F238E27FC236}">
                  <a16:creationId xmlns:a16="http://schemas.microsoft.com/office/drawing/2014/main" id="{5757778D-3897-47C5-A6C6-002296D69331}"/>
                </a:ext>
              </a:extLst>
            </p:cNvPr>
            <p:cNvPicPr>
              <a:picLocks noChangeAspect="1"/>
            </p:cNvPicPr>
            <p:nvPr/>
          </p:nvPicPr>
          <p:blipFill rotWithShape="1">
            <a:blip r:embed="rId5">
              <a:duotone>
                <a:prstClr val="black"/>
                <a:srgbClr val="2F539C">
                  <a:tint val="45000"/>
                  <a:satMod val="400000"/>
                </a:srgbClr>
              </a:duotone>
              <a:extLst>
                <a:ext uri="{28A0092B-C50C-407E-A947-70E740481C1C}">
                  <a14:useLocalDpi xmlns:a14="http://schemas.microsoft.com/office/drawing/2010/main"/>
                </a:ext>
              </a:extLst>
            </a:blip>
            <a:srcRect/>
            <a:stretch/>
          </p:blipFill>
          <p:spPr>
            <a:xfrm>
              <a:off x="2682960" y="2305642"/>
              <a:ext cx="187552" cy="202027"/>
            </a:xfrm>
            <a:prstGeom prst="rect">
              <a:avLst/>
            </a:prstGeom>
          </p:spPr>
        </p:pic>
        <p:pic>
          <p:nvPicPr>
            <p:cNvPr id="119" name="Picture 118">
              <a:extLst>
                <a:ext uri="{FF2B5EF4-FFF2-40B4-BE49-F238E27FC236}">
                  <a16:creationId xmlns:a16="http://schemas.microsoft.com/office/drawing/2014/main" id="{55B63084-5572-43F1-BE1A-EC3DE3F79060}"/>
                </a:ext>
              </a:extLst>
            </p:cNvPr>
            <p:cNvPicPr>
              <a:picLocks noChangeAspect="1"/>
            </p:cNvPicPr>
            <p:nvPr/>
          </p:nvPicPr>
          <p:blipFill>
            <a:blip r:embed="rId6">
              <a:duotone>
                <a:srgbClr val="117ACA">
                  <a:shade val="45000"/>
                  <a:satMod val="135000"/>
                </a:srgbClr>
                <a:prstClr val="white"/>
              </a:duotone>
            </a:blip>
            <a:stretch>
              <a:fillRect/>
            </a:stretch>
          </p:blipFill>
          <p:spPr>
            <a:xfrm>
              <a:off x="2721288" y="2208458"/>
              <a:ext cx="110898" cy="98249"/>
            </a:xfrm>
            <a:prstGeom prst="rect">
              <a:avLst/>
            </a:prstGeom>
          </p:spPr>
        </p:pic>
        <p:sp>
          <p:nvSpPr>
            <p:cNvPr id="120" name="TextBox 119">
              <a:extLst>
                <a:ext uri="{FF2B5EF4-FFF2-40B4-BE49-F238E27FC236}">
                  <a16:creationId xmlns:a16="http://schemas.microsoft.com/office/drawing/2014/main" id="{209C7E12-499C-40F3-8A50-01896FAB25D3}"/>
                </a:ext>
              </a:extLst>
            </p:cNvPr>
            <p:cNvSpPr txBox="1"/>
            <p:nvPr/>
          </p:nvSpPr>
          <p:spPr>
            <a:xfrm>
              <a:off x="2626910" y="2135717"/>
              <a:ext cx="299651" cy="96818"/>
            </a:xfrm>
            <a:prstGeom prst="rect">
              <a:avLst/>
            </a:prstGeom>
            <a:noFill/>
          </p:spPr>
          <p:txBody>
            <a:bodyPr wrap="square" lIns="0" tIns="0" rIns="0" bIns="0" rtlCol="0" anchor="ctr">
              <a:noAutofit/>
            </a:bodyPr>
            <a:lstStyle/>
            <a:p>
              <a:pPr algn="ctr" defTabSz="685800" fontAlgn="auto">
                <a:spcBef>
                  <a:spcPts val="0"/>
                </a:spcBef>
                <a:spcAft>
                  <a:spcPts val="450"/>
                </a:spcAft>
                <a:defRPr/>
              </a:pPr>
              <a:r>
                <a:rPr lang="en-US" sz="375" b="1" kern="0" dirty="0">
                  <a:solidFill>
                    <a:srgbClr val="0A7AF5"/>
                  </a:solidFill>
                  <a:latin typeface="Trebuchet MS" panose="020B0603020202020204" pitchFamily="34" charset="0"/>
                </a:rPr>
                <a:t>Mortgage</a:t>
              </a:r>
            </a:p>
          </p:txBody>
        </p:sp>
        <p:sp>
          <p:nvSpPr>
            <p:cNvPr id="121" name="Cylinder 113">
              <a:extLst>
                <a:ext uri="{FF2B5EF4-FFF2-40B4-BE49-F238E27FC236}">
                  <a16:creationId xmlns:a16="http://schemas.microsoft.com/office/drawing/2014/main" id="{AB9CBC2D-993D-4EE6-B274-0E5E9B8FFCE8}"/>
                </a:ext>
              </a:extLst>
            </p:cNvPr>
            <p:cNvSpPr/>
            <p:nvPr/>
          </p:nvSpPr>
          <p:spPr>
            <a:xfrm>
              <a:off x="2628024" y="2074335"/>
              <a:ext cx="297426" cy="402575"/>
            </a:xfrm>
            <a:prstGeom prst="can">
              <a:avLst/>
            </a:prstGeom>
            <a:noFill/>
            <a:ln w="12700" cap="flat" cmpd="sng" algn="ctr">
              <a:solidFill>
                <a:srgbClr val="2F539C">
                  <a:lumMod val="60000"/>
                  <a:lumOff val="40000"/>
                </a:srgbClr>
              </a:solidFill>
              <a:prstDash val="solid"/>
            </a:ln>
            <a:effectLst/>
          </p:spPr>
          <p:txBody>
            <a:bodyPr lIns="0" tIns="0" rIns="0" bIns="0" rtlCol="0" anchor="ctr"/>
            <a:lstStyle/>
            <a:p>
              <a:pPr algn="ctr" defTabSz="685800" fontAlgn="auto">
                <a:spcBef>
                  <a:spcPts val="0"/>
                </a:spcBef>
                <a:spcAft>
                  <a:spcPts val="450"/>
                </a:spcAft>
                <a:defRPr/>
              </a:pPr>
              <a:endParaRPr lang="en-US" sz="1050" kern="0" dirty="0">
                <a:solidFill>
                  <a:srgbClr val="FFFFFF"/>
                </a:solidFill>
                <a:latin typeface="Arial"/>
                <a:ea typeface="+mn-ea"/>
                <a:cs typeface="+mn-cs"/>
              </a:endParaRPr>
            </a:p>
          </p:txBody>
        </p:sp>
        <p:pic>
          <p:nvPicPr>
            <p:cNvPr id="122" name="Picture 121" descr="backofficeAnalytics-07.png">
              <a:extLst>
                <a:ext uri="{FF2B5EF4-FFF2-40B4-BE49-F238E27FC236}">
                  <a16:creationId xmlns:a16="http://schemas.microsoft.com/office/drawing/2014/main" id="{D521EBC6-D7B0-458C-841E-6F975A1CAAFC}"/>
                </a:ext>
              </a:extLst>
            </p:cNvPr>
            <p:cNvPicPr>
              <a:picLocks noChangeAspect="1"/>
            </p:cNvPicPr>
            <p:nvPr/>
          </p:nvPicPr>
          <p:blipFill rotWithShape="1">
            <a:blip r:embed="rId5">
              <a:duotone>
                <a:prstClr val="black"/>
                <a:srgbClr val="2F539C">
                  <a:tint val="45000"/>
                  <a:satMod val="400000"/>
                </a:srgbClr>
              </a:duotone>
              <a:extLst>
                <a:ext uri="{28A0092B-C50C-407E-A947-70E740481C1C}">
                  <a14:useLocalDpi xmlns:a14="http://schemas.microsoft.com/office/drawing/2010/main"/>
                </a:ext>
              </a:extLst>
            </a:blip>
            <a:srcRect/>
            <a:stretch/>
          </p:blipFill>
          <p:spPr>
            <a:xfrm>
              <a:off x="2333203" y="2305642"/>
              <a:ext cx="187552" cy="202027"/>
            </a:xfrm>
            <a:prstGeom prst="rect">
              <a:avLst/>
            </a:prstGeom>
          </p:spPr>
        </p:pic>
        <p:sp>
          <p:nvSpPr>
            <p:cNvPr id="123" name="TextBox 122">
              <a:extLst>
                <a:ext uri="{FF2B5EF4-FFF2-40B4-BE49-F238E27FC236}">
                  <a16:creationId xmlns:a16="http://schemas.microsoft.com/office/drawing/2014/main" id="{FC605AAE-C90F-4A7D-AEE8-9CCE4EECA60F}"/>
                </a:ext>
              </a:extLst>
            </p:cNvPr>
            <p:cNvSpPr txBox="1"/>
            <p:nvPr/>
          </p:nvSpPr>
          <p:spPr>
            <a:xfrm>
              <a:off x="2277153" y="2135717"/>
              <a:ext cx="299651" cy="96818"/>
            </a:xfrm>
            <a:prstGeom prst="rect">
              <a:avLst/>
            </a:prstGeom>
            <a:noFill/>
          </p:spPr>
          <p:txBody>
            <a:bodyPr wrap="square" lIns="0" tIns="0" rIns="0" bIns="0" rtlCol="0" anchor="ctr">
              <a:noAutofit/>
            </a:bodyPr>
            <a:lstStyle/>
            <a:p>
              <a:pPr algn="ctr" defTabSz="685800" fontAlgn="auto">
                <a:spcBef>
                  <a:spcPts val="0"/>
                </a:spcBef>
                <a:spcAft>
                  <a:spcPts val="450"/>
                </a:spcAft>
                <a:defRPr/>
              </a:pPr>
              <a:r>
                <a:rPr lang="en-US" sz="375" b="1" kern="0" dirty="0">
                  <a:solidFill>
                    <a:srgbClr val="0A7AF5"/>
                  </a:solidFill>
                  <a:latin typeface="Trebuchet MS" panose="020B0603020202020204" pitchFamily="34" charset="0"/>
                </a:rPr>
                <a:t>UPL</a:t>
              </a:r>
            </a:p>
          </p:txBody>
        </p:sp>
        <p:sp>
          <p:nvSpPr>
            <p:cNvPr id="124" name="Cylinder 116">
              <a:extLst>
                <a:ext uri="{FF2B5EF4-FFF2-40B4-BE49-F238E27FC236}">
                  <a16:creationId xmlns:a16="http://schemas.microsoft.com/office/drawing/2014/main" id="{5D0C7226-4AE2-427D-8391-DD263CA035DE}"/>
                </a:ext>
              </a:extLst>
            </p:cNvPr>
            <p:cNvSpPr/>
            <p:nvPr/>
          </p:nvSpPr>
          <p:spPr>
            <a:xfrm>
              <a:off x="2278265" y="2074335"/>
              <a:ext cx="297426" cy="402575"/>
            </a:xfrm>
            <a:prstGeom prst="can">
              <a:avLst/>
            </a:prstGeom>
            <a:noFill/>
            <a:ln w="12700" cap="flat" cmpd="sng" algn="ctr">
              <a:solidFill>
                <a:srgbClr val="2F539C">
                  <a:lumMod val="60000"/>
                  <a:lumOff val="40000"/>
                </a:srgbClr>
              </a:solidFill>
              <a:prstDash val="solid"/>
            </a:ln>
            <a:effectLst/>
          </p:spPr>
          <p:txBody>
            <a:bodyPr lIns="0" tIns="0" rIns="0" bIns="0" rtlCol="0" anchor="ctr"/>
            <a:lstStyle/>
            <a:p>
              <a:pPr algn="ctr" defTabSz="685800" fontAlgn="auto">
                <a:spcBef>
                  <a:spcPts val="0"/>
                </a:spcBef>
                <a:spcAft>
                  <a:spcPts val="450"/>
                </a:spcAft>
                <a:defRPr/>
              </a:pPr>
              <a:endParaRPr lang="en-US" sz="1050" kern="0" dirty="0">
                <a:solidFill>
                  <a:srgbClr val="FFFFFF"/>
                </a:solidFill>
                <a:latin typeface="Arial"/>
                <a:ea typeface="+mn-ea"/>
                <a:cs typeface="+mn-cs"/>
              </a:endParaRPr>
            </a:p>
          </p:txBody>
        </p:sp>
        <p:pic>
          <p:nvPicPr>
            <p:cNvPr id="125" name="Picture 124">
              <a:extLst>
                <a:ext uri="{FF2B5EF4-FFF2-40B4-BE49-F238E27FC236}">
                  <a16:creationId xmlns:a16="http://schemas.microsoft.com/office/drawing/2014/main" id="{BFB1069F-4218-4504-ACE7-F9AD41682F79}"/>
                </a:ext>
              </a:extLst>
            </p:cNvPr>
            <p:cNvPicPr>
              <a:picLocks noChangeAspect="1"/>
            </p:cNvPicPr>
            <p:nvPr/>
          </p:nvPicPr>
          <p:blipFill>
            <a:blip r:embed="rId9">
              <a:duotone>
                <a:srgbClr val="117ACA">
                  <a:shade val="45000"/>
                  <a:satMod val="135000"/>
                </a:srgbClr>
                <a:prstClr val="white"/>
              </a:duotone>
            </a:blip>
            <a:stretch>
              <a:fillRect/>
            </a:stretch>
          </p:blipFill>
          <p:spPr>
            <a:xfrm>
              <a:off x="2374980" y="2208458"/>
              <a:ext cx="103996" cy="98249"/>
            </a:xfrm>
            <a:prstGeom prst="rect">
              <a:avLst/>
            </a:prstGeom>
          </p:spPr>
        </p:pic>
        <p:pic>
          <p:nvPicPr>
            <p:cNvPr id="126" name="Picture 125" descr="backofficeAnalytics-07.png">
              <a:extLst>
                <a:ext uri="{FF2B5EF4-FFF2-40B4-BE49-F238E27FC236}">
                  <a16:creationId xmlns:a16="http://schemas.microsoft.com/office/drawing/2014/main" id="{E2E21B5D-38F7-4DC1-867A-ECEE153EF077}"/>
                </a:ext>
              </a:extLst>
            </p:cNvPr>
            <p:cNvPicPr>
              <a:picLocks noChangeAspect="1"/>
            </p:cNvPicPr>
            <p:nvPr/>
          </p:nvPicPr>
          <p:blipFill rotWithShape="1">
            <a:blip r:embed="rId5">
              <a:duotone>
                <a:prstClr val="black"/>
                <a:srgbClr val="2F539C">
                  <a:tint val="45000"/>
                  <a:satMod val="400000"/>
                </a:srgbClr>
              </a:duotone>
              <a:extLst>
                <a:ext uri="{28A0092B-C50C-407E-A947-70E740481C1C}">
                  <a14:useLocalDpi xmlns:a14="http://schemas.microsoft.com/office/drawing/2010/main"/>
                </a:ext>
              </a:extLst>
            </a:blip>
            <a:srcRect/>
            <a:stretch/>
          </p:blipFill>
          <p:spPr>
            <a:xfrm>
              <a:off x="3032719" y="2305642"/>
              <a:ext cx="187551" cy="202027"/>
            </a:xfrm>
            <a:prstGeom prst="rect">
              <a:avLst/>
            </a:prstGeom>
          </p:spPr>
        </p:pic>
        <p:sp>
          <p:nvSpPr>
            <p:cNvPr id="127" name="TextBox 126">
              <a:extLst>
                <a:ext uri="{FF2B5EF4-FFF2-40B4-BE49-F238E27FC236}">
                  <a16:creationId xmlns:a16="http://schemas.microsoft.com/office/drawing/2014/main" id="{B06D9A06-CDC7-4E88-9174-4972EA7BE027}"/>
                </a:ext>
              </a:extLst>
            </p:cNvPr>
            <p:cNvSpPr txBox="1"/>
            <p:nvPr/>
          </p:nvSpPr>
          <p:spPr>
            <a:xfrm>
              <a:off x="2976669" y="2135717"/>
              <a:ext cx="299651" cy="96818"/>
            </a:xfrm>
            <a:prstGeom prst="rect">
              <a:avLst/>
            </a:prstGeom>
            <a:noFill/>
          </p:spPr>
          <p:txBody>
            <a:bodyPr wrap="square" lIns="0" tIns="0" rIns="0" bIns="0" rtlCol="0" anchor="ctr">
              <a:noAutofit/>
            </a:bodyPr>
            <a:lstStyle/>
            <a:p>
              <a:pPr algn="ctr" defTabSz="685800" fontAlgn="auto">
                <a:spcBef>
                  <a:spcPts val="0"/>
                </a:spcBef>
                <a:spcAft>
                  <a:spcPts val="450"/>
                </a:spcAft>
                <a:defRPr/>
              </a:pPr>
              <a:r>
                <a:rPr lang="en-US" sz="375" b="1" kern="0" dirty="0">
                  <a:solidFill>
                    <a:srgbClr val="0A7AF5"/>
                  </a:solidFill>
                  <a:latin typeface="Trebuchet MS" panose="020B0603020202020204" pitchFamily="34" charset="0"/>
                </a:rPr>
                <a:t>Auto Finance</a:t>
              </a:r>
              <a:endParaRPr lang="en-US" sz="525" b="1" kern="0" dirty="0">
                <a:solidFill>
                  <a:srgbClr val="0A7AF5"/>
                </a:solidFill>
                <a:latin typeface="Trebuchet MS" panose="020B0603020202020204" pitchFamily="34" charset="0"/>
              </a:endParaRPr>
            </a:p>
          </p:txBody>
        </p:sp>
        <p:sp>
          <p:nvSpPr>
            <p:cNvPr id="128" name="Cylinder 120">
              <a:extLst>
                <a:ext uri="{FF2B5EF4-FFF2-40B4-BE49-F238E27FC236}">
                  <a16:creationId xmlns:a16="http://schemas.microsoft.com/office/drawing/2014/main" id="{8F5755EC-D253-49C3-BF6F-72E1F639BAD2}"/>
                </a:ext>
              </a:extLst>
            </p:cNvPr>
            <p:cNvSpPr/>
            <p:nvPr/>
          </p:nvSpPr>
          <p:spPr>
            <a:xfrm>
              <a:off x="2977781" y="2074335"/>
              <a:ext cx="297426" cy="402575"/>
            </a:xfrm>
            <a:prstGeom prst="can">
              <a:avLst/>
            </a:prstGeom>
            <a:noFill/>
            <a:ln w="12700" cap="flat" cmpd="sng" algn="ctr">
              <a:solidFill>
                <a:srgbClr val="2F539C">
                  <a:lumMod val="60000"/>
                  <a:lumOff val="40000"/>
                </a:srgbClr>
              </a:solidFill>
              <a:prstDash val="solid"/>
            </a:ln>
            <a:effectLst/>
          </p:spPr>
          <p:txBody>
            <a:bodyPr lIns="0" tIns="0" rIns="0" bIns="0" rtlCol="0" anchor="ctr"/>
            <a:lstStyle/>
            <a:p>
              <a:pPr algn="ctr" defTabSz="685800" fontAlgn="auto">
                <a:spcBef>
                  <a:spcPts val="0"/>
                </a:spcBef>
                <a:spcAft>
                  <a:spcPts val="450"/>
                </a:spcAft>
                <a:defRPr/>
              </a:pPr>
              <a:endParaRPr lang="en-US" sz="1050" kern="0" dirty="0">
                <a:solidFill>
                  <a:srgbClr val="FFFFFF"/>
                </a:solidFill>
                <a:latin typeface="Arial"/>
                <a:ea typeface="+mn-ea"/>
                <a:cs typeface="+mn-cs"/>
              </a:endParaRPr>
            </a:p>
          </p:txBody>
        </p:sp>
        <p:pic>
          <p:nvPicPr>
            <p:cNvPr id="129" name="Picture 128">
              <a:extLst>
                <a:ext uri="{FF2B5EF4-FFF2-40B4-BE49-F238E27FC236}">
                  <a16:creationId xmlns:a16="http://schemas.microsoft.com/office/drawing/2014/main" id="{BD258B02-3816-44F9-9288-3818D69696D3}"/>
                </a:ext>
              </a:extLst>
            </p:cNvPr>
            <p:cNvPicPr>
              <a:picLocks noChangeAspect="1"/>
            </p:cNvPicPr>
            <p:nvPr/>
          </p:nvPicPr>
          <p:blipFill>
            <a:blip r:embed="rId7">
              <a:duotone>
                <a:srgbClr val="117ACA">
                  <a:shade val="45000"/>
                  <a:satMod val="135000"/>
                </a:srgbClr>
                <a:prstClr val="white"/>
              </a:duotone>
            </a:blip>
            <a:stretch>
              <a:fillRect/>
            </a:stretch>
          </p:blipFill>
          <p:spPr>
            <a:xfrm>
              <a:off x="3071100" y="2218283"/>
              <a:ext cx="110790" cy="78599"/>
            </a:xfrm>
            <a:prstGeom prst="rect">
              <a:avLst/>
            </a:prstGeom>
          </p:spPr>
        </p:pic>
        <p:pic>
          <p:nvPicPr>
            <p:cNvPr id="130" name="Picture 129" descr="backofficeAnalytics-07.png">
              <a:extLst>
                <a:ext uri="{FF2B5EF4-FFF2-40B4-BE49-F238E27FC236}">
                  <a16:creationId xmlns:a16="http://schemas.microsoft.com/office/drawing/2014/main" id="{3EB72EF7-4DD0-464F-935B-F1CC275B903F}"/>
                </a:ext>
              </a:extLst>
            </p:cNvPr>
            <p:cNvPicPr>
              <a:picLocks noChangeAspect="1"/>
            </p:cNvPicPr>
            <p:nvPr/>
          </p:nvPicPr>
          <p:blipFill rotWithShape="1">
            <a:blip r:embed="rId5">
              <a:duotone>
                <a:prstClr val="black"/>
                <a:srgbClr val="2F539C">
                  <a:tint val="45000"/>
                  <a:satMod val="400000"/>
                </a:srgbClr>
              </a:duotone>
              <a:extLst>
                <a:ext uri="{28A0092B-C50C-407E-A947-70E740481C1C}">
                  <a14:useLocalDpi xmlns:a14="http://schemas.microsoft.com/office/drawing/2010/main"/>
                </a:ext>
              </a:extLst>
            </a:blip>
            <a:srcRect/>
            <a:stretch/>
          </p:blipFill>
          <p:spPr>
            <a:xfrm>
              <a:off x="3732123" y="2305642"/>
              <a:ext cx="187551" cy="202027"/>
            </a:xfrm>
            <a:prstGeom prst="rect">
              <a:avLst/>
            </a:prstGeom>
          </p:spPr>
        </p:pic>
        <p:sp>
          <p:nvSpPr>
            <p:cNvPr id="131" name="TextBox 130">
              <a:extLst>
                <a:ext uri="{FF2B5EF4-FFF2-40B4-BE49-F238E27FC236}">
                  <a16:creationId xmlns:a16="http://schemas.microsoft.com/office/drawing/2014/main" id="{52C10ECF-133A-4429-AFF5-E6D50AE7B184}"/>
                </a:ext>
              </a:extLst>
            </p:cNvPr>
            <p:cNvSpPr txBox="1"/>
            <p:nvPr/>
          </p:nvSpPr>
          <p:spPr>
            <a:xfrm>
              <a:off x="3676072" y="2135717"/>
              <a:ext cx="299651" cy="96818"/>
            </a:xfrm>
            <a:prstGeom prst="rect">
              <a:avLst/>
            </a:prstGeom>
            <a:noFill/>
          </p:spPr>
          <p:txBody>
            <a:bodyPr wrap="square" lIns="0" tIns="0" rIns="0" bIns="0" rtlCol="0" anchor="ctr">
              <a:noAutofit/>
            </a:bodyPr>
            <a:lstStyle/>
            <a:p>
              <a:pPr algn="ctr" defTabSz="685800" fontAlgn="auto">
                <a:spcBef>
                  <a:spcPts val="0"/>
                </a:spcBef>
                <a:spcAft>
                  <a:spcPts val="450"/>
                </a:spcAft>
                <a:defRPr/>
              </a:pPr>
              <a:r>
                <a:rPr lang="en-US" sz="375" b="1" kern="0" dirty="0">
                  <a:solidFill>
                    <a:srgbClr val="0A7AF5"/>
                  </a:solidFill>
                  <a:latin typeface="Trebuchet MS" panose="020B0603020202020204" pitchFamily="34" charset="0"/>
                </a:rPr>
                <a:t>Deposits</a:t>
              </a:r>
              <a:endParaRPr lang="en-US" sz="525" b="1" kern="0" dirty="0">
                <a:solidFill>
                  <a:srgbClr val="0A7AF5"/>
                </a:solidFill>
                <a:latin typeface="Trebuchet MS" panose="020B0603020202020204" pitchFamily="34" charset="0"/>
              </a:endParaRPr>
            </a:p>
          </p:txBody>
        </p:sp>
        <p:sp>
          <p:nvSpPr>
            <p:cNvPr id="132" name="Cylinder 124">
              <a:extLst>
                <a:ext uri="{FF2B5EF4-FFF2-40B4-BE49-F238E27FC236}">
                  <a16:creationId xmlns:a16="http://schemas.microsoft.com/office/drawing/2014/main" id="{530FB52D-ECE8-4820-A174-422AEE64D922}"/>
                </a:ext>
              </a:extLst>
            </p:cNvPr>
            <p:cNvSpPr/>
            <p:nvPr/>
          </p:nvSpPr>
          <p:spPr>
            <a:xfrm>
              <a:off x="3677185" y="2074335"/>
              <a:ext cx="297426" cy="402575"/>
            </a:xfrm>
            <a:prstGeom prst="can">
              <a:avLst/>
            </a:prstGeom>
            <a:noFill/>
            <a:ln w="12700" cap="flat" cmpd="sng" algn="ctr">
              <a:solidFill>
                <a:srgbClr val="2F539C">
                  <a:lumMod val="60000"/>
                  <a:lumOff val="40000"/>
                </a:srgbClr>
              </a:solidFill>
              <a:prstDash val="solid"/>
            </a:ln>
            <a:effectLst/>
          </p:spPr>
          <p:txBody>
            <a:bodyPr lIns="0" tIns="0" rIns="0" bIns="0" rtlCol="0" anchor="ctr"/>
            <a:lstStyle/>
            <a:p>
              <a:pPr algn="ctr" defTabSz="685800" fontAlgn="auto">
                <a:spcBef>
                  <a:spcPts val="0"/>
                </a:spcBef>
                <a:spcAft>
                  <a:spcPts val="450"/>
                </a:spcAft>
                <a:defRPr/>
              </a:pPr>
              <a:endParaRPr lang="en-US" sz="1050" kern="0" dirty="0">
                <a:solidFill>
                  <a:srgbClr val="FFFFFF"/>
                </a:solidFill>
                <a:latin typeface="Arial"/>
                <a:ea typeface="+mn-ea"/>
                <a:cs typeface="+mn-cs"/>
              </a:endParaRPr>
            </a:p>
          </p:txBody>
        </p:sp>
        <p:pic>
          <p:nvPicPr>
            <p:cNvPr id="133" name="Picture 132">
              <a:extLst>
                <a:ext uri="{FF2B5EF4-FFF2-40B4-BE49-F238E27FC236}">
                  <a16:creationId xmlns:a16="http://schemas.microsoft.com/office/drawing/2014/main" id="{CFA225AA-9650-4DB8-910C-D691AEFA8C12}"/>
                </a:ext>
              </a:extLst>
            </p:cNvPr>
            <p:cNvPicPr>
              <a:picLocks noChangeAspect="1"/>
            </p:cNvPicPr>
            <p:nvPr/>
          </p:nvPicPr>
          <p:blipFill>
            <a:blip r:embed="rId8">
              <a:duotone>
                <a:srgbClr val="117ACA">
                  <a:shade val="45000"/>
                  <a:satMod val="135000"/>
                </a:srgbClr>
                <a:prstClr val="white"/>
              </a:duotone>
            </a:blip>
            <a:stretch>
              <a:fillRect/>
            </a:stretch>
          </p:blipFill>
          <p:spPr>
            <a:xfrm>
              <a:off x="3785308" y="2208458"/>
              <a:ext cx="81181" cy="98249"/>
            </a:xfrm>
            <a:prstGeom prst="rect">
              <a:avLst/>
            </a:prstGeom>
          </p:spPr>
        </p:pic>
        <p:pic>
          <p:nvPicPr>
            <p:cNvPr id="134" name="Picture 133" descr="backofficeAnalytics-07.png">
              <a:extLst>
                <a:ext uri="{FF2B5EF4-FFF2-40B4-BE49-F238E27FC236}">
                  <a16:creationId xmlns:a16="http://schemas.microsoft.com/office/drawing/2014/main" id="{3EE5F9BD-06D0-4B13-9D2C-10EDF743EFF9}"/>
                </a:ext>
              </a:extLst>
            </p:cNvPr>
            <p:cNvPicPr>
              <a:picLocks noChangeAspect="1"/>
            </p:cNvPicPr>
            <p:nvPr/>
          </p:nvPicPr>
          <p:blipFill rotWithShape="1">
            <a:blip r:embed="rId5">
              <a:duotone>
                <a:prstClr val="black"/>
                <a:srgbClr val="2F539C">
                  <a:tint val="45000"/>
                  <a:satMod val="400000"/>
                </a:srgbClr>
              </a:duotone>
              <a:extLst>
                <a:ext uri="{28A0092B-C50C-407E-A947-70E740481C1C}">
                  <a14:useLocalDpi xmlns:a14="http://schemas.microsoft.com/office/drawing/2010/main"/>
                </a:ext>
              </a:extLst>
            </a:blip>
            <a:srcRect/>
            <a:stretch/>
          </p:blipFill>
          <p:spPr>
            <a:xfrm>
              <a:off x="3382477" y="2305642"/>
              <a:ext cx="187552" cy="202027"/>
            </a:xfrm>
            <a:prstGeom prst="rect">
              <a:avLst/>
            </a:prstGeom>
          </p:spPr>
        </p:pic>
        <p:pic>
          <p:nvPicPr>
            <p:cNvPr id="135" name="Picture 134">
              <a:extLst>
                <a:ext uri="{FF2B5EF4-FFF2-40B4-BE49-F238E27FC236}">
                  <a16:creationId xmlns:a16="http://schemas.microsoft.com/office/drawing/2014/main" id="{1D3A1F5B-32B1-4B9C-9573-40D6EC062482}"/>
                </a:ext>
              </a:extLst>
            </p:cNvPr>
            <p:cNvPicPr>
              <a:picLocks noChangeAspect="1"/>
            </p:cNvPicPr>
            <p:nvPr/>
          </p:nvPicPr>
          <p:blipFill>
            <a:blip r:embed="rId6">
              <a:duotone>
                <a:srgbClr val="117ACA">
                  <a:shade val="45000"/>
                  <a:satMod val="135000"/>
                </a:srgbClr>
                <a:prstClr val="white"/>
              </a:duotone>
            </a:blip>
            <a:stretch>
              <a:fillRect/>
            </a:stretch>
          </p:blipFill>
          <p:spPr>
            <a:xfrm>
              <a:off x="3420804" y="2208458"/>
              <a:ext cx="110898" cy="98249"/>
            </a:xfrm>
            <a:prstGeom prst="rect">
              <a:avLst/>
            </a:prstGeom>
          </p:spPr>
        </p:pic>
        <p:sp>
          <p:nvSpPr>
            <p:cNvPr id="136" name="TextBox 135">
              <a:extLst>
                <a:ext uri="{FF2B5EF4-FFF2-40B4-BE49-F238E27FC236}">
                  <a16:creationId xmlns:a16="http://schemas.microsoft.com/office/drawing/2014/main" id="{C1B03894-5C78-4882-95E1-ED8482D789BF}"/>
                </a:ext>
              </a:extLst>
            </p:cNvPr>
            <p:cNvSpPr txBox="1"/>
            <p:nvPr/>
          </p:nvSpPr>
          <p:spPr>
            <a:xfrm>
              <a:off x="3326426" y="2135717"/>
              <a:ext cx="299651" cy="96818"/>
            </a:xfrm>
            <a:prstGeom prst="rect">
              <a:avLst/>
            </a:prstGeom>
            <a:noFill/>
          </p:spPr>
          <p:txBody>
            <a:bodyPr wrap="square" lIns="0" tIns="0" rIns="0" bIns="0" rtlCol="0" anchor="ctr">
              <a:noAutofit/>
            </a:bodyPr>
            <a:lstStyle/>
            <a:p>
              <a:pPr algn="ctr" defTabSz="685800" fontAlgn="auto">
                <a:spcBef>
                  <a:spcPts val="0"/>
                </a:spcBef>
                <a:spcAft>
                  <a:spcPts val="450"/>
                </a:spcAft>
                <a:defRPr/>
              </a:pPr>
              <a:r>
                <a:rPr lang="en-US" sz="375" b="1" kern="0" dirty="0">
                  <a:solidFill>
                    <a:srgbClr val="0A7AF5"/>
                  </a:solidFill>
                  <a:latin typeface="Trebuchet MS" panose="020B0603020202020204" pitchFamily="34" charset="0"/>
                </a:rPr>
                <a:t>Home Equity</a:t>
              </a:r>
            </a:p>
          </p:txBody>
        </p:sp>
        <p:sp>
          <p:nvSpPr>
            <p:cNvPr id="137" name="Cylinder 129">
              <a:extLst>
                <a:ext uri="{FF2B5EF4-FFF2-40B4-BE49-F238E27FC236}">
                  <a16:creationId xmlns:a16="http://schemas.microsoft.com/office/drawing/2014/main" id="{0CEC4573-645D-41F0-BA19-1252FF9C19CC}"/>
                </a:ext>
              </a:extLst>
            </p:cNvPr>
            <p:cNvSpPr/>
            <p:nvPr/>
          </p:nvSpPr>
          <p:spPr>
            <a:xfrm>
              <a:off x="3327539" y="2074335"/>
              <a:ext cx="297426" cy="402575"/>
            </a:xfrm>
            <a:prstGeom prst="can">
              <a:avLst/>
            </a:prstGeom>
            <a:noFill/>
            <a:ln w="12700" cap="flat" cmpd="sng" algn="ctr">
              <a:solidFill>
                <a:srgbClr val="2F539C">
                  <a:lumMod val="60000"/>
                  <a:lumOff val="40000"/>
                </a:srgbClr>
              </a:solidFill>
              <a:prstDash val="solid"/>
            </a:ln>
            <a:effectLst/>
          </p:spPr>
          <p:txBody>
            <a:bodyPr lIns="0" tIns="0" rIns="0" bIns="0" rtlCol="0" anchor="ctr"/>
            <a:lstStyle/>
            <a:p>
              <a:pPr algn="ctr" defTabSz="685800" fontAlgn="auto">
                <a:spcBef>
                  <a:spcPts val="0"/>
                </a:spcBef>
                <a:spcAft>
                  <a:spcPts val="450"/>
                </a:spcAft>
                <a:defRPr/>
              </a:pPr>
              <a:endParaRPr lang="en-US" sz="1050" kern="0" dirty="0">
                <a:solidFill>
                  <a:srgbClr val="FFFFFF"/>
                </a:solidFill>
                <a:latin typeface="Arial"/>
                <a:ea typeface="+mn-ea"/>
                <a:cs typeface="+mn-cs"/>
              </a:endParaRPr>
            </a:p>
          </p:txBody>
        </p:sp>
      </p:grpSp>
      <p:sp>
        <p:nvSpPr>
          <p:cNvPr id="146" name="Text Placeholder 2">
            <a:extLst>
              <a:ext uri="{FF2B5EF4-FFF2-40B4-BE49-F238E27FC236}">
                <a16:creationId xmlns:a16="http://schemas.microsoft.com/office/drawing/2014/main" id="{3F3AF47D-F4D8-45D8-B55B-1C14574604B6}"/>
              </a:ext>
            </a:extLst>
          </p:cNvPr>
          <p:cNvSpPr txBox="1">
            <a:spLocks/>
          </p:cNvSpPr>
          <p:nvPr/>
        </p:nvSpPr>
        <p:spPr>
          <a:xfrm>
            <a:off x="499433" y="900217"/>
            <a:ext cx="8101873" cy="504166"/>
          </a:xfrm>
          <a:prstGeom prst="rect">
            <a:avLst/>
          </a:prstGeom>
        </p:spPr>
        <p:txBody>
          <a:bodyPr/>
          <a:lstStyle>
            <a:lvl1pPr marL="309026" indent="-237061" algn="l" rtl="0" eaLnBrk="1" fontAlgn="base" hangingPunct="1">
              <a:spcBef>
                <a:spcPts val="1600"/>
              </a:spcBef>
              <a:spcAft>
                <a:spcPct val="0"/>
              </a:spcAft>
              <a:buClr>
                <a:srgbClr val="0F60F2"/>
              </a:buClr>
              <a:buFont typeface="Arial" charset="0"/>
              <a:buChar char="•"/>
              <a:defRPr sz="2667" kern="1200">
                <a:solidFill>
                  <a:srgbClr val="393939"/>
                </a:solidFill>
                <a:latin typeface="Trebuchet MS"/>
                <a:ea typeface="ＭＳ Ｐゴシック" charset="0"/>
                <a:cs typeface="Trebuchet MS"/>
              </a:defRPr>
            </a:lvl1pPr>
            <a:lvl2pPr marL="685783" indent="-306910" algn="l" rtl="0" eaLnBrk="1" fontAlgn="base" hangingPunct="1">
              <a:spcBef>
                <a:spcPts val="800"/>
              </a:spcBef>
              <a:spcAft>
                <a:spcPct val="0"/>
              </a:spcAft>
              <a:buClr>
                <a:srgbClr val="1ACF84"/>
              </a:buClr>
              <a:buFont typeface="Arial" charset="0"/>
              <a:buChar char="–"/>
              <a:defRPr sz="2667" kern="1200">
                <a:solidFill>
                  <a:srgbClr val="4D566A"/>
                </a:solidFill>
                <a:latin typeface="Trebuchet MS"/>
                <a:ea typeface="ＭＳ Ｐゴシック" charset="0"/>
                <a:cs typeface="Trebuchet MS"/>
              </a:defRPr>
            </a:lvl2pPr>
            <a:lvl3pPr marL="1060424" indent="-218012" algn="l" rtl="0" eaLnBrk="1" fontAlgn="base" hangingPunct="1">
              <a:spcBef>
                <a:spcPts val="533"/>
              </a:spcBef>
              <a:spcAft>
                <a:spcPct val="0"/>
              </a:spcAft>
              <a:buClr>
                <a:srgbClr val="8D95A4"/>
              </a:buClr>
              <a:buFont typeface="Arial" charset="0"/>
              <a:buChar char="•"/>
              <a:defRPr kern="1200">
                <a:solidFill>
                  <a:srgbClr val="4D566A"/>
                </a:solidFill>
                <a:latin typeface="Trebuchet MS"/>
                <a:ea typeface="ＭＳ Ｐゴシック" charset="0"/>
                <a:cs typeface="Trebuchet MS"/>
              </a:defRPr>
            </a:lvl3pPr>
            <a:lvl4pPr marL="1373683" indent="-232828" algn="l" rtl="0" eaLnBrk="1" fontAlgn="base" hangingPunct="1">
              <a:spcBef>
                <a:spcPts val="400"/>
              </a:spcBef>
              <a:spcAft>
                <a:spcPct val="0"/>
              </a:spcAft>
              <a:buClr>
                <a:srgbClr val="8D95A4"/>
              </a:buClr>
              <a:buFont typeface="Arial" charset="0"/>
              <a:buChar char="–"/>
              <a:defRPr sz="2133" kern="1200">
                <a:solidFill>
                  <a:srgbClr val="4D566A"/>
                </a:solidFill>
                <a:latin typeface="Trebuchet MS"/>
                <a:ea typeface="ＭＳ Ｐゴシック" charset="0"/>
                <a:cs typeface="Trebuchet MS"/>
              </a:defRPr>
            </a:lvl4pPr>
            <a:lvl5pPr marL="1748323" indent="-296326" algn="l" rtl="0" eaLnBrk="1" fontAlgn="base" hangingPunct="1">
              <a:spcBef>
                <a:spcPct val="0"/>
              </a:spcBef>
              <a:spcAft>
                <a:spcPct val="0"/>
              </a:spcAft>
              <a:buClr>
                <a:srgbClr val="8D95A4"/>
              </a:buClr>
              <a:buFont typeface="Arial" charset="0"/>
              <a:buChar char="»"/>
              <a:defRPr sz="2133" kern="1200">
                <a:solidFill>
                  <a:srgbClr val="4D566A"/>
                </a:solidFill>
                <a:latin typeface="Trebuchet MS"/>
                <a:ea typeface="ＭＳ Ｐゴシック" charset="0"/>
                <a:cs typeface="Trebuchet MS"/>
              </a:defRPr>
            </a:lvl5pPr>
            <a:lvl6pPr marL="3352570" indent="-304779" algn="l" defTabSz="1219116"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128" indent="-304779" algn="l" defTabSz="1219116"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686" indent="-304779" algn="l" defTabSz="1219116"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244" indent="-304779" algn="l" defTabSz="1219116"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53974" indent="0">
              <a:buNone/>
            </a:pPr>
            <a:r>
              <a:rPr lang="en-US" sz="1600" dirty="0">
                <a:solidFill>
                  <a:schemeClr val="tx1"/>
                </a:solidFill>
              </a:rPr>
              <a:t>Nomis Pricing Platform can enable the bank with the technology to bridge the gap between current state capabilities and future state design</a:t>
            </a:r>
          </a:p>
        </p:txBody>
      </p:sp>
      <p:sp>
        <p:nvSpPr>
          <p:cNvPr id="65" name="Text Placeholder 4">
            <a:extLst>
              <a:ext uri="{FF2B5EF4-FFF2-40B4-BE49-F238E27FC236}">
                <a16:creationId xmlns:a16="http://schemas.microsoft.com/office/drawing/2014/main" id="{75BB399B-9304-4B77-BF22-4969038285FA}"/>
              </a:ext>
            </a:extLst>
          </p:cNvPr>
          <p:cNvSpPr>
            <a:spLocks noGrp="1"/>
          </p:cNvSpPr>
          <p:nvPr>
            <p:ph type="body" sz="quarter" idx="12"/>
          </p:nvPr>
        </p:nvSpPr>
        <p:spPr>
          <a:xfrm>
            <a:off x="2008316" y="2659406"/>
            <a:ext cx="2232839" cy="548640"/>
          </a:xfrm>
        </p:spPr>
        <p:txBody>
          <a:bodyPr/>
          <a:lstStyle/>
          <a:p>
            <a:r>
              <a:rPr lang="en-US" sz="1000" dirty="0">
                <a:solidFill>
                  <a:srgbClr val="717171"/>
                </a:solidFill>
              </a:rPr>
              <a:t>Pricing determined by siloed portfolio goals</a:t>
            </a:r>
          </a:p>
        </p:txBody>
      </p:sp>
      <p:sp>
        <p:nvSpPr>
          <p:cNvPr id="148" name="Title 2">
            <a:extLst>
              <a:ext uri="{FF2B5EF4-FFF2-40B4-BE49-F238E27FC236}">
                <a16:creationId xmlns:a16="http://schemas.microsoft.com/office/drawing/2014/main" id="{CF296559-1862-4B59-BF11-B4A868D298A3}"/>
              </a:ext>
            </a:extLst>
          </p:cNvPr>
          <p:cNvSpPr>
            <a:spLocks noGrp="1"/>
          </p:cNvSpPr>
          <p:nvPr>
            <p:ph type="title"/>
          </p:nvPr>
        </p:nvSpPr>
        <p:spPr>
          <a:noFill/>
          <a:ln>
            <a:noFill/>
          </a:ln>
        </p:spPr>
        <p:txBody>
          <a:bodyPr vert="horz" wrap="square" lIns="68577" tIns="34289" rIns="68577" bIns="34289" numCol="1" rtlCol="0" anchor="b" anchorCtr="0" compatLnSpc="1">
            <a:prstTxWarp prst="textNoShape">
              <a:avLst/>
            </a:prstTxWarp>
            <a:normAutofit/>
          </a:bodyPr>
          <a:lstStyle/>
          <a:p>
            <a:r>
              <a:rPr lang="en-US" sz="2200" dirty="0"/>
              <a:t>The journey to customer centric pricing</a:t>
            </a:r>
          </a:p>
        </p:txBody>
      </p:sp>
      <p:sp>
        <p:nvSpPr>
          <p:cNvPr id="66" name="Text Placeholder 4">
            <a:extLst>
              <a:ext uri="{FF2B5EF4-FFF2-40B4-BE49-F238E27FC236}">
                <a16:creationId xmlns:a16="http://schemas.microsoft.com/office/drawing/2014/main" id="{E9362973-9B61-42AA-A050-53254162B657}"/>
              </a:ext>
            </a:extLst>
          </p:cNvPr>
          <p:cNvSpPr txBox="1">
            <a:spLocks/>
          </p:cNvSpPr>
          <p:nvPr/>
        </p:nvSpPr>
        <p:spPr bwMode="auto">
          <a:xfrm>
            <a:off x="4292279" y="2659406"/>
            <a:ext cx="2231136" cy="548640"/>
          </a:xfrm>
          <a:prstGeom prst="rect">
            <a:avLst/>
          </a:prstGeom>
          <a:noFill/>
          <a:ln>
            <a:noFill/>
          </a:ln>
          <a:extLst>
            <a:ext uri="{FAA26D3D-D897-4be2-8F04-BA451C77F1D7}">
              <ma14:placeholderFlag xmlns:ma14="http://schemas.microsoft.com/office/mac/drawingml/2011/main" xmlns=""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36" tIns="45718" rIns="91436" bIns="45718" numCol="1" anchor="t" anchorCtr="0" compatLnSpc="1">
            <a:prstTxWarp prst="textNoShape">
              <a:avLst/>
            </a:prstTxWarp>
          </a:bodyPr>
          <a:lstStyle>
            <a:lvl1pPr marL="231775" indent="-177800" algn="l" rtl="0" eaLnBrk="1" fontAlgn="base" hangingPunct="1">
              <a:spcBef>
                <a:spcPts val="1200"/>
              </a:spcBef>
              <a:spcAft>
                <a:spcPct val="0"/>
              </a:spcAft>
              <a:buClr>
                <a:srgbClr val="3585CF"/>
              </a:buClr>
              <a:buFont typeface="Arial" charset="0"/>
              <a:buChar char="•"/>
              <a:defRPr sz="2000" kern="1200">
                <a:solidFill>
                  <a:schemeClr val="bg2">
                    <a:lumMod val="25000"/>
                  </a:schemeClr>
                </a:solidFill>
                <a:latin typeface="Trebuchet MS"/>
                <a:ea typeface="ＭＳ Ｐゴシック" charset="0"/>
                <a:cs typeface="Trebuchet MS"/>
              </a:defRPr>
            </a:lvl1pPr>
            <a:lvl2pPr marL="514350" indent="-230188" algn="l" rtl="0" eaLnBrk="1" fontAlgn="base" hangingPunct="1">
              <a:spcBef>
                <a:spcPts val="600"/>
              </a:spcBef>
              <a:spcAft>
                <a:spcPct val="0"/>
              </a:spcAft>
              <a:buClr>
                <a:srgbClr val="3585CF"/>
              </a:buClr>
              <a:buFont typeface="Arial" charset="0"/>
              <a:buChar char="–"/>
              <a:defRPr sz="2000" kern="1200">
                <a:solidFill>
                  <a:schemeClr val="bg2">
                    <a:lumMod val="50000"/>
                  </a:schemeClr>
                </a:solidFill>
                <a:latin typeface="Trebuchet MS"/>
                <a:ea typeface="ＭＳ Ｐゴシック" charset="0"/>
                <a:cs typeface="Trebuchet MS"/>
              </a:defRPr>
            </a:lvl2pPr>
            <a:lvl3pPr marL="795338" indent="-163513" algn="l" rtl="0" eaLnBrk="1" fontAlgn="base" hangingPunct="1">
              <a:spcBef>
                <a:spcPts val="400"/>
              </a:spcBef>
              <a:spcAft>
                <a:spcPct val="0"/>
              </a:spcAft>
              <a:buClr>
                <a:srgbClr val="6DA8F2"/>
              </a:buClr>
              <a:buFont typeface="Arial" charset="0"/>
              <a:buChar char="•"/>
              <a:defRPr kern="1200">
                <a:solidFill>
                  <a:schemeClr val="bg2">
                    <a:lumMod val="50000"/>
                  </a:schemeClr>
                </a:solidFill>
                <a:latin typeface="Trebuchet MS"/>
                <a:ea typeface="ＭＳ Ｐゴシック" charset="0"/>
                <a:cs typeface="Trebuchet MS"/>
              </a:defRPr>
            </a:lvl3pPr>
            <a:lvl4pPr marL="1030288" indent="-174625" algn="l" rtl="0" eaLnBrk="1" fontAlgn="base" hangingPunct="1">
              <a:spcBef>
                <a:spcPts val="300"/>
              </a:spcBef>
              <a:spcAft>
                <a:spcPct val="0"/>
              </a:spcAft>
              <a:buClr>
                <a:srgbClr val="8D95A4"/>
              </a:buClr>
              <a:buFont typeface="Arial" charset="0"/>
              <a:buChar char="–"/>
              <a:defRPr sz="1600" kern="1200">
                <a:solidFill>
                  <a:schemeClr val="bg2">
                    <a:lumMod val="50000"/>
                  </a:schemeClr>
                </a:solidFill>
                <a:latin typeface="Trebuchet MS"/>
                <a:ea typeface="ＭＳ Ｐゴシック" charset="0"/>
                <a:cs typeface="Trebuchet MS"/>
              </a:defRPr>
            </a:lvl4pPr>
            <a:lvl5pPr marL="1311275" indent="-222250" algn="l" rtl="0" eaLnBrk="1" fontAlgn="base" hangingPunct="1">
              <a:spcBef>
                <a:spcPct val="0"/>
              </a:spcBef>
              <a:spcAft>
                <a:spcPct val="0"/>
              </a:spcAft>
              <a:buClr>
                <a:srgbClr val="8D95A4"/>
              </a:buClr>
              <a:buFont typeface="Arial" charset="0"/>
              <a:buChar char="»"/>
              <a:defRPr sz="1600" kern="1200">
                <a:solidFill>
                  <a:schemeClr val="bg2">
                    <a:lumMod val="50000"/>
                  </a:schemeClr>
                </a:solidFill>
                <a:latin typeface="Trebuchet MS"/>
                <a:ea typeface="ＭＳ Ｐゴシック" charset="0"/>
                <a:cs typeface="Trebuchet MS"/>
              </a:defRPr>
            </a:lvl5pPr>
            <a:lvl6pPr marL="2514490" indent="-228590" algn="l" defTabSz="91436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70" indent="-228590" algn="l" defTabSz="91436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50" indent="-228590" algn="l" defTabSz="91436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30" indent="-228590" algn="l" defTabSz="91436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000" dirty="0">
                <a:solidFill>
                  <a:srgbClr val="717171"/>
                </a:solidFill>
              </a:rPr>
              <a:t>Pricing recognizes full client value and enterprise-wide strategy</a:t>
            </a:r>
          </a:p>
        </p:txBody>
      </p:sp>
      <p:sp>
        <p:nvSpPr>
          <p:cNvPr id="67" name="Text Placeholder 4">
            <a:extLst>
              <a:ext uri="{FF2B5EF4-FFF2-40B4-BE49-F238E27FC236}">
                <a16:creationId xmlns:a16="http://schemas.microsoft.com/office/drawing/2014/main" id="{BCDEBAFC-33F3-4548-81DC-EEF895D68847}"/>
              </a:ext>
            </a:extLst>
          </p:cNvPr>
          <p:cNvSpPr txBox="1">
            <a:spLocks/>
          </p:cNvSpPr>
          <p:nvPr/>
        </p:nvSpPr>
        <p:spPr bwMode="auto">
          <a:xfrm>
            <a:off x="6529254" y="2659406"/>
            <a:ext cx="2231136" cy="548640"/>
          </a:xfrm>
          <a:prstGeom prst="rect">
            <a:avLst/>
          </a:prstGeom>
          <a:noFill/>
          <a:ln>
            <a:noFill/>
          </a:ln>
          <a:extLst>
            <a:ext uri="{FAA26D3D-D897-4be2-8F04-BA451C77F1D7}">
              <ma14:placeholderFlag xmlns:ma14="http://schemas.microsoft.com/office/mac/drawingml/2011/main" xmlns=""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36" tIns="45718" rIns="91436" bIns="45718" numCol="1" anchor="t" anchorCtr="0" compatLnSpc="1">
            <a:prstTxWarp prst="textNoShape">
              <a:avLst/>
            </a:prstTxWarp>
          </a:bodyPr>
          <a:lstStyle>
            <a:lvl1pPr marL="231775" indent="-177800" algn="l" rtl="0" eaLnBrk="1" fontAlgn="base" hangingPunct="1">
              <a:spcBef>
                <a:spcPts val="1200"/>
              </a:spcBef>
              <a:spcAft>
                <a:spcPct val="0"/>
              </a:spcAft>
              <a:buClr>
                <a:srgbClr val="3585CF"/>
              </a:buClr>
              <a:buFont typeface="Arial" charset="0"/>
              <a:buChar char="•"/>
              <a:defRPr sz="2000" kern="1200">
                <a:solidFill>
                  <a:schemeClr val="bg2">
                    <a:lumMod val="25000"/>
                  </a:schemeClr>
                </a:solidFill>
                <a:latin typeface="Trebuchet MS"/>
                <a:ea typeface="ＭＳ Ｐゴシック" charset="0"/>
                <a:cs typeface="Trebuchet MS"/>
              </a:defRPr>
            </a:lvl1pPr>
            <a:lvl2pPr marL="514350" indent="-230188" algn="l" rtl="0" eaLnBrk="1" fontAlgn="base" hangingPunct="1">
              <a:spcBef>
                <a:spcPts val="600"/>
              </a:spcBef>
              <a:spcAft>
                <a:spcPct val="0"/>
              </a:spcAft>
              <a:buClr>
                <a:srgbClr val="3585CF"/>
              </a:buClr>
              <a:buFont typeface="Arial" charset="0"/>
              <a:buChar char="–"/>
              <a:defRPr sz="2000" kern="1200">
                <a:solidFill>
                  <a:schemeClr val="bg2">
                    <a:lumMod val="50000"/>
                  </a:schemeClr>
                </a:solidFill>
                <a:latin typeface="Trebuchet MS"/>
                <a:ea typeface="ＭＳ Ｐゴシック" charset="0"/>
                <a:cs typeface="Trebuchet MS"/>
              </a:defRPr>
            </a:lvl2pPr>
            <a:lvl3pPr marL="795338" indent="-163513" algn="l" rtl="0" eaLnBrk="1" fontAlgn="base" hangingPunct="1">
              <a:spcBef>
                <a:spcPts val="400"/>
              </a:spcBef>
              <a:spcAft>
                <a:spcPct val="0"/>
              </a:spcAft>
              <a:buClr>
                <a:srgbClr val="6DA8F2"/>
              </a:buClr>
              <a:buFont typeface="Arial" charset="0"/>
              <a:buChar char="•"/>
              <a:defRPr kern="1200">
                <a:solidFill>
                  <a:schemeClr val="bg2">
                    <a:lumMod val="50000"/>
                  </a:schemeClr>
                </a:solidFill>
                <a:latin typeface="Trebuchet MS"/>
                <a:ea typeface="ＭＳ Ｐゴシック" charset="0"/>
                <a:cs typeface="Trebuchet MS"/>
              </a:defRPr>
            </a:lvl3pPr>
            <a:lvl4pPr marL="1030288" indent="-174625" algn="l" rtl="0" eaLnBrk="1" fontAlgn="base" hangingPunct="1">
              <a:spcBef>
                <a:spcPts val="300"/>
              </a:spcBef>
              <a:spcAft>
                <a:spcPct val="0"/>
              </a:spcAft>
              <a:buClr>
                <a:srgbClr val="8D95A4"/>
              </a:buClr>
              <a:buFont typeface="Arial" charset="0"/>
              <a:buChar char="–"/>
              <a:defRPr sz="1600" kern="1200">
                <a:solidFill>
                  <a:schemeClr val="bg2">
                    <a:lumMod val="50000"/>
                  </a:schemeClr>
                </a:solidFill>
                <a:latin typeface="Trebuchet MS"/>
                <a:ea typeface="ＭＳ Ｐゴシック" charset="0"/>
                <a:cs typeface="Trebuchet MS"/>
              </a:defRPr>
            </a:lvl4pPr>
            <a:lvl5pPr marL="1311275" indent="-222250" algn="l" rtl="0" eaLnBrk="1" fontAlgn="base" hangingPunct="1">
              <a:spcBef>
                <a:spcPct val="0"/>
              </a:spcBef>
              <a:spcAft>
                <a:spcPct val="0"/>
              </a:spcAft>
              <a:buClr>
                <a:srgbClr val="8D95A4"/>
              </a:buClr>
              <a:buFont typeface="Arial" charset="0"/>
              <a:buChar char="»"/>
              <a:defRPr sz="1600" kern="1200">
                <a:solidFill>
                  <a:schemeClr val="bg2">
                    <a:lumMod val="50000"/>
                  </a:schemeClr>
                </a:solidFill>
                <a:latin typeface="Trebuchet MS"/>
                <a:ea typeface="ＭＳ Ｐゴシック" charset="0"/>
                <a:cs typeface="Trebuchet MS"/>
              </a:defRPr>
            </a:lvl5pPr>
            <a:lvl6pPr marL="2514490" indent="-228590" algn="l" defTabSz="91436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70" indent="-228590" algn="l" defTabSz="91436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50" indent="-228590" algn="l" defTabSz="91436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30" indent="-228590" algn="l" defTabSz="91436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000" dirty="0">
                <a:solidFill>
                  <a:srgbClr val="717171"/>
                </a:solidFill>
              </a:rPr>
              <a:t>Real-time decisions and prices made in alignment with the enterprise-wide strategy</a:t>
            </a:r>
          </a:p>
        </p:txBody>
      </p:sp>
      <p:sp>
        <p:nvSpPr>
          <p:cNvPr id="63" name="Rounded Rectangle 15">
            <a:extLst>
              <a:ext uri="{FF2B5EF4-FFF2-40B4-BE49-F238E27FC236}">
                <a16:creationId xmlns:a16="http://schemas.microsoft.com/office/drawing/2014/main" id="{2201804C-2C77-4C81-8CBB-DB2F239BA9BE}"/>
              </a:ext>
            </a:extLst>
          </p:cNvPr>
          <p:cNvSpPr/>
          <p:nvPr/>
        </p:nvSpPr>
        <p:spPr>
          <a:xfrm>
            <a:off x="98518" y="2659406"/>
            <a:ext cx="1823603" cy="548640"/>
          </a:xfrm>
          <a:prstGeom prst="rect">
            <a:avLst/>
          </a:prstGeom>
          <a:solidFill>
            <a:srgbClr val="0087F1"/>
          </a:solidFill>
          <a:ln w="9525" cap="flat" cmpd="sng" algn="ctr">
            <a:noFill/>
            <a:prstDash val="solid"/>
          </a:ln>
          <a:effectLst/>
        </p:spPr>
        <p:txBody>
          <a:bodyPr lIns="0" tIns="0" rIns="0" bIns="0" rtlCol="0" anchor="ctr"/>
          <a:lstStyle/>
          <a:p>
            <a:pPr marL="6350" marR="0" lvl="1" indent="0" algn="ctr" defTabSz="914400" rtl="0" eaLnBrk="1" fontAlgn="auto" latinLnBrk="0" hangingPunct="1">
              <a:lnSpc>
                <a:spcPct val="100000"/>
              </a:lnSpc>
              <a:spcBef>
                <a:spcPts val="0"/>
              </a:spcBef>
              <a:spcAft>
                <a:spcPts val="600"/>
              </a:spcAft>
              <a:buClrTx/>
              <a:buSzTx/>
              <a:buFontTx/>
              <a:buNone/>
              <a:tabLst/>
              <a:defRPr/>
            </a:pPr>
            <a:r>
              <a:rPr kumimoji="0" lang="en-US" sz="1100" b="1" i="0" u="none" strike="noStrike" kern="0" cap="none" spc="0" normalizeH="0" baseline="0" noProof="0" dirty="0">
                <a:ln>
                  <a:noFill/>
                </a:ln>
                <a:solidFill>
                  <a:srgbClr val="FFFFFF"/>
                </a:solidFill>
                <a:effectLst/>
                <a:uLnTx/>
                <a:uFillTx/>
                <a:latin typeface="Trebuchet MS"/>
                <a:ea typeface="ＭＳ Ｐゴシック" charset="0"/>
                <a:cs typeface="+mn-cs"/>
              </a:rPr>
              <a:t>ANALYZE AND OPTIMIZE</a:t>
            </a:r>
          </a:p>
        </p:txBody>
      </p:sp>
      <p:sp>
        <p:nvSpPr>
          <p:cNvPr id="64" name="Rounded Rectangle 16">
            <a:extLst>
              <a:ext uri="{FF2B5EF4-FFF2-40B4-BE49-F238E27FC236}">
                <a16:creationId xmlns:a16="http://schemas.microsoft.com/office/drawing/2014/main" id="{EF0E0A24-076C-4B72-937C-39DF8ACDB6F3}"/>
              </a:ext>
            </a:extLst>
          </p:cNvPr>
          <p:cNvSpPr/>
          <p:nvPr/>
        </p:nvSpPr>
        <p:spPr>
          <a:xfrm>
            <a:off x="98518" y="4046842"/>
            <a:ext cx="1823603" cy="548640"/>
          </a:xfrm>
          <a:prstGeom prst="rect">
            <a:avLst/>
          </a:prstGeom>
          <a:solidFill>
            <a:srgbClr val="4ECC03"/>
          </a:solidFill>
          <a:ln w="9525" cap="flat" cmpd="sng" algn="ctr">
            <a:noFill/>
            <a:prstDash val="solid"/>
          </a:ln>
          <a:effectLst/>
        </p:spPr>
        <p:txBody>
          <a:bodyPr lIns="0" tIns="0" rIns="0" bIns="0" rtlCol="0" anchor="ctr"/>
          <a:lstStyle/>
          <a:p>
            <a:pPr marL="6350" marR="0" lvl="1" indent="0" algn="ctr" defTabSz="914400" rtl="0" eaLnBrk="1" fontAlgn="auto" latinLnBrk="0" hangingPunct="1">
              <a:lnSpc>
                <a:spcPct val="100000"/>
              </a:lnSpc>
              <a:spcBef>
                <a:spcPts val="0"/>
              </a:spcBef>
              <a:spcAft>
                <a:spcPts val="600"/>
              </a:spcAft>
              <a:buClrTx/>
              <a:buSzTx/>
              <a:buFontTx/>
              <a:buNone/>
              <a:tabLst/>
              <a:defRPr/>
            </a:pPr>
            <a:r>
              <a:rPr kumimoji="0" lang="en-US" sz="1100" b="1" i="0" u="none" strike="noStrike" kern="0" cap="none" spc="0" normalizeH="0" baseline="0" noProof="0" dirty="0">
                <a:ln>
                  <a:noFill/>
                </a:ln>
                <a:solidFill>
                  <a:srgbClr val="FFFFFF"/>
                </a:solidFill>
                <a:effectLst/>
                <a:uLnTx/>
                <a:uFillTx/>
                <a:latin typeface="Trebuchet MS"/>
                <a:ea typeface="ＭＳ Ｐゴシック" charset="0"/>
                <a:cs typeface="+mn-cs"/>
              </a:rPr>
              <a:t>PRESENT AND FINALIZE</a:t>
            </a:r>
          </a:p>
        </p:txBody>
      </p:sp>
      <p:sp>
        <p:nvSpPr>
          <p:cNvPr id="68" name="Rectangle 67">
            <a:extLst>
              <a:ext uri="{FF2B5EF4-FFF2-40B4-BE49-F238E27FC236}">
                <a16:creationId xmlns:a16="http://schemas.microsoft.com/office/drawing/2014/main" id="{86F4D596-6702-4EA9-BC27-2C566C5D254D}"/>
              </a:ext>
            </a:extLst>
          </p:cNvPr>
          <p:cNvSpPr/>
          <p:nvPr/>
        </p:nvSpPr>
        <p:spPr>
          <a:xfrm>
            <a:off x="98518" y="3350945"/>
            <a:ext cx="1819390" cy="548640"/>
          </a:xfrm>
          <a:prstGeom prst="rect">
            <a:avLst/>
          </a:prstGeom>
          <a:solidFill>
            <a:srgbClr val="07C5DC"/>
          </a:solidFill>
          <a:ln w="9525" cap="flat" cmpd="sng" algn="ctr">
            <a:solidFill>
              <a:srgbClr val="00C6DB"/>
            </a:solidFill>
            <a:prstDash val="solid"/>
          </a:ln>
          <a:effectLst/>
        </p:spPr>
        <p:txBody>
          <a:bodyPr lIns="0" tIns="0" rIns="0" bIns="0" rtlCol="0" anchor="ctr"/>
          <a:lstStyle/>
          <a:p>
            <a:pPr marL="6350" marR="0" lvl="1" indent="0" algn="ctr" defTabSz="914400" rtl="0" eaLnBrk="1" fontAlgn="auto" latinLnBrk="0" hangingPunct="1">
              <a:lnSpc>
                <a:spcPct val="100000"/>
              </a:lnSpc>
              <a:spcBef>
                <a:spcPts val="0"/>
              </a:spcBef>
              <a:spcAft>
                <a:spcPts val="600"/>
              </a:spcAft>
              <a:buClrTx/>
              <a:buSzTx/>
              <a:buFontTx/>
              <a:buNone/>
              <a:tabLst/>
              <a:defRPr/>
            </a:pPr>
            <a:r>
              <a:rPr kumimoji="0" lang="en-US" sz="1100" b="1" i="0" u="none" strike="noStrike" kern="0" cap="none" spc="0" normalizeH="0" baseline="0" noProof="0" dirty="0">
                <a:ln>
                  <a:noFill/>
                </a:ln>
                <a:solidFill>
                  <a:srgbClr val="FFFFFF"/>
                </a:solidFill>
                <a:effectLst/>
                <a:uLnTx/>
                <a:uFillTx/>
                <a:latin typeface="Trebuchet MS"/>
                <a:ea typeface="ＭＳ Ｐゴシック" charset="0"/>
                <a:cs typeface="+mn-cs"/>
              </a:rPr>
              <a:t>MANAGE AND EXECUTE</a:t>
            </a:r>
          </a:p>
        </p:txBody>
      </p:sp>
      <p:sp>
        <p:nvSpPr>
          <p:cNvPr id="58" name="Text Placeholder 4">
            <a:extLst>
              <a:ext uri="{FF2B5EF4-FFF2-40B4-BE49-F238E27FC236}">
                <a16:creationId xmlns:a16="http://schemas.microsoft.com/office/drawing/2014/main" id="{A6473624-831A-384C-937F-B607FC72ACED}"/>
              </a:ext>
            </a:extLst>
          </p:cNvPr>
          <p:cNvSpPr txBox="1">
            <a:spLocks/>
          </p:cNvSpPr>
          <p:nvPr/>
        </p:nvSpPr>
        <p:spPr bwMode="auto">
          <a:xfrm>
            <a:off x="2008316" y="3350945"/>
            <a:ext cx="2232839" cy="548640"/>
          </a:xfrm>
          <a:prstGeom prst="rect">
            <a:avLst/>
          </a:prstGeom>
          <a:noFill/>
          <a:ln>
            <a:noFill/>
          </a:ln>
          <a:extLst>
            <a:ext uri="{FAA26D3D-D897-4be2-8F04-BA451C77F1D7}">
              <ma14:placeholderFlag xmlns:ma14="http://schemas.microsoft.com/office/mac/drawingml/2011/main" xmlns=""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36" tIns="45718" rIns="91436" bIns="45718" numCol="1" anchor="t" anchorCtr="0" compatLnSpc="1">
            <a:prstTxWarp prst="textNoShape">
              <a:avLst/>
            </a:prstTxWarp>
          </a:bodyPr>
          <a:lstStyle>
            <a:lvl1pPr marL="231770" indent="-177796" algn="l" rtl="0" eaLnBrk="1" fontAlgn="base" hangingPunct="1">
              <a:spcBef>
                <a:spcPts val="1200"/>
              </a:spcBef>
              <a:spcAft>
                <a:spcPct val="0"/>
              </a:spcAft>
              <a:buClr>
                <a:srgbClr val="3585CF"/>
              </a:buClr>
              <a:buFont typeface="Arial" charset="0"/>
              <a:buChar char="•"/>
              <a:defRPr sz="2000" kern="1200">
                <a:solidFill>
                  <a:schemeClr val="bg2">
                    <a:lumMod val="25000"/>
                  </a:schemeClr>
                </a:solidFill>
                <a:latin typeface="Trebuchet MS"/>
                <a:ea typeface="ＭＳ Ｐゴシック" charset="0"/>
                <a:cs typeface="Trebuchet MS"/>
              </a:defRPr>
            </a:lvl1pPr>
            <a:lvl2pPr marL="514337" indent="-230183" algn="l" rtl="0" eaLnBrk="1" fontAlgn="base" hangingPunct="1">
              <a:spcBef>
                <a:spcPts val="600"/>
              </a:spcBef>
              <a:spcAft>
                <a:spcPct val="0"/>
              </a:spcAft>
              <a:buClr>
                <a:srgbClr val="3585CF"/>
              </a:buClr>
              <a:buFont typeface="Arial" charset="0"/>
              <a:buChar char="–"/>
              <a:defRPr sz="2000" kern="1200">
                <a:solidFill>
                  <a:schemeClr val="bg2">
                    <a:lumMod val="50000"/>
                  </a:schemeClr>
                </a:solidFill>
                <a:latin typeface="Trebuchet MS"/>
                <a:ea typeface="ＭＳ Ｐゴシック" charset="0"/>
                <a:cs typeface="Trebuchet MS"/>
              </a:defRPr>
            </a:lvl2pPr>
            <a:lvl3pPr marL="795318" indent="-163509" algn="l" rtl="0" eaLnBrk="1" fontAlgn="base" hangingPunct="1">
              <a:spcBef>
                <a:spcPts val="400"/>
              </a:spcBef>
              <a:spcAft>
                <a:spcPct val="0"/>
              </a:spcAft>
              <a:buClr>
                <a:srgbClr val="6DA8F2"/>
              </a:buClr>
              <a:buFont typeface="Arial" charset="0"/>
              <a:buChar char="•"/>
              <a:defRPr kern="1200">
                <a:solidFill>
                  <a:schemeClr val="bg2">
                    <a:lumMod val="50000"/>
                  </a:schemeClr>
                </a:solidFill>
                <a:latin typeface="Trebuchet MS"/>
                <a:ea typeface="ＭＳ Ｐゴシック" charset="0"/>
                <a:cs typeface="Trebuchet MS"/>
              </a:defRPr>
            </a:lvl3pPr>
            <a:lvl4pPr marL="1030262" indent="-174621" algn="l" rtl="0" eaLnBrk="1" fontAlgn="base" hangingPunct="1">
              <a:spcBef>
                <a:spcPts val="300"/>
              </a:spcBef>
              <a:spcAft>
                <a:spcPct val="0"/>
              </a:spcAft>
              <a:buClr>
                <a:srgbClr val="8D95A4"/>
              </a:buClr>
              <a:buFont typeface="Arial" charset="0"/>
              <a:buChar char="–"/>
              <a:defRPr sz="1600" kern="1200">
                <a:solidFill>
                  <a:schemeClr val="bg2">
                    <a:lumMod val="50000"/>
                  </a:schemeClr>
                </a:solidFill>
                <a:latin typeface="Trebuchet MS"/>
                <a:ea typeface="ＭＳ Ｐゴシック" charset="0"/>
                <a:cs typeface="Trebuchet MS"/>
              </a:defRPr>
            </a:lvl4pPr>
            <a:lvl5pPr marL="1311242" indent="-222245" algn="l" rtl="0" eaLnBrk="1" fontAlgn="base" hangingPunct="1">
              <a:spcBef>
                <a:spcPct val="0"/>
              </a:spcBef>
              <a:spcAft>
                <a:spcPct val="0"/>
              </a:spcAft>
              <a:buClr>
                <a:srgbClr val="8D95A4"/>
              </a:buClr>
              <a:buFont typeface="Arial" charset="0"/>
              <a:buChar char="»"/>
              <a:defRPr sz="1600" kern="1200">
                <a:solidFill>
                  <a:schemeClr val="bg2">
                    <a:lumMod val="50000"/>
                  </a:schemeClr>
                </a:solidFill>
                <a:latin typeface="Trebuchet MS"/>
                <a:ea typeface="ＭＳ Ｐゴシック" charset="0"/>
                <a:cs typeface="Trebuchet MS"/>
              </a:defRPr>
            </a:lvl5pPr>
            <a:lvl6pPr marL="2514428" indent="-228584" algn="l" defTabSz="91433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596" indent="-228584" algn="l" defTabSz="91433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765" indent="-228584" algn="l" defTabSz="91433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933" indent="-228584" algn="l" defTabSz="914337"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000" dirty="0">
                <a:solidFill>
                  <a:srgbClr val="717171"/>
                </a:solidFill>
              </a:rPr>
              <a:t>Limited, LOB specific recognition of client needs or value when determining offers</a:t>
            </a:r>
          </a:p>
        </p:txBody>
      </p:sp>
      <p:sp>
        <p:nvSpPr>
          <p:cNvPr id="59" name="Text Placeholder 4">
            <a:extLst>
              <a:ext uri="{FF2B5EF4-FFF2-40B4-BE49-F238E27FC236}">
                <a16:creationId xmlns:a16="http://schemas.microsoft.com/office/drawing/2014/main" id="{5B6B7A0B-A0AC-EE48-A1AE-BE733A1AE07C}"/>
              </a:ext>
            </a:extLst>
          </p:cNvPr>
          <p:cNvSpPr txBox="1">
            <a:spLocks/>
          </p:cNvSpPr>
          <p:nvPr/>
        </p:nvSpPr>
        <p:spPr bwMode="auto">
          <a:xfrm>
            <a:off x="2008316" y="4046842"/>
            <a:ext cx="2231136" cy="548640"/>
          </a:xfrm>
          <a:prstGeom prst="rect">
            <a:avLst/>
          </a:prstGeom>
          <a:noFill/>
          <a:ln>
            <a:noFill/>
          </a:ln>
          <a:extLst>
            <a:ext uri="{FAA26D3D-D897-4be2-8F04-BA451C77F1D7}">
              <ma14:placeholderFlag xmlns:ma14="http://schemas.microsoft.com/office/mac/drawingml/2011/main" xmlns=""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36" tIns="45718" rIns="91436" bIns="45718" numCol="1" anchor="t" anchorCtr="0" compatLnSpc="1">
            <a:prstTxWarp prst="textNoShape">
              <a:avLst/>
            </a:prstTxWarp>
          </a:bodyPr>
          <a:lstStyle>
            <a:lvl1pPr marL="231770" indent="-177796" algn="l" rtl="0" eaLnBrk="1" fontAlgn="base" hangingPunct="1">
              <a:spcBef>
                <a:spcPts val="1200"/>
              </a:spcBef>
              <a:spcAft>
                <a:spcPct val="0"/>
              </a:spcAft>
              <a:buClr>
                <a:srgbClr val="3585CF"/>
              </a:buClr>
              <a:buFont typeface="Arial" charset="0"/>
              <a:buChar char="•"/>
              <a:defRPr sz="2000" kern="1200">
                <a:solidFill>
                  <a:schemeClr val="bg2">
                    <a:lumMod val="25000"/>
                  </a:schemeClr>
                </a:solidFill>
                <a:latin typeface="Trebuchet MS"/>
                <a:ea typeface="ＭＳ Ｐゴシック" charset="0"/>
                <a:cs typeface="Trebuchet MS"/>
              </a:defRPr>
            </a:lvl1pPr>
            <a:lvl2pPr marL="514337" indent="-230183" algn="l" rtl="0" eaLnBrk="1" fontAlgn="base" hangingPunct="1">
              <a:spcBef>
                <a:spcPts val="600"/>
              </a:spcBef>
              <a:spcAft>
                <a:spcPct val="0"/>
              </a:spcAft>
              <a:buClr>
                <a:srgbClr val="3585CF"/>
              </a:buClr>
              <a:buFont typeface="Arial" charset="0"/>
              <a:buChar char="–"/>
              <a:defRPr sz="2000" kern="1200">
                <a:solidFill>
                  <a:schemeClr val="bg2">
                    <a:lumMod val="50000"/>
                  </a:schemeClr>
                </a:solidFill>
                <a:latin typeface="Trebuchet MS"/>
                <a:ea typeface="ＭＳ Ｐゴシック" charset="0"/>
                <a:cs typeface="Trebuchet MS"/>
              </a:defRPr>
            </a:lvl2pPr>
            <a:lvl3pPr marL="795318" indent="-163509" algn="l" rtl="0" eaLnBrk="1" fontAlgn="base" hangingPunct="1">
              <a:spcBef>
                <a:spcPts val="400"/>
              </a:spcBef>
              <a:spcAft>
                <a:spcPct val="0"/>
              </a:spcAft>
              <a:buClr>
                <a:srgbClr val="6DA8F2"/>
              </a:buClr>
              <a:buFont typeface="Arial" charset="0"/>
              <a:buChar char="•"/>
              <a:defRPr kern="1200">
                <a:solidFill>
                  <a:schemeClr val="bg2">
                    <a:lumMod val="50000"/>
                  </a:schemeClr>
                </a:solidFill>
                <a:latin typeface="Trebuchet MS"/>
                <a:ea typeface="ＭＳ Ｐゴシック" charset="0"/>
                <a:cs typeface="Trebuchet MS"/>
              </a:defRPr>
            </a:lvl3pPr>
            <a:lvl4pPr marL="1030262" indent="-174621" algn="l" rtl="0" eaLnBrk="1" fontAlgn="base" hangingPunct="1">
              <a:spcBef>
                <a:spcPts val="300"/>
              </a:spcBef>
              <a:spcAft>
                <a:spcPct val="0"/>
              </a:spcAft>
              <a:buClr>
                <a:srgbClr val="8D95A4"/>
              </a:buClr>
              <a:buFont typeface="Arial" charset="0"/>
              <a:buChar char="–"/>
              <a:defRPr sz="1600" kern="1200">
                <a:solidFill>
                  <a:schemeClr val="bg2">
                    <a:lumMod val="50000"/>
                  </a:schemeClr>
                </a:solidFill>
                <a:latin typeface="Trebuchet MS"/>
                <a:ea typeface="ＭＳ Ｐゴシック" charset="0"/>
                <a:cs typeface="Trebuchet MS"/>
              </a:defRPr>
            </a:lvl4pPr>
            <a:lvl5pPr marL="1311242" indent="-222245" algn="l" rtl="0" eaLnBrk="1" fontAlgn="base" hangingPunct="1">
              <a:spcBef>
                <a:spcPct val="0"/>
              </a:spcBef>
              <a:spcAft>
                <a:spcPct val="0"/>
              </a:spcAft>
              <a:buClr>
                <a:srgbClr val="8D95A4"/>
              </a:buClr>
              <a:buFont typeface="Arial" charset="0"/>
              <a:buChar char="»"/>
              <a:defRPr sz="1600" kern="1200">
                <a:solidFill>
                  <a:schemeClr val="bg2">
                    <a:lumMod val="50000"/>
                  </a:schemeClr>
                </a:solidFill>
                <a:latin typeface="Trebuchet MS"/>
                <a:ea typeface="ＭＳ Ｐゴシック" charset="0"/>
                <a:cs typeface="Trebuchet MS"/>
              </a:defRPr>
            </a:lvl5pPr>
            <a:lvl6pPr marL="2514428" indent="-228584" algn="l" defTabSz="91433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596" indent="-228584" algn="l" defTabSz="91433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765" indent="-228584" algn="l" defTabSz="91433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933" indent="-228584" algn="l" defTabSz="914337"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000" dirty="0">
                <a:solidFill>
                  <a:srgbClr val="717171"/>
                </a:solidFill>
              </a:rPr>
              <a:t>Streamlined sales conversations within each LOB but disconnected across enterprise </a:t>
            </a:r>
          </a:p>
          <a:p>
            <a:pPr marL="285750" indent="-285750"/>
            <a:endParaRPr lang="en-US" sz="1000" dirty="0">
              <a:solidFill>
                <a:srgbClr val="717171"/>
              </a:solidFill>
            </a:endParaRPr>
          </a:p>
        </p:txBody>
      </p:sp>
      <p:sp>
        <p:nvSpPr>
          <p:cNvPr id="69" name="Text Placeholder 4">
            <a:extLst>
              <a:ext uri="{FF2B5EF4-FFF2-40B4-BE49-F238E27FC236}">
                <a16:creationId xmlns:a16="http://schemas.microsoft.com/office/drawing/2014/main" id="{DC9D7DD6-12BF-374F-8D7B-CCFDFBAB63D1}"/>
              </a:ext>
            </a:extLst>
          </p:cNvPr>
          <p:cNvSpPr txBox="1">
            <a:spLocks/>
          </p:cNvSpPr>
          <p:nvPr/>
        </p:nvSpPr>
        <p:spPr bwMode="auto">
          <a:xfrm>
            <a:off x="4292279" y="3350945"/>
            <a:ext cx="2231136" cy="548640"/>
          </a:xfrm>
          <a:prstGeom prst="rect">
            <a:avLst/>
          </a:prstGeom>
          <a:noFill/>
          <a:ln>
            <a:noFill/>
          </a:ln>
          <a:extLst>
            <a:ext uri="{FAA26D3D-D897-4be2-8F04-BA451C77F1D7}">
              <ma14:placeholderFlag xmlns:ma14="http://schemas.microsoft.com/office/mac/drawingml/2011/main" xmlns=""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36" tIns="45718" rIns="91436" bIns="45718" numCol="1" anchor="t" anchorCtr="0" compatLnSpc="1">
            <a:prstTxWarp prst="textNoShape">
              <a:avLst/>
            </a:prstTxWarp>
          </a:bodyPr>
          <a:lstStyle>
            <a:lvl1pPr marL="231775" indent="-177800" algn="l" rtl="0" eaLnBrk="1" fontAlgn="base" hangingPunct="1">
              <a:spcBef>
                <a:spcPts val="1200"/>
              </a:spcBef>
              <a:spcAft>
                <a:spcPct val="0"/>
              </a:spcAft>
              <a:buClr>
                <a:srgbClr val="3585CF"/>
              </a:buClr>
              <a:buFont typeface="Arial" charset="0"/>
              <a:buChar char="•"/>
              <a:defRPr sz="2000" kern="1200">
                <a:solidFill>
                  <a:schemeClr val="bg2">
                    <a:lumMod val="25000"/>
                  </a:schemeClr>
                </a:solidFill>
                <a:latin typeface="Trebuchet MS"/>
                <a:ea typeface="ＭＳ Ｐゴシック" charset="0"/>
                <a:cs typeface="Trebuchet MS"/>
              </a:defRPr>
            </a:lvl1pPr>
            <a:lvl2pPr marL="514350" indent="-230188" algn="l" rtl="0" eaLnBrk="1" fontAlgn="base" hangingPunct="1">
              <a:spcBef>
                <a:spcPts val="600"/>
              </a:spcBef>
              <a:spcAft>
                <a:spcPct val="0"/>
              </a:spcAft>
              <a:buClr>
                <a:srgbClr val="3585CF"/>
              </a:buClr>
              <a:buFont typeface="Arial" charset="0"/>
              <a:buChar char="–"/>
              <a:defRPr sz="2000" kern="1200">
                <a:solidFill>
                  <a:schemeClr val="bg2">
                    <a:lumMod val="50000"/>
                  </a:schemeClr>
                </a:solidFill>
                <a:latin typeface="Trebuchet MS"/>
                <a:ea typeface="ＭＳ Ｐゴシック" charset="0"/>
                <a:cs typeface="Trebuchet MS"/>
              </a:defRPr>
            </a:lvl2pPr>
            <a:lvl3pPr marL="795338" indent="-163513" algn="l" rtl="0" eaLnBrk="1" fontAlgn="base" hangingPunct="1">
              <a:spcBef>
                <a:spcPts val="400"/>
              </a:spcBef>
              <a:spcAft>
                <a:spcPct val="0"/>
              </a:spcAft>
              <a:buClr>
                <a:srgbClr val="6DA8F2"/>
              </a:buClr>
              <a:buFont typeface="Arial" charset="0"/>
              <a:buChar char="•"/>
              <a:defRPr kern="1200">
                <a:solidFill>
                  <a:schemeClr val="bg2">
                    <a:lumMod val="50000"/>
                  </a:schemeClr>
                </a:solidFill>
                <a:latin typeface="Trebuchet MS"/>
                <a:ea typeface="ＭＳ Ｐゴシック" charset="0"/>
                <a:cs typeface="Trebuchet MS"/>
              </a:defRPr>
            </a:lvl3pPr>
            <a:lvl4pPr marL="1030288" indent="-174625" algn="l" rtl="0" eaLnBrk="1" fontAlgn="base" hangingPunct="1">
              <a:spcBef>
                <a:spcPts val="300"/>
              </a:spcBef>
              <a:spcAft>
                <a:spcPct val="0"/>
              </a:spcAft>
              <a:buClr>
                <a:srgbClr val="8D95A4"/>
              </a:buClr>
              <a:buFont typeface="Arial" charset="0"/>
              <a:buChar char="–"/>
              <a:defRPr sz="1600" kern="1200">
                <a:solidFill>
                  <a:schemeClr val="bg2">
                    <a:lumMod val="50000"/>
                  </a:schemeClr>
                </a:solidFill>
                <a:latin typeface="Trebuchet MS"/>
                <a:ea typeface="ＭＳ Ｐゴシック" charset="0"/>
                <a:cs typeface="Trebuchet MS"/>
              </a:defRPr>
            </a:lvl4pPr>
            <a:lvl5pPr marL="1311275" indent="-222250" algn="l" rtl="0" eaLnBrk="1" fontAlgn="base" hangingPunct="1">
              <a:spcBef>
                <a:spcPct val="0"/>
              </a:spcBef>
              <a:spcAft>
                <a:spcPct val="0"/>
              </a:spcAft>
              <a:buClr>
                <a:srgbClr val="8D95A4"/>
              </a:buClr>
              <a:buFont typeface="Arial" charset="0"/>
              <a:buChar char="»"/>
              <a:defRPr sz="1600" kern="1200">
                <a:solidFill>
                  <a:schemeClr val="bg2">
                    <a:lumMod val="50000"/>
                  </a:schemeClr>
                </a:solidFill>
                <a:latin typeface="Trebuchet MS"/>
                <a:ea typeface="ＭＳ Ｐゴシック" charset="0"/>
                <a:cs typeface="Trebuchet MS"/>
              </a:defRPr>
            </a:lvl5pPr>
            <a:lvl6pPr marL="2514490" indent="-228590" algn="l" defTabSz="91436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70" indent="-228590" algn="l" defTabSz="91436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50" indent="-228590" algn="l" defTabSz="91436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30" indent="-228590" algn="l" defTabSz="91436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000" dirty="0">
                <a:solidFill>
                  <a:srgbClr val="717171"/>
                </a:solidFill>
              </a:rPr>
              <a:t>Product bundles tailored to client needs</a:t>
            </a:r>
          </a:p>
        </p:txBody>
      </p:sp>
      <p:sp>
        <p:nvSpPr>
          <p:cNvPr id="70" name="Text Placeholder 4">
            <a:extLst>
              <a:ext uri="{FF2B5EF4-FFF2-40B4-BE49-F238E27FC236}">
                <a16:creationId xmlns:a16="http://schemas.microsoft.com/office/drawing/2014/main" id="{DACEA913-EDE6-7C44-94A3-5B57A023A75B}"/>
              </a:ext>
            </a:extLst>
          </p:cNvPr>
          <p:cNvSpPr txBox="1">
            <a:spLocks/>
          </p:cNvSpPr>
          <p:nvPr/>
        </p:nvSpPr>
        <p:spPr bwMode="auto">
          <a:xfrm>
            <a:off x="4292279" y="4046842"/>
            <a:ext cx="2231136" cy="548640"/>
          </a:xfrm>
          <a:prstGeom prst="rect">
            <a:avLst/>
          </a:prstGeom>
          <a:noFill/>
          <a:ln>
            <a:noFill/>
          </a:ln>
          <a:extLst>
            <a:ext uri="{FAA26D3D-D897-4be2-8F04-BA451C77F1D7}">
              <ma14:placeholderFlag xmlns:ma14="http://schemas.microsoft.com/office/mac/drawingml/2011/main" xmlns=""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36" tIns="45718" rIns="91436" bIns="45718" numCol="1" anchor="t" anchorCtr="0" compatLnSpc="1">
            <a:prstTxWarp prst="textNoShape">
              <a:avLst/>
            </a:prstTxWarp>
          </a:bodyPr>
          <a:lstStyle>
            <a:lvl1pPr marL="231775" indent="-177800" algn="l" rtl="0" eaLnBrk="1" fontAlgn="base" hangingPunct="1">
              <a:spcBef>
                <a:spcPts val="1200"/>
              </a:spcBef>
              <a:spcAft>
                <a:spcPct val="0"/>
              </a:spcAft>
              <a:buClr>
                <a:srgbClr val="3585CF"/>
              </a:buClr>
              <a:buFont typeface="Arial" charset="0"/>
              <a:buChar char="•"/>
              <a:defRPr sz="2000" kern="1200">
                <a:solidFill>
                  <a:schemeClr val="bg2">
                    <a:lumMod val="25000"/>
                  </a:schemeClr>
                </a:solidFill>
                <a:latin typeface="Trebuchet MS"/>
                <a:ea typeface="ＭＳ Ｐゴシック" charset="0"/>
                <a:cs typeface="Trebuchet MS"/>
              </a:defRPr>
            </a:lvl1pPr>
            <a:lvl2pPr marL="514350" indent="-230188" algn="l" rtl="0" eaLnBrk="1" fontAlgn="base" hangingPunct="1">
              <a:spcBef>
                <a:spcPts val="600"/>
              </a:spcBef>
              <a:spcAft>
                <a:spcPct val="0"/>
              </a:spcAft>
              <a:buClr>
                <a:srgbClr val="3585CF"/>
              </a:buClr>
              <a:buFont typeface="Arial" charset="0"/>
              <a:buChar char="–"/>
              <a:defRPr sz="2000" kern="1200">
                <a:solidFill>
                  <a:schemeClr val="bg2">
                    <a:lumMod val="50000"/>
                  </a:schemeClr>
                </a:solidFill>
                <a:latin typeface="Trebuchet MS"/>
                <a:ea typeface="ＭＳ Ｐゴシック" charset="0"/>
                <a:cs typeface="Trebuchet MS"/>
              </a:defRPr>
            </a:lvl2pPr>
            <a:lvl3pPr marL="795338" indent="-163513" algn="l" rtl="0" eaLnBrk="1" fontAlgn="base" hangingPunct="1">
              <a:spcBef>
                <a:spcPts val="400"/>
              </a:spcBef>
              <a:spcAft>
                <a:spcPct val="0"/>
              </a:spcAft>
              <a:buClr>
                <a:srgbClr val="6DA8F2"/>
              </a:buClr>
              <a:buFont typeface="Arial" charset="0"/>
              <a:buChar char="•"/>
              <a:defRPr kern="1200">
                <a:solidFill>
                  <a:schemeClr val="bg2">
                    <a:lumMod val="50000"/>
                  </a:schemeClr>
                </a:solidFill>
                <a:latin typeface="Trebuchet MS"/>
                <a:ea typeface="ＭＳ Ｐゴシック" charset="0"/>
                <a:cs typeface="Trebuchet MS"/>
              </a:defRPr>
            </a:lvl3pPr>
            <a:lvl4pPr marL="1030288" indent="-174625" algn="l" rtl="0" eaLnBrk="1" fontAlgn="base" hangingPunct="1">
              <a:spcBef>
                <a:spcPts val="300"/>
              </a:spcBef>
              <a:spcAft>
                <a:spcPct val="0"/>
              </a:spcAft>
              <a:buClr>
                <a:srgbClr val="8D95A4"/>
              </a:buClr>
              <a:buFont typeface="Arial" charset="0"/>
              <a:buChar char="–"/>
              <a:defRPr sz="1600" kern="1200">
                <a:solidFill>
                  <a:schemeClr val="bg2">
                    <a:lumMod val="50000"/>
                  </a:schemeClr>
                </a:solidFill>
                <a:latin typeface="Trebuchet MS"/>
                <a:ea typeface="ＭＳ Ｐゴシック" charset="0"/>
                <a:cs typeface="Trebuchet MS"/>
              </a:defRPr>
            </a:lvl4pPr>
            <a:lvl5pPr marL="1311275" indent="-222250" algn="l" rtl="0" eaLnBrk="1" fontAlgn="base" hangingPunct="1">
              <a:spcBef>
                <a:spcPct val="0"/>
              </a:spcBef>
              <a:spcAft>
                <a:spcPct val="0"/>
              </a:spcAft>
              <a:buClr>
                <a:srgbClr val="8D95A4"/>
              </a:buClr>
              <a:buFont typeface="Arial" charset="0"/>
              <a:buChar char="»"/>
              <a:defRPr sz="1600" kern="1200">
                <a:solidFill>
                  <a:schemeClr val="bg2">
                    <a:lumMod val="50000"/>
                  </a:schemeClr>
                </a:solidFill>
                <a:latin typeface="Trebuchet MS"/>
                <a:ea typeface="ＭＳ Ｐゴシック" charset="0"/>
                <a:cs typeface="Trebuchet MS"/>
              </a:defRPr>
            </a:lvl5pPr>
            <a:lvl6pPr marL="2514490" indent="-228590" algn="l" defTabSz="91436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70" indent="-228590" algn="l" defTabSz="91436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50" indent="-228590" algn="l" defTabSz="91436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30" indent="-228590" algn="l" defTabSz="91436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000" dirty="0">
                <a:solidFill>
                  <a:srgbClr val="717171"/>
                </a:solidFill>
              </a:rPr>
              <a:t>Seamless sales conversations across all products and channels</a:t>
            </a:r>
          </a:p>
        </p:txBody>
      </p:sp>
      <p:sp>
        <p:nvSpPr>
          <p:cNvPr id="71" name="Text Placeholder 4">
            <a:extLst>
              <a:ext uri="{FF2B5EF4-FFF2-40B4-BE49-F238E27FC236}">
                <a16:creationId xmlns:a16="http://schemas.microsoft.com/office/drawing/2014/main" id="{FEE031AE-FEED-774B-AA2A-44BFAC57CC68}"/>
              </a:ext>
            </a:extLst>
          </p:cNvPr>
          <p:cNvSpPr txBox="1">
            <a:spLocks/>
          </p:cNvSpPr>
          <p:nvPr/>
        </p:nvSpPr>
        <p:spPr bwMode="auto">
          <a:xfrm>
            <a:off x="6529254" y="3350945"/>
            <a:ext cx="2231136" cy="548640"/>
          </a:xfrm>
          <a:prstGeom prst="rect">
            <a:avLst/>
          </a:prstGeom>
          <a:noFill/>
          <a:ln>
            <a:noFill/>
          </a:ln>
          <a:extLst>
            <a:ext uri="{FAA26D3D-D897-4be2-8F04-BA451C77F1D7}">
              <ma14:placeholderFlag xmlns:ma14="http://schemas.microsoft.com/office/mac/drawingml/2011/main" xmlns=""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36" tIns="45718" rIns="91436" bIns="45718" numCol="1" anchor="t" anchorCtr="0" compatLnSpc="1">
            <a:prstTxWarp prst="textNoShape">
              <a:avLst/>
            </a:prstTxWarp>
          </a:bodyPr>
          <a:lstStyle>
            <a:lvl1pPr marL="231775" indent="-177800" algn="l" rtl="0" eaLnBrk="1" fontAlgn="base" hangingPunct="1">
              <a:spcBef>
                <a:spcPts val="1200"/>
              </a:spcBef>
              <a:spcAft>
                <a:spcPct val="0"/>
              </a:spcAft>
              <a:buClr>
                <a:srgbClr val="3585CF"/>
              </a:buClr>
              <a:buFont typeface="Arial" charset="0"/>
              <a:buChar char="•"/>
              <a:defRPr sz="2000" kern="1200">
                <a:solidFill>
                  <a:schemeClr val="bg2">
                    <a:lumMod val="25000"/>
                  </a:schemeClr>
                </a:solidFill>
                <a:latin typeface="Trebuchet MS"/>
                <a:ea typeface="ＭＳ Ｐゴシック" charset="0"/>
                <a:cs typeface="Trebuchet MS"/>
              </a:defRPr>
            </a:lvl1pPr>
            <a:lvl2pPr marL="514350" indent="-230188" algn="l" rtl="0" eaLnBrk="1" fontAlgn="base" hangingPunct="1">
              <a:spcBef>
                <a:spcPts val="600"/>
              </a:spcBef>
              <a:spcAft>
                <a:spcPct val="0"/>
              </a:spcAft>
              <a:buClr>
                <a:srgbClr val="3585CF"/>
              </a:buClr>
              <a:buFont typeface="Arial" charset="0"/>
              <a:buChar char="–"/>
              <a:defRPr sz="2000" kern="1200">
                <a:solidFill>
                  <a:schemeClr val="bg2">
                    <a:lumMod val="50000"/>
                  </a:schemeClr>
                </a:solidFill>
                <a:latin typeface="Trebuchet MS"/>
                <a:ea typeface="ＭＳ Ｐゴシック" charset="0"/>
                <a:cs typeface="Trebuchet MS"/>
              </a:defRPr>
            </a:lvl2pPr>
            <a:lvl3pPr marL="795338" indent="-163513" algn="l" rtl="0" eaLnBrk="1" fontAlgn="base" hangingPunct="1">
              <a:spcBef>
                <a:spcPts val="400"/>
              </a:spcBef>
              <a:spcAft>
                <a:spcPct val="0"/>
              </a:spcAft>
              <a:buClr>
                <a:srgbClr val="6DA8F2"/>
              </a:buClr>
              <a:buFont typeface="Arial" charset="0"/>
              <a:buChar char="•"/>
              <a:defRPr kern="1200">
                <a:solidFill>
                  <a:schemeClr val="bg2">
                    <a:lumMod val="50000"/>
                  </a:schemeClr>
                </a:solidFill>
                <a:latin typeface="Trebuchet MS"/>
                <a:ea typeface="ＭＳ Ｐゴシック" charset="0"/>
                <a:cs typeface="Trebuchet MS"/>
              </a:defRPr>
            </a:lvl3pPr>
            <a:lvl4pPr marL="1030288" indent="-174625" algn="l" rtl="0" eaLnBrk="1" fontAlgn="base" hangingPunct="1">
              <a:spcBef>
                <a:spcPts val="300"/>
              </a:spcBef>
              <a:spcAft>
                <a:spcPct val="0"/>
              </a:spcAft>
              <a:buClr>
                <a:srgbClr val="8D95A4"/>
              </a:buClr>
              <a:buFont typeface="Arial" charset="0"/>
              <a:buChar char="–"/>
              <a:defRPr sz="1600" kern="1200">
                <a:solidFill>
                  <a:schemeClr val="bg2">
                    <a:lumMod val="50000"/>
                  </a:schemeClr>
                </a:solidFill>
                <a:latin typeface="Trebuchet MS"/>
                <a:ea typeface="ＭＳ Ｐゴシック" charset="0"/>
                <a:cs typeface="Trebuchet MS"/>
              </a:defRPr>
            </a:lvl4pPr>
            <a:lvl5pPr marL="1311275" indent="-222250" algn="l" rtl="0" eaLnBrk="1" fontAlgn="base" hangingPunct="1">
              <a:spcBef>
                <a:spcPct val="0"/>
              </a:spcBef>
              <a:spcAft>
                <a:spcPct val="0"/>
              </a:spcAft>
              <a:buClr>
                <a:srgbClr val="8D95A4"/>
              </a:buClr>
              <a:buFont typeface="Arial" charset="0"/>
              <a:buChar char="»"/>
              <a:defRPr sz="1600" kern="1200">
                <a:solidFill>
                  <a:schemeClr val="bg2">
                    <a:lumMod val="50000"/>
                  </a:schemeClr>
                </a:solidFill>
                <a:latin typeface="Trebuchet MS"/>
                <a:ea typeface="ＭＳ Ｐゴシック" charset="0"/>
                <a:cs typeface="Trebuchet MS"/>
              </a:defRPr>
            </a:lvl5pPr>
            <a:lvl6pPr marL="2514490" indent="-228590" algn="l" defTabSz="91436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70" indent="-228590" algn="l" defTabSz="91436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50" indent="-228590" algn="l" defTabSz="91436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30" indent="-228590" algn="l" defTabSz="91436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000" dirty="0">
                <a:solidFill>
                  <a:srgbClr val="717171"/>
                </a:solidFill>
              </a:rPr>
              <a:t>Offers determined by client’s needs, preferences and real-time situation</a:t>
            </a:r>
          </a:p>
        </p:txBody>
      </p:sp>
      <p:sp>
        <p:nvSpPr>
          <p:cNvPr id="72" name="Text Placeholder 4">
            <a:extLst>
              <a:ext uri="{FF2B5EF4-FFF2-40B4-BE49-F238E27FC236}">
                <a16:creationId xmlns:a16="http://schemas.microsoft.com/office/drawing/2014/main" id="{E9712680-9E6A-6642-8260-41D3B702EFAD}"/>
              </a:ext>
            </a:extLst>
          </p:cNvPr>
          <p:cNvSpPr txBox="1">
            <a:spLocks/>
          </p:cNvSpPr>
          <p:nvPr/>
        </p:nvSpPr>
        <p:spPr bwMode="auto">
          <a:xfrm>
            <a:off x="6529254" y="4046842"/>
            <a:ext cx="2231136" cy="548640"/>
          </a:xfrm>
          <a:prstGeom prst="rect">
            <a:avLst/>
          </a:prstGeom>
          <a:noFill/>
          <a:ln>
            <a:noFill/>
          </a:ln>
          <a:extLst>
            <a:ext uri="{FAA26D3D-D897-4be2-8F04-BA451C77F1D7}">
              <ma14:placeholderFlag xmlns:ma14="http://schemas.microsoft.com/office/mac/drawingml/2011/main" xmlns=""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36" tIns="45718" rIns="91436" bIns="45718" numCol="1" anchor="t" anchorCtr="0" compatLnSpc="1">
            <a:prstTxWarp prst="textNoShape">
              <a:avLst/>
            </a:prstTxWarp>
          </a:bodyPr>
          <a:lstStyle>
            <a:lvl1pPr marL="231775" indent="-177800" algn="l" rtl="0" eaLnBrk="1" fontAlgn="base" hangingPunct="1">
              <a:spcBef>
                <a:spcPts val="1200"/>
              </a:spcBef>
              <a:spcAft>
                <a:spcPct val="0"/>
              </a:spcAft>
              <a:buClr>
                <a:srgbClr val="3585CF"/>
              </a:buClr>
              <a:buFont typeface="Arial" charset="0"/>
              <a:buChar char="•"/>
              <a:defRPr sz="2000" kern="1200">
                <a:solidFill>
                  <a:schemeClr val="bg2">
                    <a:lumMod val="25000"/>
                  </a:schemeClr>
                </a:solidFill>
                <a:latin typeface="Trebuchet MS"/>
                <a:ea typeface="ＭＳ Ｐゴシック" charset="0"/>
                <a:cs typeface="Trebuchet MS"/>
              </a:defRPr>
            </a:lvl1pPr>
            <a:lvl2pPr marL="514350" indent="-230188" algn="l" rtl="0" eaLnBrk="1" fontAlgn="base" hangingPunct="1">
              <a:spcBef>
                <a:spcPts val="600"/>
              </a:spcBef>
              <a:spcAft>
                <a:spcPct val="0"/>
              </a:spcAft>
              <a:buClr>
                <a:srgbClr val="3585CF"/>
              </a:buClr>
              <a:buFont typeface="Arial" charset="0"/>
              <a:buChar char="–"/>
              <a:defRPr sz="2000" kern="1200">
                <a:solidFill>
                  <a:schemeClr val="bg2">
                    <a:lumMod val="50000"/>
                  </a:schemeClr>
                </a:solidFill>
                <a:latin typeface="Trebuchet MS"/>
                <a:ea typeface="ＭＳ Ｐゴシック" charset="0"/>
                <a:cs typeface="Trebuchet MS"/>
              </a:defRPr>
            </a:lvl2pPr>
            <a:lvl3pPr marL="795338" indent="-163513" algn="l" rtl="0" eaLnBrk="1" fontAlgn="base" hangingPunct="1">
              <a:spcBef>
                <a:spcPts val="400"/>
              </a:spcBef>
              <a:spcAft>
                <a:spcPct val="0"/>
              </a:spcAft>
              <a:buClr>
                <a:srgbClr val="6DA8F2"/>
              </a:buClr>
              <a:buFont typeface="Arial" charset="0"/>
              <a:buChar char="•"/>
              <a:defRPr kern="1200">
                <a:solidFill>
                  <a:schemeClr val="bg2">
                    <a:lumMod val="50000"/>
                  </a:schemeClr>
                </a:solidFill>
                <a:latin typeface="Trebuchet MS"/>
                <a:ea typeface="ＭＳ Ｐゴシック" charset="0"/>
                <a:cs typeface="Trebuchet MS"/>
              </a:defRPr>
            </a:lvl3pPr>
            <a:lvl4pPr marL="1030288" indent="-174625" algn="l" rtl="0" eaLnBrk="1" fontAlgn="base" hangingPunct="1">
              <a:spcBef>
                <a:spcPts val="300"/>
              </a:spcBef>
              <a:spcAft>
                <a:spcPct val="0"/>
              </a:spcAft>
              <a:buClr>
                <a:srgbClr val="8D95A4"/>
              </a:buClr>
              <a:buFont typeface="Arial" charset="0"/>
              <a:buChar char="–"/>
              <a:defRPr sz="1600" kern="1200">
                <a:solidFill>
                  <a:schemeClr val="bg2">
                    <a:lumMod val="50000"/>
                  </a:schemeClr>
                </a:solidFill>
                <a:latin typeface="Trebuchet MS"/>
                <a:ea typeface="ＭＳ Ｐゴシック" charset="0"/>
                <a:cs typeface="Trebuchet MS"/>
              </a:defRPr>
            </a:lvl4pPr>
            <a:lvl5pPr marL="1311275" indent="-222250" algn="l" rtl="0" eaLnBrk="1" fontAlgn="base" hangingPunct="1">
              <a:spcBef>
                <a:spcPct val="0"/>
              </a:spcBef>
              <a:spcAft>
                <a:spcPct val="0"/>
              </a:spcAft>
              <a:buClr>
                <a:srgbClr val="8D95A4"/>
              </a:buClr>
              <a:buFont typeface="Arial" charset="0"/>
              <a:buChar char="»"/>
              <a:defRPr sz="1600" kern="1200">
                <a:solidFill>
                  <a:schemeClr val="bg2">
                    <a:lumMod val="50000"/>
                  </a:schemeClr>
                </a:solidFill>
                <a:latin typeface="Trebuchet MS"/>
                <a:ea typeface="ＭＳ Ｐゴシック" charset="0"/>
                <a:cs typeface="Trebuchet MS"/>
              </a:defRPr>
            </a:lvl5pPr>
            <a:lvl6pPr marL="2514490" indent="-228590" algn="l" defTabSz="91436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70" indent="-228590" algn="l" defTabSz="91436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50" indent="-228590" algn="l" defTabSz="91436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30" indent="-228590" algn="l" defTabSz="91436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000" dirty="0">
                <a:solidFill>
                  <a:srgbClr val="717171"/>
                </a:solidFill>
              </a:rPr>
              <a:t>engagement via omni-channel interactions</a:t>
            </a:r>
          </a:p>
        </p:txBody>
      </p:sp>
      <p:sp>
        <p:nvSpPr>
          <p:cNvPr id="9" name="Rectangle 8">
            <a:extLst>
              <a:ext uri="{FF2B5EF4-FFF2-40B4-BE49-F238E27FC236}">
                <a16:creationId xmlns:a16="http://schemas.microsoft.com/office/drawing/2014/main" id="{AA88A022-AC7C-794F-8EC7-F73B4762826F}"/>
              </a:ext>
            </a:extLst>
          </p:cNvPr>
          <p:cNvSpPr/>
          <p:nvPr/>
        </p:nvSpPr>
        <p:spPr>
          <a:xfrm>
            <a:off x="2112765" y="2654926"/>
            <a:ext cx="2121408" cy="548762"/>
          </a:xfrm>
          <a:prstGeom prst="rect">
            <a:avLst/>
          </a:prstGeom>
          <a:noFill/>
          <a:ln w="57150">
            <a:solidFill>
              <a:srgbClr val="0087F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spcAft>
                <a:spcPts val="600"/>
              </a:spcAft>
            </a:pPr>
            <a:endParaRPr lang="en-US" dirty="0">
              <a:solidFill>
                <a:srgbClr val="717171"/>
              </a:solidFill>
            </a:endParaRPr>
          </a:p>
        </p:txBody>
      </p:sp>
      <p:sp>
        <p:nvSpPr>
          <p:cNvPr id="73" name="Rectangle 72">
            <a:extLst>
              <a:ext uri="{FF2B5EF4-FFF2-40B4-BE49-F238E27FC236}">
                <a16:creationId xmlns:a16="http://schemas.microsoft.com/office/drawing/2014/main" id="{169BF55A-9547-AA4B-BA3F-4B8D803C0887}"/>
              </a:ext>
            </a:extLst>
          </p:cNvPr>
          <p:cNvSpPr/>
          <p:nvPr/>
        </p:nvSpPr>
        <p:spPr>
          <a:xfrm>
            <a:off x="2109343" y="4042484"/>
            <a:ext cx="2121408" cy="548762"/>
          </a:xfrm>
          <a:prstGeom prst="rect">
            <a:avLst/>
          </a:prstGeom>
          <a:noFill/>
          <a:ln w="5715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spcAft>
                <a:spcPts val="600"/>
              </a:spcAft>
            </a:pPr>
            <a:endParaRPr lang="en-US" dirty="0">
              <a:solidFill>
                <a:srgbClr val="717171"/>
              </a:solidFill>
            </a:endParaRPr>
          </a:p>
        </p:txBody>
      </p:sp>
      <p:sp>
        <p:nvSpPr>
          <p:cNvPr id="74" name="Rectangle 73">
            <a:extLst>
              <a:ext uri="{FF2B5EF4-FFF2-40B4-BE49-F238E27FC236}">
                <a16:creationId xmlns:a16="http://schemas.microsoft.com/office/drawing/2014/main" id="{3C38FD3A-3193-DA4B-8ADA-40B9A22C2A28}"/>
              </a:ext>
            </a:extLst>
          </p:cNvPr>
          <p:cNvSpPr/>
          <p:nvPr/>
        </p:nvSpPr>
        <p:spPr>
          <a:xfrm>
            <a:off x="4347143" y="3316430"/>
            <a:ext cx="2121408" cy="548762"/>
          </a:xfrm>
          <a:prstGeom prst="rect">
            <a:avLst/>
          </a:prstGeom>
          <a:noFill/>
          <a:ln w="57150">
            <a:solidFill>
              <a:srgbClr val="00C6DB"/>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spcAft>
                <a:spcPts val="600"/>
              </a:spcAft>
            </a:pPr>
            <a:endParaRPr lang="en-US" dirty="0">
              <a:solidFill>
                <a:srgbClr val="717171"/>
              </a:solidFill>
            </a:endParaRPr>
          </a:p>
        </p:txBody>
      </p:sp>
    </p:spTree>
    <p:extLst>
      <p:ext uri="{BB962C8B-B14F-4D97-AF65-F5344CB8AC3E}">
        <p14:creationId xmlns:p14="http://schemas.microsoft.com/office/powerpoint/2010/main" val="3940753881"/>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3"/>
                                        </p:tgtEl>
                                        <p:attrNameLst>
                                          <p:attrName>style.visibility</p:attrName>
                                        </p:attrNameLst>
                                      </p:cBhvr>
                                      <p:to>
                                        <p:strVal val="visible"/>
                                      </p:to>
                                    </p:set>
                                    <p:anim calcmode="lin" valueType="num">
                                      <p:cBhvr additive="base">
                                        <p:cTn id="7" dur="500" fill="hold"/>
                                        <p:tgtEl>
                                          <p:spTgt spid="63"/>
                                        </p:tgtEl>
                                        <p:attrNameLst>
                                          <p:attrName>ppt_x</p:attrName>
                                        </p:attrNameLst>
                                      </p:cBhvr>
                                      <p:tavLst>
                                        <p:tav tm="0">
                                          <p:val>
                                            <p:strVal val="0-#ppt_w/2"/>
                                          </p:val>
                                        </p:tav>
                                        <p:tav tm="100000">
                                          <p:val>
                                            <p:strVal val="#ppt_x"/>
                                          </p:val>
                                        </p:tav>
                                      </p:tavLst>
                                    </p:anim>
                                    <p:anim calcmode="lin" valueType="num">
                                      <p:cBhvr additive="base">
                                        <p:cTn id="8" dur="500" fill="hold"/>
                                        <p:tgtEl>
                                          <p:spTgt spid="63"/>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65">
                                            <p:txEl>
                                              <p:pRg st="0" end="0"/>
                                            </p:txEl>
                                          </p:spTgt>
                                        </p:tgtEl>
                                        <p:attrNameLst>
                                          <p:attrName>style.visibility</p:attrName>
                                        </p:attrNameLst>
                                      </p:cBhvr>
                                      <p:to>
                                        <p:strVal val="visible"/>
                                      </p:to>
                                    </p:set>
                                    <p:anim calcmode="lin" valueType="num">
                                      <p:cBhvr additive="base">
                                        <p:cTn id="11" dur="500" fill="hold"/>
                                        <p:tgtEl>
                                          <p:spTgt spid="65">
                                            <p:txEl>
                                              <p:pRg st="0" end="0"/>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65">
                                            <p:txEl>
                                              <p:pRg st="0" end="0"/>
                                            </p:txEl>
                                          </p:spTgt>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66"/>
                                        </p:tgtEl>
                                        <p:attrNameLst>
                                          <p:attrName>style.visibility</p:attrName>
                                        </p:attrNameLst>
                                      </p:cBhvr>
                                      <p:to>
                                        <p:strVal val="visible"/>
                                      </p:to>
                                    </p:set>
                                    <p:anim calcmode="lin" valueType="num">
                                      <p:cBhvr additive="base">
                                        <p:cTn id="15" dur="500" fill="hold"/>
                                        <p:tgtEl>
                                          <p:spTgt spid="66"/>
                                        </p:tgtEl>
                                        <p:attrNameLst>
                                          <p:attrName>ppt_x</p:attrName>
                                        </p:attrNameLst>
                                      </p:cBhvr>
                                      <p:tavLst>
                                        <p:tav tm="0">
                                          <p:val>
                                            <p:strVal val="0-#ppt_w/2"/>
                                          </p:val>
                                        </p:tav>
                                        <p:tav tm="100000">
                                          <p:val>
                                            <p:strVal val="#ppt_x"/>
                                          </p:val>
                                        </p:tav>
                                      </p:tavLst>
                                    </p:anim>
                                    <p:anim calcmode="lin" valueType="num">
                                      <p:cBhvr additive="base">
                                        <p:cTn id="16" dur="500" fill="hold"/>
                                        <p:tgtEl>
                                          <p:spTgt spid="66"/>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67"/>
                                        </p:tgtEl>
                                        <p:attrNameLst>
                                          <p:attrName>style.visibility</p:attrName>
                                        </p:attrNameLst>
                                      </p:cBhvr>
                                      <p:to>
                                        <p:strVal val="visible"/>
                                      </p:to>
                                    </p:set>
                                    <p:anim calcmode="lin" valueType="num">
                                      <p:cBhvr additive="base">
                                        <p:cTn id="19" dur="500" fill="hold"/>
                                        <p:tgtEl>
                                          <p:spTgt spid="67"/>
                                        </p:tgtEl>
                                        <p:attrNameLst>
                                          <p:attrName>ppt_x</p:attrName>
                                        </p:attrNameLst>
                                      </p:cBhvr>
                                      <p:tavLst>
                                        <p:tav tm="0">
                                          <p:val>
                                            <p:strVal val="0-#ppt_w/2"/>
                                          </p:val>
                                        </p:tav>
                                        <p:tav tm="100000">
                                          <p:val>
                                            <p:strVal val="#ppt_x"/>
                                          </p:val>
                                        </p:tav>
                                      </p:tavLst>
                                    </p:anim>
                                    <p:anim calcmode="lin" valueType="num">
                                      <p:cBhvr additive="base">
                                        <p:cTn id="20" dur="500" fill="hold"/>
                                        <p:tgtEl>
                                          <p:spTgt spid="67"/>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68"/>
                                        </p:tgtEl>
                                        <p:attrNameLst>
                                          <p:attrName>style.visibility</p:attrName>
                                        </p:attrNameLst>
                                      </p:cBhvr>
                                      <p:to>
                                        <p:strVal val="visible"/>
                                      </p:to>
                                    </p:set>
                                    <p:anim calcmode="lin" valueType="num">
                                      <p:cBhvr additive="base">
                                        <p:cTn id="25" dur="500" fill="hold"/>
                                        <p:tgtEl>
                                          <p:spTgt spid="68"/>
                                        </p:tgtEl>
                                        <p:attrNameLst>
                                          <p:attrName>ppt_x</p:attrName>
                                        </p:attrNameLst>
                                      </p:cBhvr>
                                      <p:tavLst>
                                        <p:tav tm="0">
                                          <p:val>
                                            <p:strVal val="0-#ppt_w/2"/>
                                          </p:val>
                                        </p:tav>
                                        <p:tav tm="100000">
                                          <p:val>
                                            <p:strVal val="#ppt_x"/>
                                          </p:val>
                                        </p:tav>
                                      </p:tavLst>
                                    </p:anim>
                                    <p:anim calcmode="lin" valueType="num">
                                      <p:cBhvr additive="base">
                                        <p:cTn id="26" dur="500" fill="hold"/>
                                        <p:tgtEl>
                                          <p:spTgt spid="68"/>
                                        </p:tgtEl>
                                        <p:attrNameLst>
                                          <p:attrName>ppt_y</p:attrName>
                                        </p:attrNameLst>
                                      </p:cBhvr>
                                      <p:tavLst>
                                        <p:tav tm="0">
                                          <p:val>
                                            <p:strVal val="#ppt_y"/>
                                          </p:val>
                                        </p:tav>
                                        <p:tav tm="100000">
                                          <p:val>
                                            <p:strVal val="#ppt_y"/>
                                          </p:val>
                                        </p:tav>
                                      </p:tavLst>
                                    </p:anim>
                                  </p:childTnLst>
                                </p:cTn>
                              </p:par>
                              <p:par>
                                <p:cTn id="27" presetID="2" presetClass="entr" presetSubtype="8" fill="hold" grpId="0" nodeType="withEffect">
                                  <p:stCondLst>
                                    <p:cond delay="0"/>
                                  </p:stCondLst>
                                  <p:childTnLst>
                                    <p:set>
                                      <p:cBhvr>
                                        <p:cTn id="28" dur="1" fill="hold">
                                          <p:stCondLst>
                                            <p:cond delay="0"/>
                                          </p:stCondLst>
                                        </p:cTn>
                                        <p:tgtEl>
                                          <p:spTgt spid="58"/>
                                        </p:tgtEl>
                                        <p:attrNameLst>
                                          <p:attrName>style.visibility</p:attrName>
                                        </p:attrNameLst>
                                      </p:cBhvr>
                                      <p:to>
                                        <p:strVal val="visible"/>
                                      </p:to>
                                    </p:set>
                                    <p:anim calcmode="lin" valueType="num">
                                      <p:cBhvr additive="base">
                                        <p:cTn id="29" dur="500" fill="hold"/>
                                        <p:tgtEl>
                                          <p:spTgt spid="58"/>
                                        </p:tgtEl>
                                        <p:attrNameLst>
                                          <p:attrName>ppt_x</p:attrName>
                                        </p:attrNameLst>
                                      </p:cBhvr>
                                      <p:tavLst>
                                        <p:tav tm="0">
                                          <p:val>
                                            <p:strVal val="0-#ppt_w/2"/>
                                          </p:val>
                                        </p:tav>
                                        <p:tav tm="100000">
                                          <p:val>
                                            <p:strVal val="#ppt_x"/>
                                          </p:val>
                                        </p:tav>
                                      </p:tavLst>
                                    </p:anim>
                                    <p:anim calcmode="lin" valueType="num">
                                      <p:cBhvr additive="base">
                                        <p:cTn id="30" dur="500" fill="hold"/>
                                        <p:tgtEl>
                                          <p:spTgt spid="58"/>
                                        </p:tgtEl>
                                        <p:attrNameLst>
                                          <p:attrName>ppt_y</p:attrName>
                                        </p:attrNameLst>
                                      </p:cBhvr>
                                      <p:tavLst>
                                        <p:tav tm="0">
                                          <p:val>
                                            <p:strVal val="#ppt_y"/>
                                          </p:val>
                                        </p:tav>
                                        <p:tav tm="100000">
                                          <p:val>
                                            <p:strVal val="#ppt_y"/>
                                          </p:val>
                                        </p:tav>
                                      </p:tavLst>
                                    </p:anim>
                                  </p:childTnLst>
                                </p:cTn>
                              </p:par>
                              <p:par>
                                <p:cTn id="31" presetID="2" presetClass="entr" presetSubtype="8" fill="hold" grpId="0" nodeType="withEffect">
                                  <p:stCondLst>
                                    <p:cond delay="0"/>
                                  </p:stCondLst>
                                  <p:childTnLst>
                                    <p:set>
                                      <p:cBhvr>
                                        <p:cTn id="32" dur="1" fill="hold">
                                          <p:stCondLst>
                                            <p:cond delay="0"/>
                                          </p:stCondLst>
                                        </p:cTn>
                                        <p:tgtEl>
                                          <p:spTgt spid="69"/>
                                        </p:tgtEl>
                                        <p:attrNameLst>
                                          <p:attrName>style.visibility</p:attrName>
                                        </p:attrNameLst>
                                      </p:cBhvr>
                                      <p:to>
                                        <p:strVal val="visible"/>
                                      </p:to>
                                    </p:set>
                                    <p:anim calcmode="lin" valueType="num">
                                      <p:cBhvr additive="base">
                                        <p:cTn id="33" dur="500" fill="hold"/>
                                        <p:tgtEl>
                                          <p:spTgt spid="69"/>
                                        </p:tgtEl>
                                        <p:attrNameLst>
                                          <p:attrName>ppt_x</p:attrName>
                                        </p:attrNameLst>
                                      </p:cBhvr>
                                      <p:tavLst>
                                        <p:tav tm="0">
                                          <p:val>
                                            <p:strVal val="0-#ppt_w/2"/>
                                          </p:val>
                                        </p:tav>
                                        <p:tav tm="100000">
                                          <p:val>
                                            <p:strVal val="#ppt_x"/>
                                          </p:val>
                                        </p:tav>
                                      </p:tavLst>
                                    </p:anim>
                                    <p:anim calcmode="lin" valueType="num">
                                      <p:cBhvr additive="base">
                                        <p:cTn id="34" dur="500" fill="hold"/>
                                        <p:tgtEl>
                                          <p:spTgt spid="69"/>
                                        </p:tgtEl>
                                        <p:attrNameLst>
                                          <p:attrName>ppt_y</p:attrName>
                                        </p:attrNameLst>
                                      </p:cBhvr>
                                      <p:tavLst>
                                        <p:tav tm="0">
                                          <p:val>
                                            <p:strVal val="#ppt_y"/>
                                          </p:val>
                                        </p:tav>
                                        <p:tav tm="100000">
                                          <p:val>
                                            <p:strVal val="#ppt_y"/>
                                          </p:val>
                                        </p:tav>
                                      </p:tavLst>
                                    </p:anim>
                                  </p:childTnLst>
                                </p:cTn>
                              </p:par>
                              <p:par>
                                <p:cTn id="35" presetID="2" presetClass="entr" presetSubtype="8" fill="hold" grpId="0" nodeType="withEffect">
                                  <p:stCondLst>
                                    <p:cond delay="0"/>
                                  </p:stCondLst>
                                  <p:childTnLst>
                                    <p:set>
                                      <p:cBhvr>
                                        <p:cTn id="36" dur="1" fill="hold">
                                          <p:stCondLst>
                                            <p:cond delay="0"/>
                                          </p:stCondLst>
                                        </p:cTn>
                                        <p:tgtEl>
                                          <p:spTgt spid="71"/>
                                        </p:tgtEl>
                                        <p:attrNameLst>
                                          <p:attrName>style.visibility</p:attrName>
                                        </p:attrNameLst>
                                      </p:cBhvr>
                                      <p:to>
                                        <p:strVal val="visible"/>
                                      </p:to>
                                    </p:set>
                                    <p:anim calcmode="lin" valueType="num">
                                      <p:cBhvr additive="base">
                                        <p:cTn id="37" dur="500" fill="hold"/>
                                        <p:tgtEl>
                                          <p:spTgt spid="71"/>
                                        </p:tgtEl>
                                        <p:attrNameLst>
                                          <p:attrName>ppt_x</p:attrName>
                                        </p:attrNameLst>
                                      </p:cBhvr>
                                      <p:tavLst>
                                        <p:tav tm="0">
                                          <p:val>
                                            <p:strVal val="0-#ppt_w/2"/>
                                          </p:val>
                                        </p:tav>
                                        <p:tav tm="100000">
                                          <p:val>
                                            <p:strVal val="#ppt_x"/>
                                          </p:val>
                                        </p:tav>
                                      </p:tavLst>
                                    </p:anim>
                                    <p:anim calcmode="lin" valueType="num">
                                      <p:cBhvr additive="base">
                                        <p:cTn id="38" dur="500" fill="hold"/>
                                        <p:tgtEl>
                                          <p:spTgt spid="71"/>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64"/>
                                        </p:tgtEl>
                                        <p:attrNameLst>
                                          <p:attrName>style.visibility</p:attrName>
                                        </p:attrNameLst>
                                      </p:cBhvr>
                                      <p:to>
                                        <p:strVal val="visible"/>
                                      </p:to>
                                    </p:set>
                                    <p:anim calcmode="lin" valueType="num">
                                      <p:cBhvr additive="base">
                                        <p:cTn id="43" dur="500" fill="hold"/>
                                        <p:tgtEl>
                                          <p:spTgt spid="64"/>
                                        </p:tgtEl>
                                        <p:attrNameLst>
                                          <p:attrName>ppt_x</p:attrName>
                                        </p:attrNameLst>
                                      </p:cBhvr>
                                      <p:tavLst>
                                        <p:tav tm="0">
                                          <p:val>
                                            <p:strVal val="0-#ppt_w/2"/>
                                          </p:val>
                                        </p:tav>
                                        <p:tav tm="100000">
                                          <p:val>
                                            <p:strVal val="#ppt_x"/>
                                          </p:val>
                                        </p:tav>
                                      </p:tavLst>
                                    </p:anim>
                                    <p:anim calcmode="lin" valueType="num">
                                      <p:cBhvr additive="base">
                                        <p:cTn id="44" dur="500" fill="hold"/>
                                        <p:tgtEl>
                                          <p:spTgt spid="64"/>
                                        </p:tgtEl>
                                        <p:attrNameLst>
                                          <p:attrName>ppt_y</p:attrName>
                                        </p:attrNameLst>
                                      </p:cBhvr>
                                      <p:tavLst>
                                        <p:tav tm="0">
                                          <p:val>
                                            <p:strVal val="#ppt_y"/>
                                          </p:val>
                                        </p:tav>
                                        <p:tav tm="100000">
                                          <p:val>
                                            <p:strVal val="#ppt_y"/>
                                          </p:val>
                                        </p:tav>
                                      </p:tavLst>
                                    </p:anim>
                                  </p:childTnLst>
                                </p:cTn>
                              </p:par>
                              <p:par>
                                <p:cTn id="45" presetID="2" presetClass="entr" presetSubtype="8" fill="hold" grpId="0" nodeType="withEffect">
                                  <p:stCondLst>
                                    <p:cond delay="0"/>
                                  </p:stCondLst>
                                  <p:childTnLst>
                                    <p:set>
                                      <p:cBhvr>
                                        <p:cTn id="46" dur="1" fill="hold">
                                          <p:stCondLst>
                                            <p:cond delay="0"/>
                                          </p:stCondLst>
                                        </p:cTn>
                                        <p:tgtEl>
                                          <p:spTgt spid="59"/>
                                        </p:tgtEl>
                                        <p:attrNameLst>
                                          <p:attrName>style.visibility</p:attrName>
                                        </p:attrNameLst>
                                      </p:cBhvr>
                                      <p:to>
                                        <p:strVal val="visible"/>
                                      </p:to>
                                    </p:set>
                                    <p:anim calcmode="lin" valueType="num">
                                      <p:cBhvr additive="base">
                                        <p:cTn id="47" dur="500" fill="hold"/>
                                        <p:tgtEl>
                                          <p:spTgt spid="59"/>
                                        </p:tgtEl>
                                        <p:attrNameLst>
                                          <p:attrName>ppt_x</p:attrName>
                                        </p:attrNameLst>
                                      </p:cBhvr>
                                      <p:tavLst>
                                        <p:tav tm="0">
                                          <p:val>
                                            <p:strVal val="0-#ppt_w/2"/>
                                          </p:val>
                                        </p:tav>
                                        <p:tav tm="100000">
                                          <p:val>
                                            <p:strVal val="#ppt_x"/>
                                          </p:val>
                                        </p:tav>
                                      </p:tavLst>
                                    </p:anim>
                                    <p:anim calcmode="lin" valueType="num">
                                      <p:cBhvr additive="base">
                                        <p:cTn id="48" dur="500" fill="hold"/>
                                        <p:tgtEl>
                                          <p:spTgt spid="59"/>
                                        </p:tgtEl>
                                        <p:attrNameLst>
                                          <p:attrName>ppt_y</p:attrName>
                                        </p:attrNameLst>
                                      </p:cBhvr>
                                      <p:tavLst>
                                        <p:tav tm="0">
                                          <p:val>
                                            <p:strVal val="#ppt_y"/>
                                          </p:val>
                                        </p:tav>
                                        <p:tav tm="100000">
                                          <p:val>
                                            <p:strVal val="#ppt_y"/>
                                          </p:val>
                                        </p:tav>
                                      </p:tavLst>
                                    </p:anim>
                                  </p:childTnLst>
                                </p:cTn>
                              </p:par>
                              <p:par>
                                <p:cTn id="49" presetID="2" presetClass="entr" presetSubtype="8" fill="hold" grpId="0" nodeType="withEffect">
                                  <p:stCondLst>
                                    <p:cond delay="0"/>
                                  </p:stCondLst>
                                  <p:childTnLst>
                                    <p:set>
                                      <p:cBhvr>
                                        <p:cTn id="50" dur="1" fill="hold">
                                          <p:stCondLst>
                                            <p:cond delay="0"/>
                                          </p:stCondLst>
                                        </p:cTn>
                                        <p:tgtEl>
                                          <p:spTgt spid="70"/>
                                        </p:tgtEl>
                                        <p:attrNameLst>
                                          <p:attrName>style.visibility</p:attrName>
                                        </p:attrNameLst>
                                      </p:cBhvr>
                                      <p:to>
                                        <p:strVal val="visible"/>
                                      </p:to>
                                    </p:set>
                                    <p:anim calcmode="lin" valueType="num">
                                      <p:cBhvr additive="base">
                                        <p:cTn id="51" dur="500" fill="hold"/>
                                        <p:tgtEl>
                                          <p:spTgt spid="70"/>
                                        </p:tgtEl>
                                        <p:attrNameLst>
                                          <p:attrName>ppt_x</p:attrName>
                                        </p:attrNameLst>
                                      </p:cBhvr>
                                      <p:tavLst>
                                        <p:tav tm="0">
                                          <p:val>
                                            <p:strVal val="0-#ppt_w/2"/>
                                          </p:val>
                                        </p:tav>
                                        <p:tav tm="100000">
                                          <p:val>
                                            <p:strVal val="#ppt_x"/>
                                          </p:val>
                                        </p:tav>
                                      </p:tavLst>
                                    </p:anim>
                                    <p:anim calcmode="lin" valueType="num">
                                      <p:cBhvr additive="base">
                                        <p:cTn id="52" dur="500" fill="hold"/>
                                        <p:tgtEl>
                                          <p:spTgt spid="70"/>
                                        </p:tgtEl>
                                        <p:attrNameLst>
                                          <p:attrName>ppt_y</p:attrName>
                                        </p:attrNameLst>
                                      </p:cBhvr>
                                      <p:tavLst>
                                        <p:tav tm="0">
                                          <p:val>
                                            <p:strVal val="#ppt_y"/>
                                          </p:val>
                                        </p:tav>
                                        <p:tav tm="100000">
                                          <p:val>
                                            <p:strVal val="#ppt_y"/>
                                          </p:val>
                                        </p:tav>
                                      </p:tavLst>
                                    </p:anim>
                                  </p:childTnLst>
                                </p:cTn>
                              </p:par>
                              <p:par>
                                <p:cTn id="53" presetID="2" presetClass="entr" presetSubtype="8" fill="hold" grpId="0" nodeType="withEffect">
                                  <p:stCondLst>
                                    <p:cond delay="0"/>
                                  </p:stCondLst>
                                  <p:childTnLst>
                                    <p:set>
                                      <p:cBhvr>
                                        <p:cTn id="54" dur="1" fill="hold">
                                          <p:stCondLst>
                                            <p:cond delay="0"/>
                                          </p:stCondLst>
                                        </p:cTn>
                                        <p:tgtEl>
                                          <p:spTgt spid="72"/>
                                        </p:tgtEl>
                                        <p:attrNameLst>
                                          <p:attrName>style.visibility</p:attrName>
                                        </p:attrNameLst>
                                      </p:cBhvr>
                                      <p:to>
                                        <p:strVal val="visible"/>
                                      </p:to>
                                    </p:set>
                                    <p:anim calcmode="lin" valueType="num">
                                      <p:cBhvr additive="base">
                                        <p:cTn id="55" dur="500" fill="hold"/>
                                        <p:tgtEl>
                                          <p:spTgt spid="72"/>
                                        </p:tgtEl>
                                        <p:attrNameLst>
                                          <p:attrName>ppt_x</p:attrName>
                                        </p:attrNameLst>
                                      </p:cBhvr>
                                      <p:tavLst>
                                        <p:tav tm="0">
                                          <p:val>
                                            <p:strVal val="0-#ppt_w/2"/>
                                          </p:val>
                                        </p:tav>
                                        <p:tav tm="100000">
                                          <p:val>
                                            <p:strVal val="#ppt_x"/>
                                          </p:val>
                                        </p:tav>
                                      </p:tavLst>
                                    </p:anim>
                                    <p:anim calcmode="lin" valueType="num">
                                      <p:cBhvr additive="base">
                                        <p:cTn id="56" dur="500" fill="hold"/>
                                        <p:tgtEl>
                                          <p:spTgt spid="72"/>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9"/>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73"/>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build="p"/>
      <p:bldP spid="66" grpId="0"/>
      <p:bldP spid="67" grpId="0"/>
      <p:bldP spid="63" grpId="0" animBg="1"/>
      <p:bldP spid="64" grpId="0" animBg="1"/>
      <p:bldP spid="68" grpId="0" animBg="1"/>
      <p:bldP spid="58" grpId="0"/>
      <p:bldP spid="59" grpId="0"/>
      <p:bldP spid="69" grpId="0"/>
      <p:bldP spid="70" grpId="0"/>
      <p:bldP spid="71" grpId="0"/>
      <p:bldP spid="72" grpId="0"/>
      <p:bldP spid="9" grpId="0" animBg="1"/>
      <p:bldP spid="73" grpId="0" animBg="1"/>
      <p:bldP spid="7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p:cNvSpPr txBox="1"/>
          <p:nvPr/>
        </p:nvSpPr>
        <p:spPr>
          <a:xfrm>
            <a:off x="0" y="798830"/>
            <a:ext cx="7315200" cy="802640"/>
          </a:xfrm>
          <a:prstGeom prst="rect">
            <a:avLst/>
          </a:prstGeom>
          <a:solidFill>
            <a:srgbClr val="00D496"/>
          </a:solidFill>
        </p:spPr>
        <p:txBody>
          <a:bodyPr wrap="square" lIns="365760" rIns="274320" rtlCol="0" anchor="ctr">
            <a:noAutofit/>
          </a:bodyPr>
          <a:lstStyle/>
          <a:p>
            <a:pPr>
              <a:spcBef>
                <a:spcPts val="900"/>
              </a:spcBef>
            </a:pPr>
            <a:r>
              <a:rPr lang="en-CA" sz="1600" dirty="0">
                <a:solidFill>
                  <a:prstClr val="white"/>
                </a:solidFill>
                <a:latin typeface="Trebuchet MS Regular" charset="0"/>
              </a:rPr>
              <a:t>Customer Centric Pricing, and the associated recommendations to execute this objective, is based on three guiding principles:</a:t>
            </a:r>
          </a:p>
        </p:txBody>
      </p:sp>
      <p:sp>
        <p:nvSpPr>
          <p:cNvPr id="3" name="Title 2"/>
          <p:cNvSpPr>
            <a:spLocks noGrp="1"/>
          </p:cNvSpPr>
          <p:nvPr>
            <p:ph type="title"/>
          </p:nvPr>
        </p:nvSpPr>
        <p:spPr/>
        <p:txBody>
          <a:bodyPr/>
          <a:lstStyle/>
          <a:p>
            <a:r>
              <a:rPr lang="en-US" dirty="0"/>
              <a:t>Guiding Principles</a:t>
            </a:r>
          </a:p>
        </p:txBody>
      </p:sp>
      <p:grpSp>
        <p:nvGrpSpPr>
          <p:cNvPr id="23" name="Group 22"/>
          <p:cNvGrpSpPr/>
          <p:nvPr/>
        </p:nvGrpSpPr>
        <p:grpSpPr>
          <a:xfrm>
            <a:off x="2978057" y="1670050"/>
            <a:ext cx="3222169" cy="3155048"/>
            <a:chOff x="3112812" y="1657350"/>
            <a:chExt cx="2894945" cy="2834640"/>
          </a:xfrm>
        </p:grpSpPr>
        <p:sp>
          <p:nvSpPr>
            <p:cNvPr id="7" name="Oval 6"/>
            <p:cNvSpPr/>
            <p:nvPr/>
          </p:nvSpPr>
          <p:spPr>
            <a:xfrm>
              <a:off x="3112812" y="1657350"/>
              <a:ext cx="1714445" cy="1714445"/>
            </a:xfrm>
            <a:prstGeom prst="ellipse">
              <a:avLst/>
            </a:prstGeom>
            <a:solidFill>
              <a:srgbClr val="0A7AF5">
                <a:alpha val="75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CA" sz="1200" dirty="0">
                <a:solidFill>
                  <a:srgbClr val="404040"/>
                </a:solidFill>
              </a:endParaRPr>
            </a:p>
          </p:txBody>
        </p:sp>
        <p:sp>
          <p:nvSpPr>
            <p:cNvPr id="8" name="Oval 7"/>
            <p:cNvSpPr/>
            <p:nvPr/>
          </p:nvSpPr>
          <p:spPr>
            <a:xfrm>
              <a:off x="3703062" y="2777545"/>
              <a:ext cx="1714445" cy="1714445"/>
            </a:xfrm>
            <a:prstGeom prst="ellipse">
              <a:avLst/>
            </a:prstGeom>
            <a:solidFill>
              <a:srgbClr val="0A7AF5">
                <a:alpha val="75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CA" sz="1200" dirty="0">
                <a:solidFill>
                  <a:srgbClr val="404040"/>
                </a:solidFill>
              </a:endParaRPr>
            </a:p>
          </p:txBody>
        </p:sp>
        <p:sp>
          <p:nvSpPr>
            <p:cNvPr id="9" name="Oval 8"/>
            <p:cNvSpPr/>
            <p:nvPr/>
          </p:nvSpPr>
          <p:spPr>
            <a:xfrm>
              <a:off x="4293312" y="1657350"/>
              <a:ext cx="1714445" cy="1714445"/>
            </a:xfrm>
            <a:prstGeom prst="ellipse">
              <a:avLst/>
            </a:prstGeom>
            <a:solidFill>
              <a:srgbClr val="0A7AF5">
                <a:alpha val="75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CA" sz="1200" dirty="0">
                <a:solidFill>
                  <a:srgbClr val="404040"/>
                </a:solidFill>
              </a:endParaRPr>
            </a:p>
          </p:txBody>
        </p:sp>
        <p:sp>
          <p:nvSpPr>
            <p:cNvPr id="13" name="Oval 8"/>
            <p:cNvSpPr/>
            <p:nvPr/>
          </p:nvSpPr>
          <p:spPr>
            <a:xfrm>
              <a:off x="4345191" y="2777545"/>
              <a:ext cx="430188" cy="357625"/>
            </a:xfrm>
            <a:custGeom>
              <a:avLst/>
              <a:gdLst/>
              <a:ahLst/>
              <a:cxnLst/>
              <a:rect l="l" t="t" r="r" b="b"/>
              <a:pathLst>
                <a:path w="504770" h="419627">
                  <a:moveTo>
                    <a:pt x="252385" y="0"/>
                  </a:moveTo>
                  <a:cubicBezTo>
                    <a:pt x="339659" y="0"/>
                    <a:pt x="424337" y="11115"/>
                    <a:pt x="504770" y="33207"/>
                  </a:cubicBezTo>
                  <a:cubicBezTo>
                    <a:pt x="452216" y="181709"/>
                    <a:pt x="364651" y="313530"/>
                    <a:pt x="252385" y="419627"/>
                  </a:cubicBezTo>
                  <a:cubicBezTo>
                    <a:pt x="140120" y="313530"/>
                    <a:pt x="52554" y="181709"/>
                    <a:pt x="0" y="33207"/>
                  </a:cubicBezTo>
                  <a:cubicBezTo>
                    <a:pt x="80433" y="11115"/>
                    <a:pt x="165111" y="0"/>
                    <a:pt x="252385" y="0"/>
                  </a:cubicBezTo>
                  <a:close/>
                </a:path>
              </a:pathLst>
            </a:custGeom>
            <a:solidFill>
              <a:schemeClr val="accent3"/>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CA" sz="1200" dirty="0">
                <a:solidFill>
                  <a:srgbClr val="404040"/>
                </a:solidFill>
              </a:endParaRPr>
            </a:p>
          </p:txBody>
        </p:sp>
        <p:sp>
          <p:nvSpPr>
            <p:cNvPr id="17" name="Rectangle 16"/>
            <p:cNvSpPr/>
            <p:nvPr/>
          </p:nvSpPr>
          <p:spPr>
            <a:xfrm>
              <a:off x="3227435" y="2426836"/>
              <a:ext cx="1247028" cy="304172"/>
            </a:xfrm>
            <a:prstGeom prst="rect">
              <a:avLst/>
            </a:prstGeom>
          </p:spPr>
          <p:txBody>
            <a:bodyPr wrap="square" anchor="ctr">
              <a:spAutoFit/>
            </a:bodyPr>
            <a:lstStyle/>
            <a:p>
              <a:pPr marL="6350" lvl="1" algn="ctr">
                <a:spcBef>
                  <a:spcPts val="200"/>
                </a:spcBef>
                <a:spcAft>
                  <a:spcPts val="200"/>
                </a:spcAft>
                <a:buClr>
                  <a:srgbClr val="FFE600"/>
                </a:buClr>
                <a:buSzPct val="70000"/>
              </a:pPr>
              <a:r>
                <a:rPr lang="en-CA" sz="1600" dirty="0">
                  <a:solidFill>
                    <a:prstClr val="white"/>
                  </a:solidFill>
                  <a:latin typeface="Trebuchet MS"/>
                  <a:cs typeface="Trebuchet MS Regular" charset="0"/>
                </a:rPr>
                <a:t>CUSTOMER</a:t>
              </a:r>
            </a:p>
          </p:txBody>
        </p:sp>
        <p:sp>
          <p:nvSpPr>
            <p:cNvPr id="18" name="Rectangle 17"/>
            <p:cNvSpPr/>
            <p:nvPr/>
          </p:nvSpPr>
          <p:spPr>
            <a:xfrm>
              <a:off x="4736767" y="2435964"/>
              <a:ext cx="1270989" cy="304172"/>
            </a:xfrm>
            <a:prstGeom prst="rect">
              <a:avLst/>
            </a:prstGeom>
          </p:spPr>
          <p:txBody>
            <a:bodyPr wrap="square" anchor="ctr">
              <a:spAutoFit/>
            </a:bodyPr>
            <a:lstStyle/>
            <a:p>
              <a:pPr marL="6350" lvl="1" algn="ctr">
                <a:spcBef>
                  <a:spcPts val="200"/>
                </a:spcBef>
                <a:spcAft>
                  <a:spcPts val="200"/>
                </a:spcAft>
                <a:buClr>
                  <a:srgbClr val="FFE600"/>
                </a:buClr>
                <a:buSzPct val="70000"/>
              </a:pPr>
              <a:r>
                <a:rPr lang="en-CA" sz="1600" dirty="0">
                  <a:solidFill>
                    <a:prstClr val="white"/>
                  </a:solidFill>
                  <a:latin typeface="Trebuchet MS"/>
                  <a:cs typeface="Trebuchet MS Regular" charset="0"/>
                </a:rPr>
                <a:t>BANKER</a:t>
              </a:r>
            </a:p>
          </p:txBody>
        </p:sp>
        <p:sp>
          <p:nvSpPr>
            <p:cNvPr id="19" name="Rectangle 18"/>
            <p:cNvSpPr/>
            <p:nvPr/>
          </p:nvSpPr>
          <p:spPr>
            <a:xfrm>
              <a:off x="3926993" y="3890002"/>
              <a:ext cx="1266583" cy="304172"/>
            </a:xfrm>
            <a:prstGeom prst="rect">
              <a:avLst/>
            </a:prstGeom>
          </p:spPr>
          <p:txBody>
            <a:bodyPr wrap="square" anchor="ctr">
              <a:spAutoFit/>
            </a:bodyPr>
            <a:lstStyle/>
            <a:p>
              <a:pPr marL="6350" lvl="1" algn="ctr">
                <a:spcBef>
                  <a:spcPts val="200"/>
                </a:spcBef>
                <a:spcAft>
                  <a:spcPts val="200"/>
                </a:spcAft>
                <a:buClr>
                  <a:srgbClr val="FFE600"/>
                </a:buClr>
                <a:buSzPct val="70000"/>
              </a:pPr>
              <a:r>
                <a:rPr lang="en-CA" sz="1600" dirty="0">
                  <a:solidFill>
                    <a:prstClr val="white"/>
                  </a:solidFill>
                  <a:latin typeface="Trebuchet MS"/>
                  <a:cs typeface="Trebuchet MS Regular" charset="0"/>
                </a:rPr>
                <a:t>BANK</a:t>
              </a:r>
            </a:p>
          </p:txBody>
        </p:sp>
      </p:grpSp>
      <p:graphicFrame>
        <p:nvGraphicFramePr>
          <p:cNvPr id="36" name="Table 35">
            <a:extLst>
              <a:ext uri="{FF2B5EF4-FFF2-40B4-BE49-F238E27FC236}">
                <a16:creationId xmlns:a16="http://schemas.microsoft.com/office/drawing/2014/main" id="{3E3D9725-D5F8-48D8-AFE3-F41CAF7CE6F7}"/>
              </a:ext>
            </a:extLst>
          </p:cNvPr>
          <p:cNvGraphicFramePr>
            <a:graphicFrameLocks noGrp="1"/>
          </p:cNvGraphicFramePr>
          <p:nvPr>
            <p:extLst>
              <p:ext uri="{D42A27DB-BD31-4B8C-83A1-F6EECF244321}">
                <p14:modId xmlns:p14="http://schemas.microsoft.com/office/powerpoint/2010/main" val="85217718"/>
              </p:ext>
            </p:extLst>
          </p:nvPr>
        </p:nvGraphicFramePr>
        <p:xfrm>
          <a:off x="-76788" y="1777832"/>
          <a:ext cx="2865963" cy="1692670"/>
        </p:xfrm>
        <a:graphic>
          <a:graphicData uri="http://schemas.openxmlformats.org/drawingml/2006/table">
            <a:tbl>
              <a:tblPr firstRow="1" bandRow="1">
                <a:tableStyleId>{5C22544A-7EE6-4342-B048-85BDC9FD1C3A}</a:tableStyleId>
              </a:tblPr>
              <a:tblGrid>
                <a:gridCol w="2865963">
                  <a:extLst>
                    <a:ext uri="{9D8B030D-6E8A-4147-A177-3AD203B41FA5}">
                      <a16:colId xmlns:a16="http://schemas.microsoft.com/office/drawing/2014/main" val="200999681"/>
                    </a:ext>
                  </a:extLst>
                </a:gridCol>
              </a:tblGrid>
              <a:tr h="1692670">
                <a:tc>
                  <a:txBody>
                    <a:bodyPr/>
                    <a:lstStyle/>
                    <a:p>
                      <a:pPr marL="460375" marR="0" lvl="0" indent="-227013" algn="l" defTabSz="1219116" rtl="0" eaLnBrk="1" fontAlgn="base" latinLnBrk="0" hangingPunct="1">
                        <a:lnSpc>
                          <a:spcPct val="100000"/>
                        </a:lnSpc>
                        <a:spcBef>
                          <a:spcPts val="300"/>
                        </a:spcBef>
                        <a:spcAft>
                          <a:spcPts val="300"/>
                        </a:spcAft>
                        <a:buClr>
                          <a:srgbClr val="7F5DE4"/>
                        </a:buClr>
                        <a:buSzPct val="70000"/>
                        <a:buFont typeface="Arial" panose="020B0604020202020204" pitchFamily="34" charset="0"/>
                        <a:buNone/>
                        <a:tabLst/>
                        <a:defRPr/>
                      </a:pPr>
                      <a:r>
                        <a:rPr lang="en-US" sz="1100" b="0" i="1" kern="1200" dirty="0">
                          <a:solidFill>
                            <a:srgbClr val="717171"/>
                          </a:solidFill>
                          <a:latin typeface="+mn-lt"/>
                          <a:ea typeface="ＭＳ Ｐゴシック" charset="0"/>
                          <a:cs typeface="Trebuchet MS"/>
                        </a:rPr>
                        <a:t>I want to …</a:t>
                      </a:r>
                    </a:p>
                    <a:p>
                      <a:pPr marL="460375" marR="0" lvl="0" indent="-227013" algn="l" defTabSz="1219116" rtl="0" eaLnBrk="1" fontAlgn="base" latinLnBrk="0" hangingPunct="1">
                        <a:lnSpc>
                          <a:spcPct val="100000"/>
                        </a:lnSpc>
                        <a:spcBef>
                          <a:spcPts val="300"/>
                        </a:spcBef>
                        <a:spcAft>
                          <a:spcPts val="300"/>
                        </a:spcAft>
                        <a:buClr>
                          <a:srgbClr val="7F5DE4"/>
                        </a:buClr>
                        <a:buSzPct val="70000"/>
                        <a:buFont typeface="Arial" panose="020B0604020202020204" pitchFamily="34" charset="0"/>
                        <a:buChar char="►"/>
                        <a:tabLst/>
                        <a:defRPr/>
                      </a:pPr>
                      <a:r>
                        <a:rPr lang="en-US" sz="1100" b="0" i="0" kern="1200" dirty="0">
                          <a:solidFill>
                            <a:srgbClr val="717171"/>
                          </a:solidFill>
                          <a:latin typeface="+mn-lt"/>
                          <a:ea typeface="ＭＳ Ｐゴシック" charset="0"/>
                          <a:cs typeface="Trebuchet MS"/>
                        </a:rPr>
                        <a:t>Fulfill a financial need, through channels convenient to me</a:t>
                      </a:r>
                    </a:p>
                    <a:p>
                      <a:pPr marL="460375" marR="0" lvl="0" indent="-227013" algn="l" defTabSz="1219116" rtl="0" eaLnBrk="1" fontAlgn="base" latinLnBrk="0" hangingPunct="1">
                        <a:lnSpc>
                          <a:spcPct val="100000"/>
                        </a:lnSpc>
                        <a:spcBef>
                          <a:spcPts val="300"/>
                        </a:spcBef>
                        <a:spcAft>
                          <a:spcPts val="300"/>
                        </a:spcAft>
                        <a:buClr>
                          <a:srgbClr val="7F5DE4"/>
                        </a:buClr>
                        <a:buSzPct val="70000"/>
                        <a:buFont typeface="Arial" panose="020B0604020202020204" pitchFamily="34" charset="0"/>
                        <a:buChar char="►"/>
                        <a:tabLst/>
                        <a:defRPr/>
                      </a:pPr>
                      <a:r>
                        <a:rPr lang="en-US" sz="1100" b="0" i="0" kern="1200" dirty="0">
                          <a:solidFill>
                            <a:srgbClr val="717171"/>
                          </a:solidFill>
                          <a:latin typeface="+mn-lt"/>
                          <a:ea typeface="ＭＳ Ｐゴシック" charset="0"/>
                          <a:cs typeface="Trebuchet MS"/>
                        </a:rPr>
                        <a:t>Pay a fair price for offerings personalized to my needs</a:t>
                      </a:r>
                    </a:p>
                    <a:p>
                      <a:pPr marL="460375" marR="0" lvl="0" indent="-227013" algn="l" defTabSz="1219116" rtl="0" eaLnBrk="1" fontAlgn="base" latinLnBrk="0" hangingPunct="1">
                        <a:lnSpc>
                          <a:spcPct val="100000"/>
                        </a:lnSpc>
                        <a:spcBef>
                          <a:spcPts val="300"/>
                        </a:spcBef>
                        <a:spcAft>
                          <a:spcPts val="300"/>
                        </a:spcAft>
                        <a:buClr>
                          <a:srgbClr val="7F5DE4"/>
                        </a:buClr>
                        <a:buSzPct val="70000"/>
                        <a:buFont typeface="Arial" panose="020B0604020202020204" pitchFamily="34" charset="0"/>
                        <a:buChar char="►"/>
                        <a:tabLst/>
                        <a:defRPr/>
                      </a:pPr>
                      <a:r>
                        <a:rPr lang="en-US" sz="1100" b="0" i="0" kern="1200" dirty="0">
                          <a:solidFill>
                            <a:srgbClr val="717171"/>
                          </a:solidFill>
                          <a:latin typeface="+mn-lt"/>
                          <a:ea typeface="ＭＳ Ｐゴシック" charset="0"/>
                          <a:cs typeface="Trebuchet MS"/>
                        </a:rPr>
                        <a:t>Feel like I am in control, while receiving advice I trust</a:t>
                      </a:r>
                    </a:p>
                  </a:txBody>
                  <a:tcPr marL="162560" marR="162560" marT="81280" marB="81280" anchor="ctr">
                    <a:lnL w="38100" cap="flat" cmpd="sng" algn="ctr">
                      <a:noFill/>
                      <a:prstDash val="solid"/>
                      <a:round/>
                      <a:headEnd type="none" w="med" len="med"/>
                      <a:tailEnd type="none" w="med" len="med"/>
                    </a:lnL>
                    <a:lnR w="38100" cap="flat" cmpd="sng" algn="ctr">
                      <a:solidFill>
                        <a:srgbClr val="00D496"/>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344877795"/>
                  </a:ext>
                </a:extLst>
              </a:tr>
            </a:tbl>
          </a:graphicData>
        </a:graphic>
      </p:graphicFrame>
      <p:graphicFrame>
        <p:nvGraphicFramePr>
          <p:cNvPr id="37" name="Table 36">
            <a:extLst>
              <a:ext uri="{FF2B5EF4-FFF2-40B4-BE49-F238E27FC236}">
                <a16:creationId xmlns:a16="http://schemas.microsoft.com/office/drawing/2014/main" id="{B86CB372-2340-4A35-A86A-36A73863DB6B}"/>
              </a:ext>
            </a:extLst>
          </p:cNvPr>
          <p:cNvGraphicFramePr>
            <a:graphicFrameLocks noGrp="1"/>
          </p:cNvGraphicFramePr>
          <p:nvPr>
            <p:extLst>
              <p:ext uri="{D42A27DB-BD31-4B8C-83A1-F6EECF244321}">
                <p14:modId xmlns:p14="http://schemas.microsoft.com/office/powerpoint/2010/main" val="1671502034"/>
              </p:ext>
            </p:extLst>
          </p:nvPr>
        </p:nvGraphicFramePr>
        <p:xfrm>
          <a:off x="6365142" y="1741252"/>
          <a:ext cx="2673473" cy="1570521"/>
        </p:xfrm>
        <a:graphic>
          <a:graphicData uri="http://schemas.openxmlformats.org/drawingml/2006/table">
            <a:tbl>
              <a:tblPr firstRow="1" bandRow="1">
                <a:tableStyleId>{5C22544A-7EE6-4342-B048-85BDC9FD1C3A}</a:tableStyleId>
              </a:tblPr>
              <a:tblGrid>
                <a:gridCol w="2673473">
                  <a:extLst>
                    <a:ext uri="{9D8B030D-6E8A-4147-A177-3AD203B41FA5}">
                      <a16:colId xmlns:a16="http://schemas.microsoft.com/office/drawing/2014/main" val="200999681"/>
                    </a:ext>
                  </a:extLst>
                </a:gridCol>
              </a:tblGrid>
              <a:tr h="1570521">
                <a:tc>
                  <a:txBody>
                    <a:bodyPr/>
                    <a:lstStyle/>
                    <a:p>
                      <a:pPr marL="0" marR="0" lvl="0" indent="0" algn="l" defTabSz="1219116" rtl="0" eaLnBrk="1" fontAlgn="base" latinLnBrk="0" hangingPunct="1">
                        <a:lnSpc>
                          <a:spcPct val="100000"/>
                        </a:lnSpc>
                        <a:spcBef>
                          <a:spcPts val="300"/>
                        </a:spcBef>
                        <a:spcAft>
                          <a:spcPts val="300"/>
                        </a:spcAft>
                        <a:buClr>
                          <a:srgbClr val="7F5DE4"/>
                        </a:buClr>
                        <a:buSzPct val="70000"/>
                        <a:buFont typeface="Arial" panose="020B0604020202020204" pitchFamily="34" charset="0"/>
                        <a:buNone/>
                        <a:tabLst/>
                        <a:defRPr/>
                      </a:pPr>
                      <a:r>
                        <a:rPr lang="en-US" sz="1100" b="0" i="1" kern="1200" dirty="0">
                          <a:solidFill>
                            <a:srgbClr val="717171"/>
                          </a:solidFill>
                          <a:latin typeface="Trebuchet MS"/>
                          <a:ea typeface="ＭＳ Ｐゴシック" charset="0"/>
                          <a:cs typeface="Trebuchet MS"/>
                        </a:rPr>
                        <a:t>I want to …</a:t>
                      </a:r>
                    </a:p>
                    <a:p>
                      <a:pPr marL="227013" marR="0" lvl="0" indent="-227013" algn="l" defTabSz="1219116" rtl="0" eaLnBrk="1" fontAlgn="base" latinLnBrk="0" hangingPunct="1">
                        <a:lnSpc>
                          <a:spcPct val="100000"/>
                        </a:lnSpc>
                        <a:spcBef>
                          <a:spcPts val="300"/>
                        </a:spcBef>
                        <a:spcAft>
                          <a:spcPts val="300"/>
                        </a:spcAft>
                        <a:buClr>
                          <a:srgbClr val="7F5DE4"/>
                        </a:buClr>
                        <a:buSzPct val="70000"/>
                        <a:buFont typeface="Arial" panose="020B0604020202020204" pitchFamily="34" charset="0"/>
                        <a:buChar char="►"/>
                        <a:tabLst/>
                        <a:defRPr/>
                      </a:pPr>
                      <a:r>
                        <a:rPr lang="en-US" sz="1100" b="0" i="0" kern="1200" dirty="0">
                          <a:solidFill>
                            <a:srgbClr val="717171"/>
                          </a:solidFill>
                          <a:latin typeface="Trebuchet MS"/>
                          <a:ea typeface="ＭＳ Ｐゴシック" charset="0"/>
                          <a:cs typeface="Trebuchet MS"/>
                        </a:rPr>
                        <a:t>Assess and serve customers’ needs, efficiently</a:t>
                      </a:r>
                    </a:p>
                    <a:p>
                      <a:pPr marL="227013" marR="0" lvl="0" indent="-227013" algn="l" defTabSz="1219116" rtl="0" eaLnBrk="1" fontAlgn="base" latinLnBrk="0" hangingPunct="1">
                        <a:lnSpc>
                          <a:spcPct val="100000"/>
                        </a:lnSpc>
                        <a:spcBef>
                          <a:spcPts val="300"/>
                        </a:spcBef>
                        <a:spcAft>
                          <a:spcPts val="300"/>
                        </a:spcAft>
                        <a:buClr>
                          <a:srgbClr val="7F5DE4"/>
                        </a:buClr>
                        <a:buSzPct val="70000"/>
                        <a:buFont typeface="Arial" panose="020B0604020202020204" pitchFamily="34" charset="0"/>
                        <a:buChar char="►"/>
                        <a:tabLst/>
                        <a:defRPr/>
                      </a:pPr>
                      <a:r>
                        <a:rPr lang="en-US" sz="1100" b="0" i="0" kern="1200" dirty="0">
                          <a:solidFill>
                            <a:srgbClr val="717171"/>
                          </a:solidFill>
                          <a:latin typeface="Trebuchet MS"/>
                          <a:ea typeface="ＭＳ Ｐゴシック" charset="0"/>
                          <a:cs typeface="Trebuchet MS"/>
                        </a:rPr>
                        <a:t>Have the information, guidelines </a:t>
                      </a:r>
                      <a:r>
                        <a:rPr lang="en-US" sz="1100" b="0" i="0" u="sng" kern="1200" dirty="0">
                          <a:solidFill>
                            <a:srgbClr val="717171"/>
                          </a:solidFill>
                          <a:latin typeface="Trebuchet MS"/>
                          <a:ea typeface="ＭＳ Ｐゴシック" charset="0"/>
                          <a:cs typeface="Trebuchet MS"/>
                        </a:rPr>
                        <a:t>and</a:t>
                      </a:r>
                      <a:r>
                        <a:rPr lang="en-US" sz="1100" b="0" i="0" kern="1200" dirty="0">
                          <a:solidFill>
                            <a:srgbClr val="717171"/>
                          </a:solidFill>
                          <a:latin typeface="Trebuchet MS"/>
                          <a:ea typeface="ＭＳ Ｐゴシック" charset="0"/>
                          <a:cs typeface="Trebuchet MS"/>
                        </a:rPr>
                        <a:t> autonomy to make good decisions</a:t>
                      </a:r>
                    </a:p>
                    <a:p>
                      <a:pPr marL="227013" marR="0" lvl="0" indent="-227013" algn="l" defTabSz="1219116" rtl="0" eaLnBrk="1" fontAlgn="base" latinLnBrk="0" hangingPunct="1">
                        <a:lnSpc>
                          <a:spcPct val="100000"/>
                        </a:lnSpc>
                        <a:spcBef>
                          <a:spcPts val="300"/>
                        </a:spcBef>
                        <a:spcAft>
                          <a:spcPts val="300"/>
                        </a:spcAft>
                        <a:buClr>
                          <a:srgbClr val="7F5DE4"/>
                        </a:buClr>
                        <a:buSzPct val="70000"/>
                        <a:buFont typeface="Arial" panose="020B0604020202020204" pitchFamily="34" charset="0"/>
                        <a:buChar char="►"/>
                        <a:tabLst/>
                        <a:defRPr/>
                      </a:pPr>
                      <a:r>
                        <a:rPr lang="en-US" sz="1100" b="0" i="0" kern="1200" dirty="0">
                          <a:solidFill>
                            <a:srgbClr val="717171"/>
                          </a:solidFill>
                          <a:latin typeface="Trebuchet MS"/>
                          <a:ea typeface="ＭＳ Ｐゴシック" charset="0"/>
                          <a:cs typeface="Trebuchet MS"/>
                        </a:rPr>
                        <a:t>Earn a good living</a:t>
                      </a:r>
                    </a:p>
                  </a:txBody>
                  <a:tcPr marL="162560" marR="162560" marT="81280" marB="81280" anchor="ctr">
                    <a:lnL w="38100" cap="flat" cmpd="sng" algn="ctr">
                      <a:solidFill>
                        <a:srgbClr val="00D496"/>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344877795"/>
                  </a:ext>
                </a:extLst>
              </a:tr>
            </a:tbl>
          </a:graphicData>
        </a:graphic>
      </p:graphicFrame>
      <p:graphicFrame>
        <p:nvGraphicFramePr>
          <p:cNvPr id="38" name="Table 37">
            <a:extLst>
              <a:ext uri="{FF2B5EF4-FFF2-40B4-BE49-F238E27FC236}">
                <a16:creationId xmlns:a16="http://schemas.microsoft.com/office/drawing/2014/main" id="{484826FD-48F9-4C5D-98E6-917AEE9CD1D8}"/>
              </a:ext>
            </a:extLst>
          </p:cNvPr>
          <p:cNvGraphicFramePr>
            <a:graphicFrameLocks noGrp="1"/>
          </p:cNvGraphicFramePr>
          <p:nvPr>
            <p:extLst>
              <p:ext uri="{D42A27DB-BD31-4B8C-83A1-F6EECF244321}">
                <p14:modId xmlns:p14="http://schemas.microsoft.com/office/powerpoint/2010/main" val="900068109"/>
              </p:ext>
            </p:extLst>
          </p:nvPr>
        </p:nvGraphicFramePr>
        <p:xfrm>
          <a:off x="5792501" y="3578284"/>
          <a:ext cx="3411030" cy="1434260"/>
        </p:xfrm>
        <a:graphic>
          <a:graphicData uri="http://schemas.openxmlformats.org/drawingml/2006/table">
            <a:tbl>
              <a:tblPr firstRow="1" bandRow="1">
                <a:tableStyleId>{5C22544A-7EE6-4342-B048-85BDC9FD1C3A}</a:tableStyleId>
              </a:tblPr>
              <a:tblGrid>
                <a:gridCol w="3411030">
                  <a:extLst>
                    <a:ext uri="{9D8B030D-6E8A-4147-A177-3AD203B41FA5}">
                      <a16:colId xmlns:a16="http://schemas.microsoft.com/office/drawing/2014/main" val="200999681"/>
                    </a:ext>
                  </a:extLst>
                </a:gridCol>
              </a:tblGrid>
              <a:tr h="1434260">
                <a:tc>
                  <a:txBody>
                    <a:bodyPr/>
                    <a:lstStyle/>
                    <a:p>
                      <a:pPr marL="0" marR="0" lvl="0" indent="0" algn="l" defTabSz="1219116" rtl="0" eaLnBrk="1" fontAlgn="base" latinLnBrk="0" hangingPunct="1">
                        <a:lnSpc>
                          <a:spcPct val="100000"/>
                        </a:lnSpc>
                        <a:spcBef>
                          <a:spcPts val="300"/>
                        </a:spcBef>
                        <a:spcAft>
                          <a:spcPts val="300"/>
                        </a:spcAft>
                        <a:buClr>
                          <a:srgbClr val="7F5DE4"/>
                        </a:buClr>
                        <a:buSzPct val="70000"/>
                        <a:buFont typeface="+mj-lt"/>
                        <a:buNone/>
                        <a:tabLst/>
                        <a:defRPr/>
                      </a:pPr>
                      <a:r>
                        <a:rPr lang="en-US" sz="1100" b="0" i="1" kern="1200" dirty="0">
                          <a:solidFill>
                            <a:srgbClr val="717171"/>
                          </a:solidFill>
                          <a:latin typeface="+mn-lt"/>
                          <a:ea typeface="ＭＳ Ｐゴシック" charset="0"/>
                          <a:cs typeface="Trebuchet MS"/>
                        </a:rPr>
                        <a:t>Wants to …</a:t>
                      </a:r>
                    </a:p>
                    <a:p>
                      <a:pPr marL="227013" marR="0" lvl="0" indent="-227013" algn="l" defTabSz="1219116" rtl="0" eaLnBrk="1" fontAlgn="base" latinLnBrk="0" hangingPunct="1">
                        <a:lnSpc>
                          <a:spcPct val="100000"/>
                        </a:lnSpc>
                        <a:spcBef>
                          <a:spcPts val="300"/>
                        </a:spcBef>
                        <a:spcAft>
                          <a:spcPts val="300"/>
                        </a:spcAft>
                        <a:buClr>
                          <a:srgbClr val="7F5DE4"/>
                        </a:buClr>
                        <a:buSzPct val="70000"/>
                        <a:buFont typeface="Arial" panose="020B0604020202020204" pitchFamily="34" charset="0"/>
                        <a:buChar char="►"/>
                        <a:tabLst/>
                        <a:defRPr/>
                      </a:pPr>
                      <a:r>
                        <a:rPr lang="en-US" sz="1100" b="0" i="0" kern="1200" dirty="0">
                          <a:solidFill>
                            <a:srgbClr val="717171"/>
                          </a:solidFill>
                          <a:latin typeface="+mn-lt"/>
                          <a:ea typeface="ＭＳ Ｐゴシック" charset="0"/>
                          <a:cs typeface="Trebuchet MS"/>
                        </a:rPr>
                        <a:t>Grow profitably, creating win-win value</a:t>
                      </a:r>
                    </a:p>
                    <a:p>
                      <a:pPr marL="227013" marR="0" lvl="0" indent="-227013" algn="l" defTabSz="1219116" rtl="0" eaLnBrk="1" fontAlgn="base" latinLnBrk="0" hangingPunct="1">
                        <a:lnSpc>
                          <a:spcPct val="100000"/>
                        </a:lnSpc>
                        <a:spcBef>
                          <a:spcPts val="300"/>
                        </a:spcBef>
                        <a:spcAft>
                          <a:spcPts val="300"/>
                        </a:spcAft>
                        <a:buClr>
                          <a:srgbClr val="7F5DE4"/>
                        </a:buClr>
                        <a:buSzPct val="70000"/>
                        <a:buFont typeface="Arial" panose="020B0604020202020204" pitchFamily="34" charset="0"/>
                        <a:buChar char="►"/>
                        <a:tabLst/>
                        <a:defRPr/>
                      </a:pPr>
                      <a:r>
                        <a:rPr lang="en-US" sz="1100" b="0" i="0" kern="1200" dirty="0">
                          <a:solidFill>
                            <a:srgbClr val="717171"/>
                          </a:solidFill>
                          <a:latin typeface="+mn-lt"/>
                          <a:ea typeface="ＭＳ Ｐゴシック" charset="0"/>
                          <a:cs typeface="Trebuchet MS"/>
                        </a:rPr>
                        <a:t>Serve customers with world-class product, pricing and experience</a:t>
                      </a:r>
                    </a:p>
                    <a:p>
                      <a:pPr marL="227013" marR="0" lvl="0" indent="-227013" algn="l" defTabSz="1219116" rtl="0" eaLnBrk="1" fontAlgn="base" latinLnBrk="0" hangingPunct="1">
                        <a:lnSpc>
                          <a:spcPct val="100000"/>
                        </a:lnSpc>
                        <a:spcBef>
                          <a:spcPts val="300"/>
                        </a:spcBef>
                        <a:spcAft>
                          <a:spcPts val="300"/>
                        </a:spcAft>
                        <a:buClr>
                          <a:srgbClr val="7F5DE4"/>
                        </a:buClr>
                        <a:buSzPct val="70000"/>
                        <a:buFont typeface="Arial" panose="020B0604020202020204" pitchFamily="34" charset="0"/>
                        <a:buChar char="►"/>
                        <a:tabLst/>
                        <a:defRPr/>
                      </a:pPr>
                      <a:r>
                        <a:rPr lang="en-US" sz="1100" b="0" i="0" kern="1200" dirty="0">
                          <a:solidFill>
                            <a:srgbClr val="717171"/>
                          </a:solidFill>
                          <a:latin typeface="Trebuchet MS"/>
                          <a:ea typeface="ＭＳ Ｐゴシック" charset="0"/>
                          <a:cs typeface="Trebuchet MS"/>
                        </a:rPr>
                        <a:t>Invest in data, analytic &amp; tech infrastructure that is future-proof</a:t>
                      </a:r>
                    </a:p>
                  </a:txBody>
                  <a:tcPr marL="162560" marR="162560" marT="81280" marB="81280" anchor="ctr">
                    <a:lnL w="38100" cap="flat" cmpd="sng" algn="ctr">
                      <a:solidFill>
                        <a:srgbClr val="00D496"/>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344877795"/>
                  </a:ext>
                </a:extLst>
              </a:tr>
            </a:tbl>
          </a:graphicData>
        </a:graphic>
      </p:graphicFrame>
      <p:pic>
        <p:nvPicPr>
          <p:cNvPr id="40" name="Picture 39">
            <a:extLst>
              <a:ext uri="{FF2B5EF4-FFF2-40B4-BE49-F238E27FC236}">
                <a16:creationId xmlns:a16="http://schemas.microsoft.com/office/drawing/2014/main" id="{C2B0AB4C-5964-422B-ADF9-B1017254988D}"/>
              </a:ext>
            </a:extLst>
          </p:cNvPr>
          <p:cNvPicPr>
            <a:picLocks noChangeAspect="1"/>
          </p:cNvPicPr>
          <p:nvPr/>
        </p:nvPicPr>
        <p:blipFill>
          <a:blip r:embed="rId3">
            <a:biLevel thresh="25000"/>
            <a:alphaModFix amt="50000"/>
          </a:blip>
          <a:stretch>
            <a:fillRect/>
          </a:stretch>
        </p:blipFill>
        <p:spPr>
          <a:xfrm>
            <a:off x="4240918" y="3542587"/>
            <a:ext cx="713620" cy="569293"/>
          </a:xfrm>
          <a:prstGeom prst="rect">
            <a:avLst/>
          </a:prstGeom>
        </p:spPr>
      </p:pic>
      <p:grpSp>
        <p:nvGrpSpPr>
          <p:cNvPr id="6" name="Group 5">
            <a:extLst>
              <a:ext uri="{FF2B5EF4-FFF2-40B4-BE49-F238E27FC236}">
                <a16:creationId xmlns:a16="http://schemas.microsoft.com/office/drawing/2014/main" id="{EC650CC7-5CCD-4C05-83D1-B51338D2F5E8}"/>
              </a:ext>
            </a:extLst>
          </p:cNvPr>
          <p:cNvGrpSpPr/>
          <p:nvPr/>
        </p:nvGrpSpPr>
        <p:grpSpPr>
          <a:xfrm>
            <a:off x="5122826" y="1910552"/>
            <a:ext cx="731660" cy="591831"/>
            <a:chOff x="5122826" y="1910552"/>
            <a:chExt cx="731660" cy="591831"/>
          </a:xfrm>
        </p:grpSpPr>
        <p:pic>
          <p:nvPicPr>
            <p:cNvPr id="22" name="Picture 21">
              <a:extLst>
                <a:ext uri="{FF2B5EF4-FFF2-40B4-BE49-F238E27FC236}">
                  <a16:creationId xmlns:a16="http://schemas.microsoft.com/office/drawing/2014/main" id="{3E958D83-5C00-470E-98AA-E611C1D72EFB}"/>
                </a:ext>
              </a:extLst>
            </p:cNvPr>
            <p:cNvPicPr>
              <a:picLocks noChangeAspect="1"/>
            </p:cNvPicPr>
            <p:nvPr/>
          </p:nvPicPr>
          <p:blipFill>
            <a:blip r:embed="rId4">
              <a:clrChange>
                <a:clrFrom>
                  <a:srgbClr val="FFFFFF"/>
                </a:clrFrom>
                <a:clrTo>
                  <a:srgbClr val="FFFFFF">
                    <a:alpha val="0"/>
                  </a:srgbClr>
                </a:clrTo>
              </a:clrChange>
              <a:duotone>
                <a:prstClr val="black"/>
                <a:schemeClr val="tx2">
                  <a:tint val="45000"/>
                  <a:satMod val="400000"/>
                </a:schemeClr>
              </a:duotone>
              <a:lum bright="40000" contrast="40000"/>
            </a:blip>
            <a:stretch>
              <a:fillRect/>
            </a:stretch>
          </p:blipFill>
          <p:spPr>
            <a:xfrm>
              <a:off x="5122826" y="1910552"/>
              <a:ext cx="731660" cy="589282"/>
            </a:xfrm>
            <a:prstGeom prst="rect">
              <a:avLst/>
            </a:prstGeom>
          </p:spPr>
        </p:pic>
        <p:sp>
          <p:nvSpPr>
            <p:cNvPr id="5" name="Flowchart: Off-page Connector 4">
              <a:extLst>
                <a:ext uri="{FF2B5EF4-FFF2-40B4-BE49-F238E27FC236}">
                  <a16:creationId xmlns:a16="http://schemas.microsoft.com/office/drawing/2014/main" id="{7FE587F0-969A-4627-AAF8-50006F0D320D}"/>
                </a:ext>
              </a:extLst>
            </p:cNvPr>
            <p:cNvSpPr/>
            <p:nvPr/>
          </p:nvSpPr>
          <p:spPr>
            <a:xfrm>
              <a:off x="5463686" y="2261484"/>
              <a:ext cx="54307" cy="240899"/>
            </a:xfrm>
            <a:prstGeom prst="flowChartOffpageConnector">
              <a:avLst/>
            </a:prstGeom>
            <a:noFill/>
            <a:ln w="19050">
              <a:solidFill>
                <a:srgbClr val="A3CDFC"/>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spcAft>
                  <a:spcPts val="600"/>
                </a:spcAft>
              </a:pPr>
              <a:endParaRPr lang="en-US" dirty="0">
                <a:solidFill>
                  <a:prstClr val="white"/>
                </a:solidFill>
              </a:endParaRPr>
            </a:p>
          </p:txBody>
        </p:sp>
        <p:sp>
          <p:nvSpPr>
            <p:cNvPr id="24" name="Flowchart: Off-page Connector 23">
              <a:extLst>
                <a:ext uri="{FF2B5EF4-FFF2-40B4-BE49-F238E27FC236}">
                  <a16:creationId xmlns:a16="http://schemas.microsoft.com/office/drawing/2014/main" id="{967ED6F7-5D5D-4D50-B3E5-E695C139C80E}"/>
                </a:ext>
              </a:extLst>
            </p:cNvPr>
            <p:cNvSpPr/>
            <p:nvPr/>
          </p:nvSpPr>
          <p:spPr>
            <a:xfrm>
              <a:off x="5244463" y="2200573"/>
              <a:ext cx="45719" cy="171047"/>
            </a:xfrm>
            <a:prstGeom prst="flowChartOffpageConnector">
              <a:avLst/>
            </a:prstGeom>
            <a:noFill/>
            <a:ln w="19050">
              <a:solidFill>
                <a:srgbClr val="A3CDFC"/>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spcAft>
                  <a:spcPts val="600"/>
                </a:spcAft>
              </a:pPr>
              <a:endParaRPr lang="en-US" dirty="0">
                <a:solidFill>
                  <a:prstClr val="white"/>
                </a:solidFill>
              </a:endParaRPr>
            </a:p>
          </p:txBody>
        </p:sp>
        <p:sp>
          <p:nvSpPr>
            <p:cNvPr id="26" name="Flowchart: Off-page Connector 25">
              <a:extLst>
                <a:ext uri="{FF2B5EF4-FFF2-40B4-BE49-F238E27FC236}">
                  <a16:creationId xmlns:a16="http://schemas.microsoft.com/office/drawing/2014/main" id="{F50E86AB-62A4-4D2F-9535-168BBCCA1D85}"/>
                </a:ext>
              </a:extLst>
            </p:cNvPr>
            <p:cNvSpPr/>
            <p:nvPr/>
          </p:nvSpPr>
          <p:spPr>
            <a:xfrm>
              <a:off x="5682272" y="2199369"/>
              <a:ext cx="45719" cy="171047"/>
            </a:xfrm>
            <a:prstGeom prst="flowChartOffpageConnector">
              <a:avLst/>
            </a:prstGeom>
            <a:noFill/>
            <a:ln w="19050">
              <a:solidFill>
                <a:srgbClr val="A3CDFC"/>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spcAft>
                  <a:spcPts val="600"/>
                </a:spcAft>
              </a:pPr>
              <a:endParaRPr lang="en-US" dirty="0">
                <a:solidFill>
                  <a:prstClr val="white"/>
                </a:solidFill>
              </a:endParaRPr>
            </a:p>
          </p:txBody>
        </p:sp>
      </p:grpSp>
      <p:grpSp>
        <p:nvGrpSpPr>
          <p:cNvPr id="27" name="Group 99">
            <a:extLst>
              <a:ext uri="{FF2B5EF4-FFF2-40B4-BE49-F238E27FC236}">
                <a16:creationId xmlns:a16="http://schemas.microsoft.com/office/drawing/2014/main" id="{BE6AB5EB-CD30-4D8C-BEEC-60B5E2591905}"/>
              </a:ext>
            </a:extLst>
          </p:cNvPr>
          <p:cNvGrpSpPr>
            <a:grpSpLocks noChangeAspect="1"/>
          </p:cNvGrpSpPr>
          <p:nvPr/>
        </p:nvGrpSpPr>
        <p:grpSpPr bwMode="auto">
          <a:xfrm>
            <a:off x="3533497" y="1846413"/>
            <a:ext cx="664054" cy="680099"/>
            <a:chOff x="516" y="1942"/>
            <a:chExt cx="443" cy="426"/>
          </a:xfrm>
          <a:solidFill>
            <a:srgbClr val="A3CDFC"/>
          </a:solidFill>
        </p:grpSpPr>
        <p:sp>
          <p:nvSpPr>
            <p:cNvPr id="28" name="Freeform 100">
              <a:extLst>
                <a:ext uri="{FF2B5EF4-FFF2-40B4-BE49-F238E27FC236}">
                  <a16:creationId xmlns:a16="http://schemas.microsoft.com/office/drawing/2014/main" id="{F8C51664-3E0D-41E9-BE1C-3E77B2B7EFBE}"/>
                </a:ext>
              </a:extLst>
            </p:cNvPr>
            <p:cNvSpPr>
              <a:spLocks noEditPoints="1"/>
            </p:cNvSpPr>
            <p:nvPr/>
          </p:nvSpPr>
          <p:spPr bwMode="auto">
            <a:xfrm>
              <a:off x="516" y="1942"/>
              <a:ext cx="443" cy="426"/>
            </a:xfrm>
            <a:custGeom>
              <a:avLst/>
              <a:gdLst>
                <a:gd name="T0" fmla="*/ 283 w 289"/>
                <a:gd name="T1" fmla="*/ 285 h 285"/>
                <a:gd name="T2" fmla="*/ 7 w 289"/>
                <a:gd name="T3" fmla="*/ 285 h 285"/>
                <a:gd name="T4" fmla="*/ 2 w 289"/>
                <a:gd name="T5" fmla="*/ 283 h 285"/>
                <a:gd name="T6" fmla="*/ 1 w 289"/>
                <a:gd name="T7" fmla="*/ 278 h 285"/>
                <a:gd name="T8" fmla="*/ 33 w 289"/>
                <a:gd name="T9" fmla="*/ 208 h 285"/>
                <a:gd name="T10" fmla="*/ 71 w 289"/>
                <a:gd name="T11" fmla="*/ 197 h 285"/>
                <a:gd name="T12" fmla="*/ 109 w 289"/>
                <a:gd name="T13" fmla="*/ 171 h 285"/>
                <a:gd name="T14" fmla="*/ 109 w 289"/>
                <a:gd name="T15" fmla="*/ 158 h 285"/>
                <a:gd name="T16" fmla="*/ 92 w 289"/>
                <a:gd name="T17" fmla="*/ 165 h 285"/>
                <a:gd name="T18" fmla="*/ 44 w 289"/>
                <a:gd name="T19" fmla="*/ 145 h 285"/>
                <a:gd name="T20" fmla="*/ 43 w 289"/>
                <a:gd name="T21" fmla="*/ 139 h 285"/>
                <a:gd name="T22" fmla="*/ 49 w 289"/>
                <a:gd name="T23" fmla="*/ 135 h 285"/>
                <a:gd name="T24" fmla="*/ 63 w 289"/>
                <a:gd name="T25" fmla="*/ 88 h 285"/>
                <a:gd name="T26" fmla="*/ 97 w 289"/>
                <a:gd name="T27" fmla="*/ 6 h 285"/>
                <a:gd name="T28" fmla="*/ 145 w 289"/>
                <a:gd name="T29" fmla="*/ 14 h 285"/>
                <a:gd name="T30" fmla="*/ 192 w 289"/>
                <a:gd name="T31" fmla="*/ 6 h 285"/>
                <a:gd name="T32" fmla="*/ 226 w 289"/>
                <a:gd name="T33" fmla="*/ 88 h 285"/>
                <a:gd name="T34" fmla="*/ 241 w 289"/>
                <a:gd name="T35" fmla="*/ 135 h 285"/>
                <a:gd name="T36" fmla="*/ 246 w 289"/>
                <a:gd name="T37" fmla="*/ 138 h 285"/>
                <a:gd name="T38" fmla="*/ 246 w 289"/>
                <a:gd name="T39" fmla="*/ 144 h 285"/>
                <a:gd name="T40" fmla="*/ 199 w 289"/>
                <a:gd name="T41" fmla="*/ 167 h 285"/>
                <a:gd name="T42" fmla="*/ 181 w 289"/>
                <a:gd name="T43" fmla="*/ 160 h 285"/>
                <a:gd name="T44" fmla="*/ 181 w 289"/>
                <a:gd name="T45" fmla="*/ 171 h 285"/>
                <a:gd name="T46" fmla="*/ 218 w 289"/>
                <a:gd name="T47" fmla="*/ 197 h 285"/>
                <a:gd name="T48" fmla="*/ 256 w 289"/>
                <a:gd name="T49" fmla="*/ 208 h 285"/>
                <a:gd name="T50" fmla="*/ 289 w 289"/>
                <a:gd name="T51" fmla="*/ 278 h 285"/>
                <a:gd name="T52" fmla="*/ 287 w 289"/>
                <a:gd name="T53" fmla="*/ 283 h 285"/>
                <a:gd name="T54" fmla="*/ 283 w 289"/>
                <a:gd name="T55" fmla="*/ 285 h 285"/>
                <a:gd name="T56" fmla="*/ 14 w 289"/>
                <a:gd name="T57" fmla="*/ 273 h 285"/>
                <a:gd name="T58" fmla="*/ 276 w 289"/>
                <a:gd name="T59" fmla="*/ 273 h 285"/>
                <a:gd name="T60" fmla="*/ 249 w 289"/>
                <a:gd name="T61" fmla="*/ 218 h 285"/>
                <a:gd name="T62" fmla="*/ 217 w 289"/>
                <a:gd name="T63" fmla="*/ 209 h 285"/>
                <a:gd name="T64" fmla="*/ 169 w 289"/>
                <a:gd name="T65" fmla="*/ 171 h 285"/>
                <a:gd name="T66" fmla="*/ 169 w 289"/>
                <a:gd name="T67" fmla="*/ 141 h 285"/>
                <a:gd name="T68" fmla="*/ 174 w 289"/>
                <a:gd name="T69" fmla="*/ 135 h 285"/>
                <a:gd name="T70" fmla="*/ 180 w 289"/>
                <a:gd name="T71" fmla="*/ 139 h 285"/>
                <a:gd name="T72" fmla="*/ 200 w 289"/>
                <a:gd name="T73" fmla="*/ 155 h 285"/>
                <a:gd name="T74" fmla="*/ 231 w 289"/>
                <a:gd name="T75" fmla="*/ 144 h 285"/>
                <a:gd name="T76" fmla="*/ 214 w 289"/>
                <a:gd name="T77" fmla="*/ 89 h 285"/>
                <a:gd name="T78" fmla="*/ 187 w 289"/>
                <a:gd name="T79" fmla="*/ 17 h 285"/>
                <a:gd name="T80" fmla="*/ 148 w 289"/>
                <a:gd name="T81" fmla="*/ 26 h 285"/>
                <a:gd name="T82" fmla="*/ 141 w 289"/>
                <a:gd name="T83" fmla="*/ 26 h 285"/>
                <a:gd name="T84" fmla="*/ 102 w 289"/>
                <a:gd name="T85" fmla="*/ 17 h 285"/>
                <a:gd name="T86" fmla="*/ 75 w 289"/>
                <a:gd name="T87" fmla="*/ 89 h 285"/>
                <a:gd name="T88" fmla="*/ 59 w 289"/>
                <a:gd name="T89" fmla="*/ 143 h 285"/>
                <a:gd name="T90" fmla="*/ 90 w 289"/>
                <a:gd name="T91" fmla="*/ 153 h 285"/>
                <a:gd name="T92" fmla="*/ 109 w 289"/>
                <a:gd name="T93" fmla="*/ 140 h 285"/>
                <a:gd name="T94" fmla="*/ 116 w 289"/>
                <a:gd name="T95" fmla="*/ 136 h 285"/>
                <a:gd name="T96" fmla="*/ 121 w 289"/>
                <a:gd name="T97" fmla="*/ 142 h 285"/>
                <a:gd name="T98" fmla="*/ 121 w 289"/>
                <a:gd name="T99" fmla="*/ 171 h 285"/>
                <a:gd name="T100" fmla="*/ 72 w 289"/>
                <a:gd name="T101" fmla="*/ 209 h 285"/>
                <a:gd name="T102" fmla="*/ 40 w 289"/>
                <a:gd name="T103" fmla="*/ 218 h 285"/>
                <a:gd name="T104" fmla="*/ 14 w 289"/>
                <a:gd name="T105" fmla="*/ 273 h 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89" h="285">
                  <a:moveTo>
                    <a:pt x="283" y="285"/>
                  </a:moveTo>
                  <a:cubicBezTo>
                    <a:pt x="7" y="285"/>
                    <a:pt x="7" y="285"/>
                    <a:pt x="7" y="285"/>
                  </a:cubicBezTo>
                  <a:cubicBezTo>
                    <a:pt x="5" y="285"/>
                    <a:pt x="3" y="284"/>
                    <a:pt x="2" y="283"/>
                  </a:cubicBezTo>
                  <a:cubicBezTo>
                    <a:pt x="1" y="282"/>
                    <a:pt x="0" y="280"/>
                    <a:pt x="1" y="278"/>
                  </a:cubicBezTo>
                  <a:cubicBezTo>
                    <a:pt x="1" y="276"/>
                    <a:pt x="7" y="228"/>
                    <a:pt x="33" y="208"/>
                  </a:cubicBezTo>
                  <a:cubicBezTo>
                    <a:pt x="43" y="201"/>
                    <a:pt x="57" y="199"/>
                    <a:pt x="71" y="197"/>
                  </a:cubicBezTo>
                  <a:cubicBezTo>
                    <a:pt x="95" y="194"/>
                    <a:pt x="109" y="191"/>
                    <a:pt x="109" y="171"/>
                  </a:cubicBezTo>
                  <a:cubicBezTo>
                    <a:pt x="109" y="158"/>
                    <a:pt x="109" y="158"/>
                    <a:pt x="109" y="158"/>
                  </a:cubicBezTo>
                  <a:cubicBezTo>
                    <a:pt x="104" y="162"/>
                    <a:pt x="98" y="164"/>
                    <a:pt x="92" y="165"/>
                  </a:cubicBezTo>
                  <a:cubicBezTo>
                    <a:pt x="74" y="168"/>
                    <a:pt x="57" y="161"/>
                    <a:pt x="44" y="145"/>
                  </a:cubicBezTo>
                  <a:cubicBezTo>
                    <a:pt x="43" y="143"/>
                    <a:pt x="42" y="141"/>
                    <a:pt x="43" y="139"/>
                  </a:cubicBezTo>
                  <a:cubicBezTo>
                    <a:pt x="44" y="136"/>
                    <a:pt x="46" y="135"/>
                    <a:pt x="49" y="135"/>
                  </a:cubicBezTo>
                  <a:cubicBezTo>
                    <a:pt x="57" y="135"/>
                    <a:pt x="60" y="109"/>
                    <a:pt x="63" y="88"/>
                  </a:cubicBezTo>
                  <a:cubicBezTo>
                    <a:pt x="68" y="54"/>
                    <a:pt x="73" y="17"/>
                    <a:pt x="97" y="6"/>
                  </a:cubicBezTo>
                  <a:cubicBezTo>
                    <a:pt x="110" y="0"/>
                    <a:pt x="125" y="3"/>
                    <a:pt x="145" y="14"/>
                  </a:cubicBezTo>
                  <a:cubicBezTo>
                    <a:pt x="164" y="3"/>
                    <a:pt x="180" y="0"/>
                    <a:pt x="192" y="6"/>
                  </a:cubicBezTo>
                  <a:cubicBezTo>
                    <a:pt x="216" y="17"/>
                    <a:pt x="221" y="54"/>
                    <a:pt x="226" y="88"/>
                  </a:cubicBezTo>
                  <a:cubicBezTo>
                    <a:pt x="229" y="109"/>
                    <a:pt x="233" y="135"/>
                    <a:pt x="241" y="135"/>
                  </a:cubicBezTo>
                  <a:cubicBezTo>
                    <a:pt x="243" y="135"/>
                    <a:pt x="245" y="136"/>
                    <a:pt x="246" y="138"/>
                  </a:cubicBezTo>
                  <a:cubicBezTo>
                    <a:pt x="247" y="140"/>
                    <a:pt x="247" y="142"/>
                    <a:pt x="246" y="144"/>
                  </a:cubicBezTo>
                  <a:cubicBezTo>
                    <a:pt x="236" y="161"/>
                    <a:pt x="217" y="169"/>
                    <a:pt x="199" y="167"/>
                  </a:cubicBezTo>
                  <a:cubicBezTo>
                    <a:pt x="192" y="166"/>
                    <a:pt x="186" y="163"/>
                    <a:pt x="181" y="160"/>
                  </a:cubicBezTo>
                  <a:cubicBezTo>
                    <a:pt x="181" y="171"/>
                    <a:pt x="181" y="171"/>
                    <a:pt x="181" y="171"/>
                  </a:cubicBezTo>
                  <a:cubicBezTo>
                    <a:pt x="181" y="191"/>
                    <a:pt x="194" y="194"/>
                    <a:pt x="218" y="197"/>
                  </a:cubicBezTo>
                  <a:cubicBezTo>
                    <a:pt x="232" y="199"/>
                    <a:pt x="246" y="201"/>
                    <a:pt x="256" y="208"/>
                  </a:cubicBezTo>
                  <a:cubicBezTo>
                    <a:pt x="282" y="228"/>
                    <a:pt x="288" y="276"/>
                    <a:pt x="289" y="278"/>
                  </a:cubicBezTo>
                  <a:cubicBezTo>
                    <a:pt x="289" y="280"/>
                    <a:pt x="288" y="282"/>
                    <a:pt x="287" y="283"/>
                  </a:cubicBezTo>
                  <a:cubicBezTo>
                    <a:pt x="286" y="284"/>
                    <a:pt x="284" y="285"/>
                    <a:pt x="283" y="285"/>
                  </a:cubicBezTo>
                  <a:close/>
                  <a:moveTo>
                    <a:pt x="14" y="273"/>
                  </a:moveTo>
                  <a:cubicBezTo>
                    <a:pt x="276" y="273"/>
                    <a:pt x="276" y="273"/>
                    <a:pt x="276" y="273"/>
                  </a:cubicBezTo>
                  <a:cubicBezTo>
                    <a:pt x="273" y="260"/>
                    <a:pt x="266" y="230"/>
                    <a:pt x="249" y="218"/>
                  </a:cubicBezTo>
                  <a:cubicBezTo>
                    <a:pt x="241" y="212"/>
                    <a:pt x="229" y="211"/>
                    <a:pt x="217" y="209"/>
                  </a:cubicBezTo>
                  <a:cubicBezTo>
                    <a:pt x="195" y="206"/>
                    <a:pt x="169" y="203"/>
                    <a:pt x="169" y="171"/>
                  </a:cubicBezTo>
                  <a:cubicBezTo>
                    <a:pt x="169" y="141"/>
                    <a:pt x="169" y="141"/>
                    <a:pt x="169" y="141"/>
                  </a:cubicBezTo>
                  <a:cubicBezTo>
                    <a:pt x="169" y="138"/>
                    <a:pt x="171" y="135"/>
                    <a:pt x="174" y="135"/>
                  </a:cubicBezTo>
                  <a:cubicBezTo>
                    <a:pt x="177" y="135"/>
                    <a:pt x="180" y="136"/>
                    <a:pt x="180" y="139"/>
                  </a:cubicBezTo>
                  <a:cubicBezTo>
                    <a:pt x="182" y="147"/>
                    <a:pt x="190" y="153"/>
                    <a:pt x="200" y="155"/>
                  </a:cubicBezTo>
                  <a:cubicBezTo>
                    <a:pt x="210" y="156"/>
                    <a:pt x="222" y="154"/>
                    <a:pt x="231" y="144"/>
                  </a:cubicBezTo>
                  <a:cubicBezTo>
                    <a:pt x="221" y="136"/>
                    <a:pt x="217" y="114"/>
                    <a:pt x="214" y="89"/>
                  </a:cubicBezTo>
                  <a:cubicBezTo>
                    <a:pt x="210" y="61"/>
                    <a:pt x="205" y="25"/>
                    <a:pt x="187" y="17"/>
                  </a:cubicBezTo>
                  <a:cubicBezTo>
                    <a:pt x="178" y="12"/>
                    <a:pt x="165" y="16"/>
                    <a:pt x="148" y="26"/>
                  </a:cubicBezTo>
                  <a:cubicBezTo>
                    <a:pt x="146" y="27"/>
                    <a:pt x="143" y="27"/>
                    <a:pt x="141" y="26"/>
                  </a:cubicBezTo>
                  <a:cubicBezTo>
                    <a:pt x="125" y="16"/>
                    <a:pt x="111" y="12"/>
                    <a:pt x="102" y="17"/>
                  </a:cubicBezTo>
                  <a:cubicBezTo>
                    <a:pt x="84" y="25"/>
                    <a:pt x="79" y="61"/>
                    <a:pt x="75" y="89"/>
                  </a:cubicBezTo>
                  <a:cubicBezTo>
                    <a:pt x="72" y="113"/>
                    <a:pt x="69" y="135"/>
                    <a:pt x="59" y="143"/>
                  </a:cubicBezTo>
                  <a:cubicBezTo>
                    <a:pt x="72" y="155"/>
                    <a:pt x="85" y="154"/>
                    <a:pt x="90" y="153"/>
                  </a:cubicBezTo>
                  <a:cubicBezTo>
                    <a:pt x="99" y="152"/>
                    <a:pt x="107" y="146"/>
                    <a:pt x="109" y="140"/>
                  </a:cubicBezTo>
                  <a:cubicBezTo>
                    <a:pt x="110" y="137"/>
                    <a:pt x="113" y="135"/>
                    <a:pt x="116" y="136"/>
                  </a:cubicBezTo>
                  <a:cubicBezTo>
                    <a:pt x="119" y="136"/>
                    <a:pt x="121" y="139"/>
                    <a:pt x="121" y="142"/>
                  </a:cubicBezTo>
                  <a:cubicBezTo>
                    <a:pt x="121" y="171"/>
                    <a:pt x="121" y="171"/>
                    <a:pt x="121" y="171"/>
                  </a:cubicBezTo>
                  <a:cubicBezTo>
                    <a:pt x="121" y="203"/>
                    <a:pt x="94" y="206"/>
                    <a:pt x="72" y="209"/>
                  </a:cubicBezTo>
                  <a:cubicBezTo>
                    <a:pt x="60" y="211"/>
                    <a:pt x="48" y="212"/>
                    <a:pt x="40" y="218"/>
                  </a:cubicBezTo>
                  <a:cubicBezTo>
                    <a:pt x="24" y="230"/>
                    <a:pt x="16" y="260"/>
                    <a:pt x="14" y="2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fontAlgn="auto">
                <a:spcBef>
                  <a:spcPts val="0"/>
                </a:spcBef>
                <a:spcAft>
                  <a:spcPts val="0"/>
                </a:spcAft>
              </a:pPr>
              <a:endParaRPr lang="en-US" sz="1200" dirty="0">
                <a:solidFill>
                  <a:srgbClr val="000000"/>
                </a:solidFill>
                <a:latin typeface="Trebuchet MS"/>
                <a:ea typeface=""/>
                <a:cs typeface=""/>
              </a:endParaRPr>
            </a:p>
          </p:txBody>
        </p:sp>
        <p:sp>
          <p:nvSpPr>
            <p:cNvPr id="29" name="Freeform 101">
              <a:extLst>
                <a:ext uri="{FF2B5EF4-FFF2-40B4-BE49-F238E27FC236}">
                  <a16:creationId xmlns:a16="http://schemas.microsoft.com/office/drawing/2014/main" id="{1C9CB90F-2F52-4A14-BA4B-D49955F2CD72}"/>
                </a:ext>
              </a:extLst>
            </p:cNvPr>
            <p:cNvSpPr>
              <a:spLocks/>
            </p:cNvSpPr>
            <p:nvPr/>
          </p:nvSpPr>
          <p:spPr bwMode="auto">
            <a:xfrm>
              <a:off x="622" y="2240"/>
              <a:ext cx="96" cy="124"/>
            </a:xfrm>
            <a:custGeom>
              <a:avLst/>
              <a:gdLst>
                <a:gd name="T0" fmla="*/ 81 w 96"/>
                <a:gd name="T1" fmla="*/ 124 h 124"/>
                <a:gd name="T2" fmla="*/ 0 w 96"/>
                <a:gd name="T3" fmla="*/ 10 h 124"/>
                <a:gd name="T4" fmla="*/ 15 w 96"/>
                <a:gd name="T5" fmla="*/ 0 h 124"/>
                <a:gd name="T6" fmla="*/ 96 w 96"/>
                <a:gd name="T7" fmla="*/ 113 h 124"/>
                <a:gd name="T8" fmla="*/ 81 w 96"/>
                <a:gd name="T9" fmla="*/ 124 h 124"/>
              </a:gdLst>
              <a:ahLst/>
              <a:cxnLst>
                <a:cxn ang="0">
                  <a:pos x="T0" y="T1"/>
                </a:cxn>
                <a:cxn ang="0">
                  <a:pos x="T2" y="T3"/>
                </a:cxn>
                <a:cxn ang="0">
                  <a:pos x="T4" y="T5"/>
                </a:cxn>
                <a:cxn ang="0">
                  <a:pos x="T6" y="T7"/>
                </a:cxn>
                <a:cxn ang="0">
                  <a:pos x="T8" y="T9"/>
                </a:cxn>
              </a:cxnLst>
              <a:rect l="0" t="0" r="r" b="b"/>
              <a:pathLst>
                <a:path w="96" h="124">
                  <a:moveTo>
                    <a:pt x="81" y="124"/>
                  </a:moveTo>
                  <a:lnTo>
                    <a:pt x="0" y="10"/>
                  </a:lnTo>
                  <a:lnTo>
                    <a:pt x="15" y="0"/>
                  </a:lnTo>
                  <a:lnTo>
                    <a:pt x="96" y="113"/>
                  </a:lnTo>
                  <a:lnTo>
                    <a:pt x="81" y="1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fontAlgn="auto">
                <a:spcBef>
                  <a:spcPts val="0"/>
                </a:spcBef>
                <a:spcAft>
                  <a:spcPts val="0"/>
                </a:spcAft>
              </a:pPr>
              <a:endParaRPr lang="en-US" sz="1200" dirty="0">
                <a:solidFill>
                  <a:srgbClr val="000000"/>
                </a:solidFill>
                <a:latin typeface="Trebuchet MS"/>
                <a:ea typeface=""/>
                <a:cs typeface=""/>
              </a:endParaRPr>
            </a:p>
          </p:txBody>
        </p:sp>
        <p:sp>
          <p:nvSpPr>
            <p:cNvPr id="30" name="Freeform 102">
              <a:extLst>
                <a:ext uri="{FF2B5EF4-FFF2-40B4-BE49-F238E27FC236}">
                  <a16:creationId xmlns:a16="http://schemas.microsoft.com/office/drawing/2014/main" id="{1901A937-4015-4255-AB84-EC59E677AEEF}"/>
                </a:ext>
              </a:extLst>
            </p:cNvPr>
            <p:cNvSpPr>
              <a:spLocks/>
            </p:cNvSpPr>
            <p:nvPr/>
          </p:nvSpPr>
          <p:spPr bwMode="auto">
            <a:xfrm>
              <a:off x="767" y="2241"/>
              <a:ext cx="95" cy="123"/>
            </a:xfrm>
            <a:custGeom>
              <a:avLst/>
              <a:gdLst>
                <a:gd name="T0" fmla="*/ 16 w 95"/>
                <a:gd name="T1" fmla="*/ 123 h 123"/>
                <a:gd name="T2" fmla="*/ 0 w 95"/>
                <a:gd name="T3" fmla="*/ 112 h 123"/>
                <a:gd name="T4" fmla="*/ 80 w 95"/>
                <a:gd name="T5" fmla="*/ 0 h 123"/>
                <a:gd name="T6" fmla="*/ 95 w 95"/>
                <a:gd name="T7" fmla="*/ 11 h 123"/>
                <a:gd name="T8" fmla="*/ 16 w 95"/>
                <a:gd name="T9" fmla="*/ 123 h 123"/>
              </a:gdLst>
              <a:ahLst/>
              <a:cxnLst>
                <a:cxn ang="0">
                  <a:pos x="T0" y="T1"/>
                </a:cxn>
                <a:cxn ang="0">
                  <a:pos x="T2" y="T3"/>
                </a:cxn>
                <a:cxn ang="0">
                  <a:pos x="T4" y="T5"/>
                </a:cxn>
                <a:cxn ang="0">
                  <a:pos x="T6" y="T7"/>
                </a:cxn>
                <a:cxn ang="0">
                  <a:pos x="T8" y="T9"/>
                </a:cxn>
              </a:cxnLst>
              <a:rect l="0" t="0" r="r" b="b"/>
              <a:pathLst>
                <a:path w="95" h="123">
                  <a:moveTo>
                    <a:pt x="16" y="123"/>
                  </a:moveTo>
                  <a:lnTo>
                    <a:pt x="0" y="112"/>
                  </a:lnTo>
                  <a:lnTo>
                    <a:pt x="80" y="0"/>
                  </a:lnTo>
                  <a:lnTo>
                    <a:pt x="95" y="11"/>
                  </a:lnTo>
                  <a:lnTo>
                    <a:pt x="16" y="1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fontAlgn="auto">
                <a:spcBef>
                  <a:spcPts val="0"/>
                </a:spcBef>
                <a:spcAft>
                  <a:spcPts val="0"/>
                </a:spcAft>
              </a:pPr>
              <a:endParaRPr lang="en-US" sz="1200" dirty="0">
                <a:solidFill>
                  <a:srgbClr val="000000"/>
                </a:solidFill>
                <a:latin typeface="Trebuchet MS"/>
                <a:ea typeface=""/>
                <a:cs typeface=""/>
              </a:endParaRPr>
            </a:p>
          </p:txBody>
        </p:sp>
        <p:sp>
          <p:nvSpPr>
            <p:cNvPr id="31" name="Oval 103">
              <a:extLst>
                <a:ext uri="{FF2B5EF4-FFF2-40B4-BE49-F238E27FC236}">
                  <a16:creationId xmlns:a16="http://schemas.microsoft.com/office/drawing/2014/main" id="{EFD6BB65-D57A-4038-B10F-D8C0D5B0C6FE}"/>
                </a:ext>
              </a:extLst>
            </p:cNvPr>
            <p:cNvSpPr>
              <a:spLocks noChangeArrowheads="1"/>
            </p:cNvSpPr>
            <p:nvPr/>
          </p:nvSpPr>
          <p:spPr bwMode="auto">
            <a:xfrm>
              <a:off x="692" y="2243"/>
              <a:ext cx="18" cy="1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fontAlgn="auto">
                <a:spcBef>
                  <a:spcPts val="0"/>
                </a:spcBef>
                <a:spcAft>
                  <a:spcPts val="0"/>
                </a:spcAft>
              </a:pPr>
              <a:endParaRPr lang="en-US" sz="1200" dirty="0">
                <a:solidFill>
                  <a:srgbClr val="000000"/>
                </a:solidFill>
                <a:latin typeface="Trebuchet MS"/>
                <a:ea typeface=""/>
                <a:cs typeface=""/>
              </a:endParaRPr>
            </a:p>
          </p:txBody>
        </p:sp>
        <p:sp>
          <p:nvSpPr>
            <p:cNvPr id="32" name="Oval 104">
              <a:extLst>
                <a:ext uri="{FF2B5EF4-FFF2-40B4-BE49-F238E27FC236}">
                  <a16:creationId xmlns:a16="http://schemas.microsoft.com/office/drawing/2014/main" id="{9B19CAE8-42C4-4DC9-B9F1-57EECD618E94}"/>
                </a:ext>
              </a:extLst>
            </p:cNvPr>
            <p:cNvSpPr>
              <a:spLocks noChangeArrowheads="1"/>
            </p:cNvSpPr>
            <p:nvPr/>
          </p:nvSpPr>
          <p:spPr bwMode="auto">
            <a:xfrm>
              <a:off x="729" y="2252"/>
              <a:ext cx="18" cy="1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fontAlgn="auto">
                <a:spcBef>
                  <a:spcPts val="0"/>
                </a:spcBef>
                <a:spcAft>
                  <a:spcPts val="0"/>
                </a:spcAft>
              </a:pPr>
              <a:endParaRPr lang="en-US" sz="1200" dirty="0">
                <a:solidFill>
                  <a:srgbClr val="000000"/>
                </a:solidFill>
                <a:latin typeface="Trebuchet MS"/>
                <a:ea typeface=""/>
                <a:cs typeface=""/>
              </a:endParaRPr>
            </a:p>
          </p:txBody>
        </p:sp>
        <p:sp>
          <p:nvSpPr>
            <p:cNvPr id="33" name="Oval 105">
              <a:extLst>
                <a:ext uri="{FF2B5EF4-FFF2-40B4-BE49-F238E27FC236}">
                  <a16:creationId xmlns:a16="http://schemas.microsoft.com/office/drawing/2014/main" id="{A84FFF1A-8DCB-4FA8-9828-B5B78310C101}"/>
                </a:ext>
              </a:extLst>
            </p:cNvPr>
            <p:cNvSpPr>
              <a:spLocks noChangeArrowheads="1"/>
            </p:cNvSpPr>
            <p:nvPr/>
          </p:nvSpPr>
          <p:spPr bwMode="auto">
            <a:xfrm>
              <a:off x="766" y="2243"/>
              <a:ext cx="18" cy="1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fontAlgn="auto">
                <a:spcBef>
                  <a:spcPts val="0"/>
                </a:spcBef>
                <a:spcAft>
                  <a:spcPts val="0"/>
                </a:spcAft>
              </a:pPr>
              <a:endParaRPr lang="en-US" sz="1200" dirty="0">
                <a:solidFill>
                  <a:srgbClr val="000000"/>
                </a:solidFill>
                <a:latin typeface="Trebuchet MS"/>
                <a:ea typeface=""/>
                <a:cs typeface=""/>
              </a:endParaRPr>
            </a:p>
          </p:txBody>
        </p:sp>
        <p:sp>
          <p:nvSpPr>
            <p:cNvPr id="34" name="Freeform 106">
              <a:extLst>
                <a:ext uri="{FF2B5EF4-FFF2-40B4-BE49-F238E27FC236}">
                  <a16:creationId xmlns:a16="http://schemas.microsoft.com/office/drawing/2014/main" id="{97022DE4-4DA4-4C2C-9417-90A14A8119F3}"/>
                </a:ext>
              </a:extLst>
            </p:cNvPr>
            <p:cNvSpPr>
              <a:spLocks/>
            </p:cNvSpPr>
            <p:nvPr/>
          </p:nvSpPr>
          <p:spPr bwMode="auto">
            <a:xfrm>
              <a:off x="654" y="2069"/>
              <a:ext cx="49" cy="94"/>
            </a:xfrm>
            <a:custGeom>
              <a:avLst/>
              <a:gdLst>
                <a:gd name="T0" fmla="*/ 25 w 32"/>
                <a:gd name="T1" fmla="*/ 63 h 63"/>
                <a:gd name="T2" fmla="*/ 22 w 32"/>
                <a:gd name="T3" fmla="*/ 62 h 63"/>
                <a:gd name="T4" fmla="*/ 7 w 32"/>
                <a:gd name="T5" fmla="*/ 6 h 63"/>
                <a:gd name="T6" fmla="*/ 13 w 32"/>
                <a:gd name="T7" fmla="*/ 1 h 63"/>
                <a:gd name="T8" fmla="*/ 19 w 32"/>
                <a:gd name="T9" fmla="*/ 8 h 63"/>
                <a:gd name="T10" fmla="*/ 27 w 32"/>
                <a:gd name="T11" fmla="*/ 51 h 63"/>
                <a:gd name="T12" fmla="*/ 30 w 32"/>
                <a:gd name="T13" fmla="*/ 59 h 63"/>
                <a:gd name="T14" fmla="*/ 25 w 32"/>
                <a:gd name="T15" fmla="*/ 63 h 6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2" h="63">
                  <a:moveTo>
                    <a:pt x="25" y="63"/>
                  </a:moveTo>
                  <a:cubicBezTo>
                    <a:pt x="24" y="63"/>
                    <a:pt x="23" y="63"/>
                    <a:pt x="22" y="62"/>
                  </a:cubicBezTo>
                  <a:cubicBezTo>
                    <a:pt x="20" y="61"/>
                    <a:pt x="0" y="52"/>
                    <a:pt x="7" y="6"/>
                  </a:cubicBezTo>
                  <a:cubicBezTo>
                    <a:pt x="7" y="3"/>
                    <a:pt x="10" y="0"/>
                    <a:pt x="13" y="1"/>
                  </a:cubicBezTo>
                  <a:cubicBezTo>
                    <a:pt x="17" y="1"/>
                    <a:pt x="19" y="4"/>
                    <a:pt x="19" y="8"/>
                  </a:cubicBezTo>
                  <a:cubicBezTo>
                    <a:pt x="13" y="44"/>
                    <a:pt x="27" y="51"/>
                    <a:pt x="27" y="51"/>
                  </a:cubicBezTo>
                  <a:cubicBezTo>
                    <a:pt x="30" y="53"/>
                    <a:pt x="32" y="56"/>
                    <a:pt x="30" y="59"/>
                  </a:cubicBezTo>
                  <a:cubicBezTo>
                    <a:pt x="29" y="61"/>
                    <a:pt x="27" y="63"/>
                    <a:pt x="25" y="6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fontAlgn="auto">
                <a:spcBef>
                  <a:spcPts val="0"/>
                </a:spcBef>
                <a:spcAft>
                  <a:spcPts val="0"/>
                </a:spcAft>
              </a:pPr>
              <a:endParaRPr lang="en-US" sz="1200" dirty="0">
                <a:solidFill>
                  <a:srgbClr val="000000"/>
                </a:solidFill>
                <a:latin typeface="Trebuchet MS"/>
                <a:ea typeface=""/>
                <a:cs typeface=""/>
              </a:endParaRPr>
            </a:p>
          </p:txBody>
        </p:sp>
        <p:sp>
          <p:nvSpPr>
            <p:cNvPr id="35" name="Freeform 107">
              <a:extLst>
                <a:ext uri="{FF2B5EF4-FFF2-40B4-BE49-F238E27FC236}">
                  <a16:creationId xmlns:a16="http://schemas.microsoft.com/office/drawing/2014/main" id="{4EF7427A-FAA9-47EA-A88C-2C4D84B0A50D}"/>
                </a:ext>
              </a:extLst>
            </p:cNvPr>
            <p:cNvSpPr>
              <a:spLocks/>
            </p:cNvSpPr>
            <p:nvPr/>
          </p:nvSpPr>
          <p:spPr bwMode="auto">
            <a:xfrm>
              <a:off x="646" y="2045"/>
              <a:ext cx="46" cy="54"/>
            </a:xfrm>
            <a:custGeom>
              <a:avLst/>
              <a:gdLst>
                <a:gd name="T0" fmla="*/ 6 w 30"/>
                <a:gd name="T1" fmla="*/ 36 h 36"/>
                <a:gd name="T2" fmla="*/ 0 w 30"/>
                <a:gd name="T3" fmla="*/ 30 h 36"/>
                <a:gd name="T4" fmla="*/ 6 w 30"/>
                <a:gd name="T5" fmla="*/ 24 h 36"/>
                <a:gd name="T6" fmla="*/ 18 w 30"/>
                <a:gd name="T7" fmla="*/ 6 h 36"/>
                <a:gd name="T8" fmla="*/ 24 w 30"/>
                <a:gd name="T9" fmla="*/ 0 h 36"/>
                <a:gd name="T10" fmla="*/ 30 w 30"/>
                <a:gd name="T11" fmla="*/ 6 h 36"/>
                <a:gd name="T12" fmla="*/ 6 w 30"/>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30" h="36">
                  <a:moveTo>
                    <a:pt x="6" y="36"/>
                  </a:moveTo>
                  <a:cubicBezTo>
                    <a:pt x="2" y="36"/>
                    <a:pt x="0" y="33"/>
                    <a:pt x="0" y="30"/>
                  </a:cubicBezTo>
                  <a:cubicBezTo>
                    <a:pt x="0" y="27"/>
                    <a:pt x="2" y="24"/>
                    <a:pt x="6" y="24"/>
                  </a:cubicBezTo>
                  <a:cubicBezTo>
                    <a:pt x="13" y="24"/>
                    <a:pt x="18" y="10"/>
                    <a:pt x="18" y="6"/>
                  </a:cubicBezTo>
                  <a:cubicBezTo>
                    <a:pt x="18" y="3"/>
                    <a:pt x="20" y="0"/>
                    <a:pt x="24" y="0"/>
                  </a:cubicBezTo>
                  <a:cubicBezTo>
                    <a:pt x="27" y="0"/>
                    <a:pt x="30" y="3"/>
                    <a:pt x="30" y="6"/>
                  </a:cubicBezTo>
                  <a:cubicBezTo>
                    <a:pt x="30" y="14"/>
                    <a:pt x="22" y="36"/>
                    <a:pt x="6" y="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fontAlgn="auto">
                <a:spcBef>
                  <a:spcPts val="0"/>
                </a:spcBef>
                <a:spcAft>
                  <a:spcPts val="0"/>
                </a:spcAft>
              </a:pPr>
              <a:endParaRPr lang="en-US" sz="1200" dirty="0">
                <a:solidFill>
                  <a:srgbClr val="000000"/>
                </a:solidFill>
                <a:latin typeface="Trebuchet MS"/>
                <a:ea typeface=""/>
                <a:cs typeface=""/>
              </a:endParaRPr>
            </a:p>
          </p:txBody>
        </p:sp>
        <p:sp>
          <p:nvSpPr>
            <p:cNvPr id="39" name="Freeform 108">
              <a:extLst>
                <a:ext uri="{FF2B5EF4-FFF2-40B4-BE49-F238E27FC236}">
                  <a16:creationId xmlns:a16="http://schemas.microsoft.com/office/drawing/2014/main" id="{5746BF3B-9981-45C0-8DB5-80D1076555DC}"/>
                </a:ext>
              </a:extLst>
            </p:cNvPr>
            <p:cNvSpPr>
              <a:spLocks/>
            </p:cNvSpPr>
            <p:nvPr/>
          </p:nvSpPr>
          <p:spPr bwMode="auto">
            <a:xfrm>
              <a:off x="773" y="2069"/>
              <a:ext cx="48" cy="93"/>
            </a:xfrm>
            <a:custGeom>
              <a:avLst/>
              <a:gdLst>
                <a:gd name="T0" fmla="*/ 7 w 31"/>
                <a:gd name="T1" fmla="*/ 62 h 62"/>
                <a:gd name="T2" fmla="*/ 1 w 31"/>
                <a:gd name="T3" fmla="*/ 58 h 62"/>
                <a:gd name="T4" fmla="*/ 4 w 31"/>
                <a:gd name="T5" fmla="*/ 50 h 62"/>
                <a:gd name="T6" fmla="*/ 13 w 31"/>
                <a:gd name="T7" fmla="*/ 8 h 62"/>
                <a:gd name="T8" fmla="*/ 18 w 31"/>
                <a:gd name="T9" fmla="*/ 1 h 62"/>
                <a:gd name="T10" fmla="*/ 25 w 31"/>
                <a:gd name="T11" fmla="*/ 6 h 62"/>
                <a:gd name="T12" fmla="*/ 9 w 31"/>
                <a:gd name="T13" fmla="*/ 62 h 62"/>
                <a:gd name="T14" fmla="*/ 7 w 31"/>
                <a:gd name="T15" fmla="*/ 62 h 6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1" h="62">
                  <a:moveTo>
                    <a:pt x="7" y="62"/>
                  </a:moveTo>
                  <a:cubicBezTo>
                    <a:pt x="4" y="62"/>
                    <a:pt x="2" y="60"/>
                    <a:pt x="1" y="58"/>
                  </a:cubicBezTo>
                  <a:cubicBezTo>
                    <a:pt x="0" y="55"/>
                    <a:pt x="1" y="51"/>
                    <a:pt x="4" y="50"/>
                  </a:cubicBezTo>
                  <a:cubicBezTo>
                    <a:pt x="5" y="50"/>
                    <a:pt x="18" y="43"/>
                    <a:pt x="13" y="8"/>
                  </a:cubicBezTo>
                  <a:cubicBezTo>
                    <a:pt x="12" y="4"/>
                    <a:pt x="15" y="1"/>
                    <a:pt x="18" y="1"/>
                  </a:cubicBezTo>
                  <a:cubicBezTo>
                    <a:pt x="21" y="0"/>
                    <a:pt x="24" y="3"/>
                    <a:pt x="25" y="6"/>
                  </a:cubicBezTo>
                  <a:cubicBezTo>
                    <a:pt x="31" y="52"/>
                    <a:pt x="11" y="61"/>
                    <a:pt x="9" y="62"/>
                  </a:cubicBezTo>
                  <a:cubicBezTo>
                    <a:pt x="8" y="62"/>
                    <a:pt x="7" y="62"/>
                    <a:pt x="7" y="6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fontAlgn="auto">
                <a:spcBef>
                  <a:spcPts val="0"/>
                </a:spcBef>
                <a:spcAft>
                  <a:spcPts val="0"/>
                </a:spcAft>
              </a:pPr>
              <a:endParaRPr lang="en-US" sz="1200" dirty="0">
                <a:solidFill>
                  <a:srgbClr val="000000"/>
                </a:solidFill>
                <a:latin typeface="Trebuchet MS"/>
                <a:ea typeface=""/>
                <a:cs typeface=""/>
              </a:endParaRPr>
            </a:p>
          </p:txBody>
        </p:sp>
        <p:sp>
          <p:nvSpPr>
            <p:cNvPr id="42" name="Freeform 109">
              <a:extLst>
                <a:ext uri="{FF2B5EF4-FFF2-40B4-BE49-F238E27FC236}">
                  <a16:creationId xmlns:a16="http://schemas.microsoft.com/office/drawing/2014/main" id="{24F7813F-A2C8-418F-9238-CC773A062973}"/>
                </a:ext>
              </a:extLst>
            </p:cNvPr>
            <p:cNvSpPr>
              <a:spLocks/>
            </p:cNvSpPr>
            <p:nvPr/>
          </p:nvSpPr>
          <p:spPr bwMode="auto">
            <a:xfrm>
              <a:off x="784" y="2045"/>
              <a:ext cx="46" cy="54"/>
            </a:xfrm>
            <a:custGeom>
              <a:avLst/>
              <a:gdLst>
                <a:gd name="T0" fmla="*/ 24 w 30"/>
                <a:gd name="T1" fmla="*/ 36 h 36"/>
                <a:gd name="T2" fmla="*/ 0 w 30"/>
                <a:gd name="T3" fmla="*/ 6 h 36"/>
                <a:gd name="T4" fmla="*/ 6 w 30"/>
                <a:gd name="T5" fmla="*/ 0 h 36"/>
                <a:gd name="T6" fmla="*/ 12 w 30"/>
                <a:gd name="T7" fmla="*/ 6 h 36"/>
                <a:gd name="T8" fmla="*/ 24 w 30"/>
                <a:gd name="T9" fmla="*/ 24 h 36"/>
                <a:gd name="T10" fmla="*/ 30 w 30"/>
                <a:gd name="T11" fmla="*/ 30 h 36"/>
                <a:gd name="T12" fmla="*/ 24 w 30"/>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30" h="36">
                  <a:moveTo>
                    <a:pt x="24" y="36"/>
                  </a:moveTo>
                  <a:cubicBezTo>
                    <a:pt x="7" y="36"/>
                    <a:pt x="0" y="14"/>
                    <a:pt x="0" y="6"/>
                  </a:cubicBezTo>
                  <a:cubicBezTo>
                    <a:pt x="0" y="3"/>
                    <a:pt x="2" y="0"/>
                    <a:pt x="6" y="0"/>
                  </a:cubicBezTo>
                  <a:cubicBezTo>
                    <a:pt x="9" y="0"/>
                    <a:pt x="12" y="3"/>
                    <a:pt x="12" y="6"/>
                  </a:cubicBezTo>
                  <a:cubicBezTo>
                    <a:pt x="12" y="10"/>
                    <a:pt x="17" y="24"/>
                    <a:pt x="24" y="24"/>
                  </a:cubicBezTo>
                  <a:cubicBezTo>
                    <a:pt x="27" y="24"/>
                    <a:pt x="30" y="27"/>
                    <a:pt x="30" y="30"/>
                  </a:cubicBezTo>
                  <a:cubicBezTo>
                    <a:pt x="30" y="33"/>
                    <a:pt x="27" y="36"/>
                    <a:pt x="24" y="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fontAlgn="auto">
                <a:spcBef>
                  <a:spcPts val="0"/>
                </a:spcBef>
                <a:spcAft>
                  <a:spcPts val="0"/>
                </a:spcAft>
              </a:pPr>
              <a:endParaRPr lang="en-US" sz="1200" dirty="0">
                <a:solidFill>
                  <a:srgbClr val="000000"/>
                </a:solidFill>
                <a:latin typeface="Trebuchet MS"/>
                <a:ea typeface=""/>
                <a:cs typeface=""/>
              </a:endParaRPr>
            </a:p>
          </p:txBody>
        </p:sp>
      </p:grpSp>
    </p:spTree>
    <p:extLst>
      <p:ext uri="{BB962C8B-B14F-4D97-AF65-F5344CB8AC3E}">
        <p14:creationId xmlns:p14="http://schemas.microsoft.com/office/powerpoint/2010/main" val="1031771582"/>
      </p:ext>
    </p:extLst>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p:txBody>
          <a:bodyPr/>
          <a:lstStyle/>
          <a:p>
            <a:r>
              <a:rPr lang="en-US" dirty="0"/>
              <a:t>Appendix</a:t>
            </a:r>
          </a:p>
        </p:txBody>
      </p:sp>
    </p:spTree>
    <p:extLst>
      <p:ext uri="{BB962C8B-B14F-4D97-AF65-F5344CB8AC3E}">
        <p14:creationId xmlns:p14="http://schemas.microsoft.com/office/powerpoint/2010/main" val="446853719"/>
      </p:ext>
    </p:extLst>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Results of Rate Change</a:t>
            </a:r>
          </a:p>
        </p:txBody>
      </p:sp>
      <p:grpSp>
        <p:nvGrpSpPr>
          <p:cNvPr id="4" name="Group 3"/>
          <p:cNvGrpSpPr/>
          <p:nvPr/>
        </p:nvGrpSpPr>
        <p:grpSpPr>
          <a:xfrm>
            <a:off x="453492" y="912273"/>
            <a:ext cx="3185866" cy="1167963"/>
            <a:chOff x="756021" y="2042153"/>
            <a:chExt cx="3904879" cy="2212402"/>
          </a:xfrm>
        </p:grpSpPr>
        <p:sp>
          <p:nvSpPr>
            <p:cNvPr id="5" name="Freeform 65"/>
            <p:cNvSpPr>
              <a:spLocks/>
            </p:cNvSpPr>
            <p:nvPr/>
          </p:nvSpPr>
          <p:spPr bwMode="auto">
            <a:xfrm flipH="1">
              <a:off x="1181100" y="2358760"/>
              <a:ext cx="3479800" cy="1375172"/>
            </a:xfrm>
            <a:custGeom>
              <a:avLst/>
              <a:gdLst>
                <a:gd name="T0" fmla="*/ 0 w 2192"/>
                <a:gd name="T1" fmla="*/ 1155 h 1155"/>
                <a:gd name="T2" fmla="*/ 600 w 2192"/>
                <a:gd name="T3" fmla="*/ 979 h 1155"/>
                <a:gd name="T4" fmla="*/ 936 w 2192"/>
                <a:gd name="T5" fmla="*/ 539 h 1155"/>
                <a:gd name="T6" fmla="*/ 1272 w 2192"/>
                <a:gd name="T7" fmla="*/ 195 h 1155"/>
                <a:gd name="T8" fmla="*/ 1512 w 2192"/>
                <a:gd name="T9" fmla="*/ 67 h 1155"/>
                <a:gd name="T10" fmla="*/ 1816 w 2192"/>
                <a:gd name="T11" fmla="*/ 11 h 1155"/>
                <a:gd name="T12" fmla="*/ 2192 w 2192"/>
                <a:gd name="T13" fmla="*/ 3 h 1155"/>
                <a:gd name="T14" fmla="*/ 0 60000 65536"/>
                <a:gd name="T15" fmla="*/ 0 60000 65536"/>
                <a:gd name="T16" fmla="*/ 0 60000 65536"/>
                <a:gd name="T17" fmla="*/ 0 60000 65536"/>
                <a:gd name="T18" fmla="*/ 0 60000 65536"/>
                <a:gd name="T19" fmla="*/ 0 60000 65536"/>
                <a:gd name="T20" fmla="*/ 0 60000 65536"/>
                <a:gd name="T21" fmla="*/ 0 w 2192"/>
                <a:gd name="T22" fmla="*/ 0 h 1155"/>
                <a:gd name="T23" fmla="*/ 2192 w 2192"/>
                <a:gd name="T24" fmla="*/ 1155 h 115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92" h="1155">
                  <a:moveTo>
                    <a:pt x="0" y="1155"/>
                  </a:moveTo>
                  <a:cubicBezTo>
                    <a:pt x="100" y="1126"/>
                    <a:pt x="444" y="1082"/>
                    <a:pt x="600" y="979"/>
                  </a:cubicBezTo>
                  <a:cubicBezTo>
                    <a:pt x="756" y="876"/>
                    <a:pt x="824" y="670"/>
                    <a:pt x="936" y="539"/>
                  </a:cubicBezTo>
                  <a:cubicBezTo>
                    <a:pt x="1048" y="408"/>
                    <a:pt x="1176" y="274"/>
                    <a:pt x="1272" y="195"/>
                  </a:cubicBezTo>
                  <a:cubicBezTo>
                    <a:pt x="1368" y="116"/>
                    <a:pt x="1421" y="98"/>
                    <a:pt x="1512" y="67"/>
                  </a:cubicBezTo>
                  <a:cubicBezTo>
                    <a:pt x="1603" y="36"/>
                    <a:pt x="1703" y="22"/>
                    <a:pt x="1816" y="11"/>
                  </a:cubicBezTo>
                  <a:cubicBezTo>
                    <a:pt x="1929" y="0"/>
                    <a:pt x="2114" y="5"/>
                    <a:pt x="2192" y="3"/>
                  </a:cubicBezTo>
                </a:path>
              </a:pathLst>
            </a:custGeom>
            <a:noFill/>
            <a:ln w="38100">
              <a:solidFill>
                <a:srgbClr val="900000"/>
              </a:solidFill>
              <a:prstDash val="dash"/>
              <a:round/>
              <a:headEnd/>
              <a:tailEnd/>
            </a:ln>
          </p:spPr>
          <p:txBody>
            <a:bodyPr lIns="0" tIns="0" rIns="0" bIns="0"/>
            <a:lstStyle/>
            <a:p>
              <a:endParaRPr lang="en-US" sz="1400" baseline="0" dirty="0">
                <a:solidFill>
                  <a:srgbClr val="212E8A"/>
                </a:solidFill>
                <a:latin typeface="Calibri" pitchFamily="34" charset="0"/>
                <a:cs typeface="Arial" charset="0"/>
              </a:endParaRPr>
            </a:p>
          </p:txBody>
        </p:sp>
        <p:sp>
          <p:nvSpPr>
            <p:cNvPr id="6" name="Rectangle 12"/>
            <p:cNvSpPr>
              <a:spLocks noChangeArrowheads="1"/>
            </p:cNvSpPr>
            <p:nvPr/>
          </p:nvSpPr>
          <p:spPr bwMode="auto">
            <a:xfrm>
              <a:off x="1176343" y="2042155"/>
              <a:ext cx="3476625" cy="1910953"/>
            </a:xfrm>
            <a:prstGeom prst="rect">
              <a:avLst/>
            </a:prstGeom>
            <a:noFill/>
            <a:ln w="9525">
              <a:noFill/>
              <a:miter lim="800000"/>
              <a:headEnd/>
              <a:tailEnd/>
            </a:ln>
          </p:spPr>
          <p:txBody>
            <a:bodyPr/>
            <a:lstStyle/>
            <a:p>
              <a:pPr algn="ctr"/>
              <a:endParaRPr lang="en-US" sz="1600" baseline="0" dirty="0">
                <a:solidFill>
                  <a:srgbClr val="4D4D4D"/>
                </a:solidFill>
                <a:latin typeface="Calibri" pitchFamily="34" charset="0"/>
                <a:cs typeface="Arial" charset="0"/>
              </a:endParaRPr>
            </a:p>
          </p:txBody>
        </p:sp>
        <p:sp>
          <p:nvSpPr>
            <p:cNvPr id="7" name="Line 13"/>
            <p:cNvSpPr>
              <a:spLocks noChangeShapeType="1"/>
            </p:cNvSpPr>
            <p:nvPr/>
          </p:nvSpPr>
          <p:spPr bwMode="auto">
            <a:xfrm>
              <a:off x="1176343" y="3574487"/>
              <a:ext cx="3476625" cy="0"/>
            </a:xfrm>
            <a:prstGeom prst="line">
              <a:avLst/>
            </a:prstGeom>
            <a:noFill/>
            <a:ln w="6350">
              <a:solidFill>
                <a:srgbClr val="808080"/>
              </a:solidFill>
              <a:prstDash val="sysDot"/>
              <a:round/>
              <a:headEnd/>
              <a:tailEnd/>
            </a:ln>
          </p:spPr>
          <p:txBody>
            <a:bodyPr/>
            <a:lstStyle/>
            <a:p>
              <a:pPr fontAlgn="auto">
                <a:spcBef>
                  <a:spcPts val="0"/>
                </a:spcBef>
                <a:spcAft>
                  <a:spcPts val="0"/>
                </a:spcAft>
                <a:defRPr/>
              </a:pPr>
              <a:endParaRPr lang="en-US" kern="0" baseline="0" dirty="0">
                <a:solidFill>
                  <a:sysClr val="windowText" lastClr="000000"/>
                </a:solidFill>
                <a:latin typeface="Calibri" pitchFamily="34" charset="0"/>
                <a:cs typeface="Arial" charset="0"/>
              </a:endParaRPr>
            </a:p>
          </p:txBody>
        </p:sp>
        <p:sp>
          <p:nvSpPr>
            <p:cNvPr id="8" name="Line 14"/>
            <p:cNvSpPr>
              <a:spLocks noChangeShapeType="1"/>
            </p:cNvSpPr>
            <p:nvPr/>
          </p:nvSpPr>
          <p:spPr bwMode="auto">
            <a:xfrm>
              <a:off x="1176343" y="3186343"/>
              <a:ext cx="3476625" cy="0"/>
            </a:xfrm>
            <a:prstGeom prst="line">
              <a:avLst/>
            </a:prstGeom>
            <a:noFill/>
            <a:ln w="6350">
              <a:solidFill>
                <a:srgbClr val="000000"/>
              </a:solidFill>
              <a:prstDash val="sysDot"/>
              <a:round/>
              <a:headEnd/>
              <a:tailEnd/>
            </a:ln>
          </p:spPr>
          <p:txBody>
            <a:bodyPr/>
            <a:lstStyle/>
            <a:p>
              <a:pPr fontAlgn="auto">
                <a:spcBef>
                  <a:spcPts val="0"/>
                </a:spcBef>
                <a:spcAft>
                  <a:spcPts val="0"/>
                </a:spcAft>
                <a:defRPr/>
              </a:pPr>
              <a:endParaRPr lang="en-US" kern="0" baseline="0" dirty="0">
                <a:solidFill>
                  <a:sysClr val="windowText" lastClr="000000"/>
                </a:solidFill>
                <a:latin typeface="Calibri" pitchFamily="34" charset="0"/>
                <a:cs typeface="Arial" charset="0"/>
              </a:endParaRPr>
            </a:p>
          </p:txBody>
        </p:sp>
        <p:sp>
          <p:nvSpPr>
            <p:cNvPr id="9" name="Line 15"/>
            <p:cNvSpPr>
              <a:spLocks noChangeShapeType="1"/>
            </p:cNvSpPr>
            <p:nvPr/>
          </p:nvSpPr>
          <p:spPr bwMode="auto">
            <a:xfrm>
              <a:off x="1176343" y="2420771"/>
              <a:ext cx="3476625" cy="0"/>
            </a:xfrm>
            <a:prstGeom prst="line">
              <a:avLst/>
            </a:prstGeom>
            <a:noFill/>
            <a:ln w="6350">
              <a:solidFill>
                <a:srgbClr val="808080"/>
              </a:solidFill>
              <a:prstDash val="sysDot"/>
              <a:round/>
              <a:headEnd/>
              <a:tailEnd/>
            </a:ln>
          </p:spPr>
          <p:txBody>
            <a:bodyPr/>
            <a:lstStyle/>
            <a:p>
              <a:pPr fontAlgn="auto">
                <a:spcBef>
                  <a:spcPts val="0"/>
                </a:spcBef>
                <a:spcAft>
                  <a:spcPts val="0"/>
                </a:spcAft>
                <a:defRPr/>
              </a:pPr>
              <a:endParaRPr lang="en-US" kern="0" baseline="0" dirty="0">
                <a:solidFill>
                  <a:sysClr val="windowText" lastClr="000000"/>
                </a:solidFill>
                <a:latin typeface="Calibri" pitchFamily="34" charset="0"/>
                <a:cs typeface="Arial" charset="0"/>
              </a:endParaRPr>
            </a:p>
          </p:txBody>
        </p:sp>
        <p:sp>
          <p:nvSpPr>
            <p:cNvPr id="10" name="Line 16"/>
            <p:cNvSpPr>
              <a:spLocks noChangeShapeType="1"/>
            </p:cNvSpPr>
            <p:nvPr/>
          </p:nvSpPr>
          <p:spPr bwMode="auto">
            <a:xfrm>
              <a:off x="1176343" y="2042153"/>
              <a:ext cx="3476625" cy="0"/>
            </a:xfrm>
            <a:prstGeom prst="line">
              <a:avLst/>
            </a:prstGeom>
            <a:noFill/>
            <a:ln w="6350">
              <a:solidFill>
                <a:srgbClr val="808080"/>
              </a:solidFill>
              <a:prstDash val="sysDot"/>
              <a:round/>
              <a:headEnd/>
              <a:tailEnd/>
            </a:ln>
          </p:spPr>
          <p:txBody>
            <a:bodyPr/>
            <a:lstStyle/>
            <a:p>
              <a:pPr fontAlgn="auto">
                <a:spcBef>
                  <a:spcPts val="0"/>
                </a:spcBef>
                <a:spcAft>
                  <a:spcPts val="0"/>
                </a:spcAft>
                <a:defRPr/>
              </a:pPr>
              <a:endParaRPr lang="en-US" kern="0" baseline="0" dirty="0">
                <a:solidFill>
                  <a:sysClr val="windowText" lastClr="000000"/>
                </a:solidFill>
                <a:latin typeface="Calibri" pitchFamily="34" charset="0"/>
                <a:cs typeface="Arial" charset="0"/>
              </a:endParaRPr>
            </a:p>
          </p:txBody>
        </p:sp>
        <p:sp>
          <p:nvSpPr>
            <p:cNvPr id="11" name="Line 17"/>
            <p:cNvSpPr>
              <a:spLocks noChangeShapeType="1"/>
            </p:cNvSpPr>
            <p:nvPr/>
          </p:nvSpPr>
          <p:spPr bwMode="auto">
            <a:xfrm>
              <a:off x="1176338" y="2042155"/>
              <a:ext cx="0" cy="1910953"/>
            </a:xfrm>
            <a:prstGeom prst="line">
              <a:avLst/>
            </a:prstGeom>
            <a:noFill/>
            <a:ln w="0">
              <a:solidFill>
                <a:srgbClr val="000000"/>
              </a:solidFill>
              <a:round/>
              <a:headEnd/>
              <a:tailEnd/>
            </a:ln>
          </p:spPr>
          <p:txBody>
            <a:bodyPr/>
            <a:lstStyle/>
            <a:p>
              <a:pPr fontAlgn="auto">
                <a:spcBef>
                  <a:spcPts val="0"/>
                </a:spcBef>
                <a:spcAft>
                  <a:spcPts val="0"/>
                </a:spcAft>
                <a:defRPr/>
              </a:pPr>
              <a:endParaRPr lang="en-US" kern="0" baseline="0" dirty="0">
                <a:solidFill>
                  <a:sysClr val="windowText" lastClr="000000"/>
                </a:solidFill>
                <a:latin typeface="Calibri" pitchFamily="34" charset="0"/>
                <a:cs typeface="Arial" charset="0"/>
              </a:endParaRPr>
            </a:p>
          </p:txBody>
        </p:sp>
        <p:sp>
          <p:nvSpPr>
            <p:cNvPr id="12" name="Line 18"/>
            <p:cNvSpPr>
              <a:spLocks noChangeShapeType="1"/>
            </p:cNvSpPr>
            <p:nvPr/>
          </p:nvSpPr>
          <p:spPr bwMode="auto">
            <a:xfrm>
              <a:off x="1117600" y="3953105"/>
              <a:ext cx="58738" cy="0"/>
            </a:xfrm>
            <a:prstGeom prst="line">
              <a:avLst/>
            </a:prstGeom>
            <a:noFill/>
            <a:ln w="0">
              <a:solidFill>
                <a:srgbClr val="000000"/>
              </a:solidFill>
              <a:round/>
              <a:headEnd/>
              <a:tailEnd/>
            </a:ln>
          </p:spPr>
          <p:txBody>
            <a:bodyPr/>
            <a:lstStyle/>
            <a:p>
              <a:pPr fontAlgn="auto">
                <a:spcBef>
                  <a:spcPts val="0"/>
                </a:spcBef>
                <a:spcAft>
                  <a:spcPts val="0"/>
                </a:spcAft>
                <a:defRPr/>
              </a:pPr>
              <a:endParaRPr lang="en-US" kern="0" baseline="0" dirty="0">
                <a:solidFill>
                  <a:sysClr val="windowText" lastClr="000000"/>
                </a:solidFill>
                <a:latin typeface="Calibri" pitchFamily="34" charset="0"/>
                <a:cs typeface="Arial" charset="0"/>
              </a:endParaRPr>
            </a:p>
          </p:txBody>
        </p:sp>
        <p:sp>
          <p:nvSpPr>
            <p:cNvPr id="13" name="Line 19"/>
            <p:cNvSpPr>
              <a:spLocks noChangeShapeType="1"/>
            </p:cNvSpPr>
            <p:nvPr/>
          </p:nvSpPr>
          <p:spPr bwMode="auto">
            <a:xfrm>
              <a:off x="1117600" y="3574487"/>
              <a:ext cx="58738" cy="0"/>
            </a:xfrm>
            <a:prstGeom prst="line">
              <a:avLst/>
            </a:prstGeom>
            <a:noFill/>
            <a:ln w="0">
              <a:solidFill>
                <a:srgbClr val="000000"/>
              </a:solidFill>
              <a:round/>
              <a:headEnd/>
              <a:tailEnd/>
            </a:ln>
          </p:spPr>
          <p:txBody>
            <a:bodyPr/>
            <a:lstStyle/>
            <a:p>
              <a:pPr fontAlgn="auto">
                <a:spcBef>
                  <a:spcPts val="0"/>
                </a:spcBef>
                <a:spcAft>
                  <a:spcPts val="0"/>
                </a:spcAft>
                <a:defRPr/>
              </a:pPr>
              <a:endParaRPr lang="en-US" kern="0" baseline="0" dirty="0">
                <a:solidFill>
                  <a:sysClr val="windowText" lastClr="000000"/>
                </a:solidFill>
                <a:latin typeface="Calibri" pitchFamily="34" charset="0"/>
                <a:cs typeface="Arial" charset="0"/>
              </a:endParaRPr>
            </a:p>
          </p:txBody>
        </p:sp>
        <p:sp>
          <p:nvSpPr>
            <p:cNvPr id="14" name="Line 20"/>
            <p:cNvSpPr>
              <a:spLocks noChangeShapeType="1"/>
            </p:cNvSpPr>
            <p:nvPr/>
          </p:nvSpPr>
          <p:spPr bwMode="auto">
            <a:xfrm>
              <a:off x="1117600" y="3186343"/>
              <a:ext cx="58738" cy="0"/>
            </a:xfrm>
            <a:prstGeom prst="line">
              <a:avLst/>
            </a:prstGeom>
            <a:noFill/>
            <a:ln w="0">
              <a:solidFill>
                <a:srgbClr val="000000"/>
              </a:solidFill>
              <a:round/>
              <a:headEnd/>
              <a:tailEnd/>
            </a:ln>
          </p:spPr>
          <p:txBody>
            <a:bodyPr/>
            <a:lstStyle/>
            <a:p>
              <a:pPr fontAlgn="auto">
                <a:spcBef>
                  <a:spcPts val="0"/>
                </a:spcBef>
                <a:spcAft>
                  <a:spcPts val="0"/>
                </a:spcAft>
                <a:defRPr/>
              </a:pPr>
              <a:endParaRPr lang="en-US" kern="0" baseline="0" dirty="0">
                <a:solidFill>
                  <a:sysClr val="windowText" lastClr="000000"/>
                </a:solidFill>
                <a:latin typeface="Calibri" pitchFamily="34" charset="0"/>
                <a:cs typeface="Arial" charset="0"/>
              </a:endParaRPr>
            </a:p>
          </p:txBody>
        </p:sp>
        <p:sp>
          <p:nvSpPr>
            <p:cNvPr id="15" name="Line 21"/>
            <p:cNvSpPr>
              <a:spLocks noChangeShapeType="1"/>
            </p:cNvSpPr>
            <p:nvPr/>
          </p:nvSpPr>
          <p:spPr bwMode="auto">
            <a:xfrm>
              <a:off x="1117600" y="2807724"/>
              <a:ext cx="58738" cy="0"/>
            </a:xfrm>
            <a:prstGeom prst="line">
              <a:avLst/>
            </a:prstGeom>
            <a:noFill/>
            <a:ln w="0">
              <a:solidFill>
                <a:srgbClr val="000000"/>
              </a:solidFill>
              <a:round/>
              <a:headEnd/>
              <a:tailEnd/>
            </a:ln>
          </p:spPr>
          <p:txBody>
            <a:bodyPr/>
            <a:lstStyle/>
            <a:p>
              <a:pPr fontAlgn="auto">
                <a:spcBef>
                  <a:spcPts val="0"/>
                </a:spcBef>
                <a:spcAft>
                  <a:spcPts val="0"/>
                </a:spcAft>
                <a:defRPr/>
              </a:pPr>
              <a:endParaRPr lang="en-US" kern="0" baseline="0" dirty="0">
                <a:solidFill>
                  <a:sysClr val="windowText" lastClr="000000"/>
                </a:solidFill>
                <a:latin typeface="Calibri" pitchFamily="34" charset="0"/>
                <a:cs typeface="Arial" charset="0"/>
              </a:endParaRPr>
            </a:p>
          </p:txBody>
        </p:sp>
        <p:sp>
          <p:nvSpPr>
            <p:cNvPr id="16" name="Line 22"/>
            <p:cNvSpPr>
              <a:spLocks noChangeShapeType="1"/>
            </p:cNvSpPr>
            <p:nvPr/>
          </p:nvSpPr>
          <p:spPr bwMode="auto">
            <a:xfrm>
              <a:off x="1117600" y="2420771"/>
              <a:ext cx="58738" cy="0"/>
            </a:xfrm>
            <a:prstGeom prst="line">
              <a:avLst/>
            </a:prstGeom>
            <a:noFill/>
            <a:ln w="0">
              <a:solidFill>
                <a:srgbClr val="000000"/>
              </a:solidFill>
              <a:round/>
              <a:headEnd/>
              <a:tailEnd/>
            </a:ln>
          </p:spPr>
          <p:txBody>
            <a:bodyPr/>
            <a:lstStyle/>
            <a:p>
              <a:pPr fontAlgn="auto">
                <a:spcBef>
                  <a:spcPts val="0"/>
                </a:spcBef>
                <a:spcAft>
                  <a:spcPts val="0"/>
                </a:spcAft>
                <a:defRPr/>
              </a:pPr>
              <a:endParaRPr lang="en-US" kern="0" baseline="0" dirty="0">
                <a:solidFill>
                  <a:sysClr val="windowText" lastClr="000000"/>
                </a:solidFill>
                <a:latin typeface="Calibri" pitchFamily="34" charset="0"/>
                <a:cs typeface="Arial" charset="0"/>
              </a:endParaRPr>
            </a:p>
          </p:txBody>
        </p:sp>
        <p:sp>
          <p:nvSpPr>
            <p:cNvPr id="17" name="Line 23"/>
            <p:cNvSpPr>
              <a:spLocks noChangeShapeType="1"/>
            </p:cNvSpPr>
            <p:nvPr/>
          </p:nvSpPr>
          <p:spPr bwMode="auto">
            <a:xfrm>
              <a:off x="1117600" y="2042153"/>
              <a:ext cx="58738" cy="0"/>
            </a:xfrm>
            <a:prstGeom prst="line">
              <a:avLst/>
            </a:prstGeom>
            <a:noFill/>
            <a:ln w="0">
              <a:solidFill>
                <a:srgbClr val="000000"/>
              </a:solidFill>
              <a:round/>
              <a:headEnd/>
              <a:tailEnd/>
            </a:ln>
          </p:spPr>
          <p:txBody>
            <a:bodyPr/>
            <a:lstStyle/>
            <a:p>
              <a:pPr fontAlgn="auto">
                <a:spcBef>
                  <a:spcPts val="0"/>
                </a:spcBef>
                <a:spcAft>
                  <a:spcPts val="0"/>
                </a:spcAft>
                <a:defRPr/>
              </a:pPr>
              <a:endParaRPr lang="en-US" kern="0" baseline="0" dirty="0">
                <a:solidFill>
                  <a:sysClr val="windowText" lastClr="000000"/>
                </a:solidFill>
                <a:latin typeface="Calibri" pitchFamily="34" charset="0"/>
                <a:cs typeface="Arial" charset="0"/>
              </a:endParaRPr>
            </a:p>
          </p:txBody>
        </p:sp>
        <p:sp>
          <p:nvSpPr>
            <p:cNvPr id="18" name="Line 24"/>
            <p:cNvSpPr>
              <a:spLocks noChangeShapeType="1"/>
            </p:cNvSpPr>
            <p:nvPr/>
          </p:nvSpPr>
          <p:spPr bwMode="auto">
            <a:xfrm>
              <a:off x="1176343" y="3953105"/>
              <a:ext cx="3476625" cy="0"/>
            </a:xfrm>
            <a:prstGeom prst="line">
              <a:avLst/>
            </a:prstGeom>
            <a:noFill/>
            <a:ln w="0">
              <a:solidFill>
                <a:srgbClr val="808080"/>
              </a:solidFill>
              <a:round/>
              <a:headEnd/>
              <a:tailEnd/>
            </a:ln>
          </p:spPr>
          <p:txBody>
            <a:bodyPr/>
            <a:lstStyle/>
            <a:p>
              <a:pPr fontAlgn="auto">
                <a:spcBef>
                  <a:spcPts val="0"/>
                </a:spcBef>
                <a:spcAft>
                  <a:spcPts val="0"/>
                </a:spcAft>
                <a:defRPr/>
              </a:pPr>
              <a:endParaRPr lang="en-US" kern="0" baseline="0" dirty="0">
                <a:solidFill>
                  <a:sysClr val="windowText" lastClr="000000"/>
                </a:solidFill>
                <a:latin typeface="Calibri" pitchFamily="34" charset="0"/>
                <a:cs typeface="Arial" charset="0"/>
              </a:endParaRPr>
            </a:p>
          </p:txBody>
        </p:sp>
        <p:sp>
          <p:nvSpPr>
            <p:cNvPr id="19" name="Line 25"/>
            <p:cNvSpPr>
              <a:spLocks noChangeShapeType="1"/>
            </p:cNvSpPr>
            <p:nvPr/>
          </p:nvSpPr>
          <p:spPr bwMode="auto">
            <a:xfrm flipV="1">
              <a:off x="1176338" y="3953107"/>
              <a:ext cx="0" cy="44054"/>
            </a:xfrm>
            <a:prstGeom prst="line">
              <a:avLst/>
            </a:prstGeom>
            <a:noFill/>
            <a:ln w="0">
              <a:solidFill>
                <a:srgbClr val="000000"/>
              </a:solidFill>
              <a:round/>
              <a:headEnd/>
              <a:tailEnd/>
            </a:ln>
          </p:spPr>
          <p:txBody>
            <a:bodyPr/>
            <a:lstStyle/>
            <a:p>
              <a:pPr fontAlgn="auto">
                <a:spcBef>
                  <a:spcPts val="0"/>
                </a:spcBef>
                <a:spcAft>
                  <a:spcPts val="0"/>
                </a:spcAft>
                <a:defRPr/>
              </a:pPr>
              <a:endParaRPr lang="en-US" kern="0" baseline="0" dirty="0">
                <a:solidFill>
                  <a:sysClr val="windowText" lastClr="000000"/>
                </a:solidFill>
                <a:latin typeface="Calibri" pitchFamily="34" charset="0"/>
                <a:cs typeface="Arial" charset="0"/>
              </a:endParaRPr>
            </a:p>
          </p:txBody>
        </p:sp>
        <p:sp>
          <p:nvSpPr>
            <p:cNvPr id="20" name="Line 26"/>
            <p:cNvSpPr>
              <a:spLocks noChangeShapeType="1"/>
            </p:cNvSpPr>
            <p:nvPr/>
          </p:nvSpPr>
          <p:spPr bwMode="auto">
            <a:xfrm flipV="1">
              <a:off x="1873250" y="3953107"/>
              <a:ext cx="0" cy="44054"/>
            </a:xfrm>
            <a:prstGeom prst="line">
              <a:avLst/>
            </a:prstGeom>
            <a:noFill/>
            <a:ln w="0">
              <a:solidFill>
                <a:srgbClr val="000000"/>
              </a:solidFill>
              <a:round/>
              <a:headEnd/>
              <a:tailEnd/>
            </a:ln>
          </p:spPr>
          <p:txBody>
            <a:bodyPr/>
            <a:lstStyle/>
            <a:p>
              <a:pPr fontAlgn="auto">
                <a:spcBef>
                  <a:spcPts val="0"/>
                </a:spcBef>
                <a:spcAft>
                  <a:spcPts val="0"/>
                </a:spcAft>
                <a:defRPr/>
              </a:pPr>
              <a:endParaRPr lang="en-US" kern="0" baseline="0" dirty="0">
                <a:solidFill>
                  <a:sysClr val="windowText" lastClr="000000"/>
                </a:solidFill>
                <a:latin typeface="Calibri" pitchFamily="34" charset="0"/>
                <a:cs typeface="Arial" charset="0"/>
              </a:endParaRPr>
            </a:p>
          </p:txBody>
        </p:sp>
        <p:sp>
          <p:nvSpPr>
            <p:cNvPr id="21" name="Line 27"/>
            <p:cNvSpPr>
              <a:spLocks noChangeShapeType="1"/>
            </p:cNvSpPr>
            <p:nvPr/>
          </p:nvSpPr>
          <p:spPr bwMode="auto">
            <a:xfrm flipV="1">
              <a:off x="2571750" y="3953107"/>
              <a:ext cx="0" cy="44054"/>
            </a:xfrm>
            <a:prstGeom prst="line">
              <a:avLst/>
            </a:prstGeom>
            <a:noFill/>
            <a:ln w="0">
              <a:solidFill>
                <a:srgbClr val="000000"/>
              </a:solidFill>
              <a:round/>
              <a:headEnd/>
              <a:tailEnd/>
            </a:ln>
          </p:spPr>
          <p:txBody>
            <a:bodyPr/>
            <a:lstStyle/>
            <a:p>
              <a:pPr fontAlgn="auto">
                <a:spcBef>
                  <a:spcPts val="0"/>
                </a:spcBef>
                <a:spcAft>
                  <a:spcPts val="0"/>
                </a:spcAft>
                <a:defRPr/>
              </a:pPr>
              <a:endParaRPr lang="en-US" kern="0" baseline="0" dirty="0">
                <a:solidFill>
                  <a:sysClr val="windowText" lastClr="000000"/>
                </a:solidFill>
                <a:latin typeface="Calibri" pitchFamily="34" charset="0"/>
                <a:cs typeface="Arial" charset="0"/>
              </a:endParaRPr>
            </a:p>
          </p:txBody>
        </p:sp>
        <p:sp>
          <p:nvSpPr>
            <p:cNvPr id="22" name="Line 28"/>
            <p:cNvSpPr>
              <a:spLocks noChangeShapeType="1"/>
            </p:cNvSpPr>
            <p:nvPr/>
          </p:nvSpPr>
          <p:spPr bwMode="auto">
            <a:xfrm flipV="1">
              <a:off x="3257550" y="3953107"/>
              <a:ext cx="0" cy="44054"/>
            </a:xfrm>
            <a:prstGeom prst="line">
              <a:avLst/>
            </a:prstGeom>
            <a:noFill/>
            <a:ln w="0">
              <a:solidFill>
                <a:srgbClr val="000000"/>
              </a:solidFill>
              <a:round/>
              <a:headEnd/>
              <a:tailEnd/>
            </a:ln>
          </p:spPr>
          <p:txBody>
            <a:bodyPr/>
            <a:lstStyle/>
            <a:p>
              <a:pPr fontAlgn="auto">
                <a:spcBef>
                  <a:spcPts val="0"/>
                </a:spcBef>
                <a:spcAft>
                  <a:spcPts val="0"/>
                </a:spcAft>
                <a:defRPr/>
              </a:pPr>
              <a:endParaRPr lang="en-US" kern="0" baseline="0" dirty="0">
                <a:solidFill>
                  <a:sysClr val="windowText" lastClr="000000"/>
                </a:solidFill>
                <a:latin typeface="Calibri" pitchFamily="34" charset="0"/>
                <a:cs typeface="Arial" charset="0"/>
              </a:endParaRPr>
            </a:p>
          </p:txBody>
        </p:sp>
        <p:sp>
          <p:nvSpPr>
            <p:cNvPr id="23" name="Line 29"/>
            <p:cNvSpPr>
              <a:spLocks noChangeShapeType="1"/>
            </p:cNvSpPr>
            <p:nvPr/>
          </p:nvSpPr>
          <p:spPr bwMode="auto">
            <a:xfrm flipV="1">
              <a:off x="3954463" y="3953107"/>
              <a:ext cx="0" cy="44054"/>
            </a:xfrm>
            <a:prstGeom prst="line">
              <a:avLst/>
            </a:prstGeom>
            <a:noFill/>
            <a:ln w="0">
              <a:solidFill>
                <a:srgbClr val="000000"/>
              </a:solidFill>
              <a:round/>
              <a:headEnd/>
              <a:tailEnd/>
            </a:ln>
          </p:spPr>
          <p:txBody>
            <a:bodyPr/>
            <a:lstStyle/>
            <a:p>
              <a:pPr fontAlgn="auto">
                <a:spcBef>
                  <a:spcPts val="0"/>
                </a:spcBef>
                <a:spcAft>
                  <a:spcPts val="0"/>
                </a:spcAft>
                <a:defRPr/>
              </a:pPr>
              <a:endParaRPr lang="en-US" kern="0" baseline="0" dirty="0">
                <a:solidFill>
                  <a:sysClr val="windowText" lastClr="000000"/>
                </a:solidFill>
                <a:latin typeface="Calibri" pitchFamily="34" charset="0"/>
                <a:cs typeface="Arial" charset="0"/>
              </a:endParaRPr>
            </a:p>
          </p:txBody>
        </p:sp>
        <p:sp>
          <p:nvSpPr>
            <p:cNvPr id="24" name="Rectangle 38"/>
            <p:cNvSpPr>
              <a:spLocks noChangeArrowheads="1"/>
            </p:cNvSpPr>
            <p:nvPr/>
          </p:nvSpPr>
          <p:spPr bwMode="auto">
            <a:xfrm>
              <a:off x="1454150" y="2164787"/>
              <a:ext cx="139700" cy="105966"/>
            </a:xfrm>
            <a:prstGeom prst="rect">
              <a:avLst/>
            </a:prstGeom>
            <a:noFill/>
            <a:ln w="9525">
              <a:noFill/>
              <a:miter lim="800000"/>
              <a:headEnd/>
              <a:tailEnd/>
            </a:ln>
          </p:spPr>
          <p:txBody>
            <a:bodyPr/>
            <a:lstStyle/>
            <a:p>
              <a:pPr algn="ctr"/>
              <a:endParaRPr lang="en-US" sz="1600" baseline="0" dirty="0">
                <a:solidFill>
                  <a:srgbClr val="4D4D4D"/>
                </a:solidFill>
                <a:latin typeface="Calibri" pitchFamily="34" charset="0"/>
                <a:cs typeface="Arial" charset="0"/>
              </a:endParaRPr>
            </a:p>
          </p:txBody>
        </p:sp>
        <p:sp>
          <p:nvSpPr>
            <p:cNvPr id="25" name="Rectangle 39"/>
            <p:cNvSpPr>
              <a:spLocks noChangeArrowheads="1"/>
            </p:cNvSpPr>
            <p:nvPr/>
          </p:nvSpPr>
          <p:spPr bwMode="auto">
            <a:xfrm>
              <a:off x="1803400" y="2262419"/>
              <a:ext cx="139700" cy="104775"/>
            </a:xfrm>
            <a:prstGeom prst="rect">
              <a:avLst/>
            </a:prstGeom>
            <a:noFill/>
            <a:ln w="9525">
              <a:noFill/>
              <a:miter lim="800000"/>
              <a:headEnd/>
              <a:tailEnd/>
            </a:ln>
          </p:spPr>
          <p:txBody>
            <a:bodyPr/>
            <a:lstStyle/>
            <a:p>
              <a:pPr algn="ctr"/>
              <a:endParaRPr lang="en-US" sz="1600" baseline="0" dirty="0">
                <a:solidFill>
                  <a:srgbClr val="4D4D4D"/>
                </a:solidFill>
                <a:latin typeface="Calibri" pitchFamily="34" charset="0"/>
                <a:cs typeface="Arial" charset="0"/>
              </a:endParaRPr>
            </a:p>
          </p:txBody>
        </p:sp>
        <p:sp>
          <p:nvSpPr>
            <p:cNvPr id="26" name="Rectangle 41"/>
            <p:cNvSpPr>
              <a:spLocks noChangeArrowheads="1"/>
            </p:cNvSpPr>
            <p:nvPr/>
          </p:nvSpPr>
          <p:spPr bwMode="auto">
            <a:xfrm>
              <a:off x="3187700" y="2851780"/>
              <a:ext cx="139700" cy="105965"/>
            </a:xfrm>
            <a:prstGeom prst="rect">
              <a:avLst/>
            </a:prstGeom>
            <a:noFill/>
            <a:ln w="9525">
              <a:noFill/>
              <a:miter lim="800000"/>
              <a:headEnd/>
              <a:tailEnd/>
            </a:ln>
          </p:spPr>
          <p:txBody>
            <a:bodyPr/>
            <a:lstStyle/>
            <a:p>
              <a:pPr algn="ctr"/>
              <a:endParaRPr lang="en-US" sz="1600" baseline="0" dirty="0">
                <a:solidFill>
                  <a:srgbClr val="4D4D4D"/>
                </a:solidFill>
                <a:latin typeface="Calibri" pitchFamily="34" charset="0"/>
                <a:cs typeface="Arial" charset="0"/>
              </a:endParaRPr>
            </a:p>
          </p:txBody>
        </p:sp>
        <p:sp>
          <p:nvSpPr>
            <p:cNvPr id="27" name="Rectangle 42"/>
            <p:cNvSpPr>
              <a:spLocks noChangeArrowheads="1"/>
            </p:cNvSpPr>
            <p:nvPr/>
          </p:nvSpPr>
          <p:spPr bwMode="auto">
            <a:xfrm>
              <a:off x="4233863" y="3372080"/>
              <a:ext cx="139700" cy="104775"/>
            </a:xfrm>
            <a:prstGeom prst="rect">
              <a:avLst/>
            </a:prstGeom>
            <a:noFill/>
            <a:ln w="9525">
              <a:noFill/>
              <a:miter lim="800000"/>
              <a:headEnd/>
              <a:tailEnd/>
            </a:ln>
          </p:spPr>
          <p:txBody>
            <a:bodyPr/>
            <a:lstStyle/>
            <a:p>
              <a:pPr algn="ctr"/>
              <a:endParaRPr lang="en-US" sz="1600" baseline="0" dirty="0">
                <a:solidFill>
                  <a:srgbClr val="4D4D4D"/>
                </a:solidFill>
                <a:latin typeface="Calibri" pitchFamily="34" charset="0"/>
                <a:cs typeface="Arial" charset="0"/>
              </a:endParaRPr>
            </a:p>
          </p:txBody>
        </p:sp>
        <p:sp>
          <p:nvSpPr>
            <p:cNvPr id="36" name="Rectangle 53"/>
            <p:cNvSpPr>
              <a:spLocks noChangeArrowheads="1"/>
            </p:cNvSpPr>
            <p:nvPr/>
          </p:nvSpPr>
          <p:spPr bwMode="auto">
            <a:xfrm rot="16200000">
              <a:off x="-33283" y="2892011"/>
              <a:ext cx="1767227" cy="188619"/>
            </a:xfrm>
            <a:prstGeom prst="rect">
              <a:avLst/>
            </a:prstGeom>
            <a:noFill/>
            <a:ln w="9525">
              <a:noFill/>
              <a:miter lim="800000"/>
              <a:headEnd/>
              <a:tailEnd/>
            </a:ln>
          </p:spPr>
          <p:txBody>
            <a:bodyPr wrap="none" lIns="0" tIns="0" rIns="0" bIns="0">
              <a:spAutoFit/>
            </a:bodyPr>
            <a:lstStyle/>
            <a:p>
              <a:pPr algn="ctr">
                <a:buFont typeface="Arial" charset="0"/>
                <a:buNone/>
              </a:pPr>
              <a:r>
                <a:rPr lang="en-GB" sz="1000" baseline="0" dirty="0">
                  <a:solidFill>
                    <a:srgbClr val="000000"/>
                  </a:solidFill>
                  <a:latin typeface="Calibri" pitchFamily="34" charset="0"/>
                  <a:cs typeface="Arial" charset="0"/>
                </a:rPr>
                <a:t>Total Bookings ($)</a:t>
              </a:r>
              <a:endParaRPr lang="en-GB" sz="1000" baseline="0" dirty="0">
                <a:solidFill>
                  <a:srgbClr val="4D4D4D"/>
                </a:solidFill>
                <a:latin typeface="Calibri" pitchFamily="34" charset="0"/>
                <a:cs typeface="Arial" charset="0"/>
              </a:endParaRPr>
            </a:p>
          </p:txBody>
        </p:sp>
        <p:sp>
          <p:nvSpPr>
            <p:cNvPr id="37" name="Line 14"/>
            <p:cNvSpPr>
              <a:spLocks noChangeShapeType="1"/>
            </p:cNvSpPr>
            <p:nvPr/>
          </p:nvSpPr>
          <p:spPr bwMode="auto">
            <a:xfrm>
              <a:off x="1163638" y="2805343"/>
              <a:ext cx="3476625" cy="0"/>
            </a:xfrm>
            <a:prstGeom prst="line">
              <a:avLst/>
            </a:prstGeom>
            <a:noFill/>
            <a:ln w="6350">
              <a:solidFill>
                <a:srgbClr val="808080"/>
              </a:solidFill>
              <a:prstDash val="sysDot"/>
              <a:round/>
              <a:headEnd/>
              <a:tailEnd/>
            </a:ln>
          </p:spPr>
          <p:txBody>
            <a:bodyPr/>
            <a:lstStyle/>
            <a:p>
              <a:pPr fontAlgn="auto">
                <a:spcBef>
                  <a:spcPts val="0"/>
                </a:spcBef>
                <a:spcAft>
                  <a:spcPts val="0"/>
                </a:spcAft>
                <a:defRPr/>
              </a:pPr>
              <a:endParaRPr lang="en-US" kern="0" baseline="0" dirty="0">
                <a:solidFill>
                  <a:sysClr val="windowText" lastClr="000000"/>
                </a:solidFill>
                <a:latin typeface="Calibri" pitchFamily="34" charset="0"/>
                <a:cs typeface="Arial" charset="0"/>
              </a:endParaRPr>
            </a:p>
          </p:txBody>
        </p:sp>
        <p:sp>
          <p:nvSpPr>
            <p:cNvPr id="38" name="Rectangle 53"/>
            <p:cNvSpPr>
              <a:spLocks noChangeArrowheads="1"/>
            </p:cNvSpPr>
            <p:nvPr/>
          </p:nvSpPr>
          <p:spPr bwMode="auto">
            <a:xfrm>
              <a:off x="2687233" y="3963054"/>
              <a:ext cx="429433" cy="291501"/>
            </a:xfrm>
            <a:prstGeom prst="rect">
              <a:avLst/>
            </a:prstGeom>
            <a:noFill/>
            <a:ln w="9525">
              <a:noFill/>
              <a:miter lim="800000"/>
              <a:headEnd/>
              <a:tailEnd/>
            </a:ln>
          </p:spPr>
          <p:txBody>
            <a:bodyPr wrap="square" lIns="0" tIns="0" rIns="0" bIns="0">
              <a:spAutoFit/>
            </a:bodyPr>
            <a:lstStyle/>
            <a:p>
              <a:pPr algn="ctr">
                <a:buFont typeface="Arial" charset="0"/>
                <a:buNone/>
              </a:pPr>
              <a:r>
                <a:rPr lang="en-GB" sz="1000" baseline="0" dirty="0">
                  <a:solidFill>
                    <a:srgbClr val="000000"/>
                  </a:solidFill>
                  <a:latin typeface="Calibri" pitchFamily="34" charset="0"/>
                  <a:cs typeface="Arial" charset="0"/>
                </a:rPr>
                <a:t>Rate</a:t>
              </a:r>
              <a:endParaRPr lang="en-GB" sz="1000" baseline="0" dirty="0">
                <a:solidFill>
                  <a:srgbClr val="4D4D4D"/>
                </a:solidFill>
                <a:latin typeface="Calibri" pitchFamily="34" charset="0"/>
                <a:cs typeface="Arial" charset="0"/>
              </a:endParaRPr>
            </a:p>
          </p:txBody>
        </p:sp>
      </p:grpSp>
      <p:grpSp>
        <p:nvGrpSpPr>
          <p:cNvPr id="39" name="Group 38"/>
          <p:cNvGrpSpPr/>
          <p:nvPr/>
        </p:nvGrpSpPr>
        <p:grpSpPr>
          <a:xfrm>
            <a:off x="441905" y="2719673"/>
            <a:ext cx="3258718" cy="1251567"/>
            <a:chOff x="4518090" y="2071886"/>
            <a:chExt cx="3913126" cy="1916308"/>
          </a:xfrm>
        </p:grpSpPr>
        <p:grpSp>
          <p:nvGrpSpPr>
            <p:cNvPr id="40" name="Group 39"/>
            <p:cNvGrpSpPr/>
            <p:nvPr/>
          </p:nvGrpSpPr>
          <p:grpSpPr>
            <a:xfrm>
              <a:off x="4838703" y="2071886"/>
              <a:ext cx="3592513" cy="1916308"/>
              <a:chOff x="4838703" y="2164680"/>
              <a:chExt cx="3592513" cy="2177500"/>
            </a:xfrm>
          </p:grpSpPr>
          <p:sp>
            <p:nvSpPr>
              <p:cNvPr id="42" name="Rectangle 12"/>
              <p:cNvSpPr>
                <a:spLocks noChangeArrowheads="1"/>
              </p:cNvSpPr>
              <p:nvPr/>
            </p:nvSpPr>
            <p:spPr bwMode="auto">
              <a:xfrm>
                <a:off x="4897446" y="2164682"/>
                <a:ext cx="3476625" cy="1910953"/>
              </a:xfrm>
              <a:prstGeom prst="rect">
                <a:avLst/>
              </a:prstGeom>
              <a:noFill/>
              <a:ln w="9525">
                <a:noFill/>
                <a:miter lim="800000"/>
                <a:headEnd/>
                <a:tailEnd/>
              </a:ln>
            </p:spPr>
            <p:txBody>
              <a:bodyPr/>
              <a:lstStyle/>
              <a:p>
                <a:pPr algn="ctr"/>
                <a:endParaRPr lang="en-US" sz="1600" baseline="0" dirty="0">
                  <a:solidFill>
                    <a:srgbClr val="4D4D4D"/>
                  </a:solidFill>
                  <a:latin typeface="Calibri" pitchFamily="34" charset="0"/>
                  <a:cs typeface="Arial" charset="0"/>
                </a:endParaRPr>
              </a:p>
            </p:txBody>
          </p:sp>
          <p:sp>
            <p:nvSpPr>
              <p:cNvPr id="43" name="Line 13"/>
              <p:cNvSpPr>
                <a:spLocks noChangeShapeType="1"/>
              </p:cNvSpPr>
              <p:nvPr/>
            </p:nvSpPr>
            <p:spPr bwMode="auto">
              <a:xfrm>
                <a:off x="4897446" y="3697014"/>
                <a:ext cx="3476625" cy="0"/>
              </a:xfrm>
              <a:prstGeom prst="line">
                <a:avLst/>
              </a:prstGeom>
              <a:noFill/>
              <a:ln w="6350">
                <a:solidFill>
                  <a:srgbClr val="808080"/>
                </a:solidFill>
                <a:prstDash val="sysDot"/>
                <a:round/>
                <a:headEnd/>
                <a:tailEnd/>
              </a:ln>
            </p:spPr>
            <p:txBody>
              <a:bodyPr/>
              <a:lstStyle/>
              <a:p>
                <a:pPr fontAlgn="auto">
                  <a:spcBef>
                    <a:spcPts val="0"/>
                  </a:spcBef>
                  <a:spcAft>
                    <a:spcPts val="0"/>
                  </a:spcAft>
                  <a:defRPr/>
                </a:pPr>
                <a:endParaRPr lang="en-US" kern="0" baseline="0" dirty="0">
                  <a:solidFill>
                    <a:sysClr val="windowText" lastClr="000000"/>
                  </a:solidFill>
                  <a:latin typeface="Calibri" pitchFamily="34" charset="0"/>
                  <a:cs typeface="Arial" charset="0"/>
                </a:endParaRPr>
              </a:p>
            </p:txBody>
          </p:sp>
          <p:sp>
            <p:nvSpPr>
              <p:cNvPr id="44" name="Line 14"/>
              <p:cNvSpPr>
                <a:spLocks noChangeShapeType="1"/>
              </p:cNvSpPr>
              <p:nvPr/>
            </p:nvSpPr>
            <p:spPr bwMode="auto">
              <a:xfrm>
                <a:off x="4897446" y="3308870"/>
                <a:ext cx="3476625" cy="0"/>
              </a:xfrm>
              <a:prstGeom prst="line">
                <a:avLst/>
              </a:prstGeom>
              <a:noFill/>
              <a:ln w="6350">
                <a:solidFill>
                  <a:srgbClr val="000000"/>
                </a:solidFill>
                <a:prstDash val="sysDot"/>
                <a:round/>
                <a:headEnd/>
                <a:tailEnd/>
              </a:ln>
            </p:spPr>
            <p:txBody>
              <a:bodyPr/>
              <a:lstStyle/>
              <a:p>
                <a:pPr fontAlgn="auto">
                  <a:spcBef>
                    <a:spcPts val="0"/>
                  </a:spcBef>
                  <a:spcAft>
                    <a:spcPts val="0"/>
                  </a:spcAft>
                  <a:defRPr/>
                </a:pPr>
                <a:endParaRPr lang="en-US" kern="0" baseline="0" dirty="0">
                  <a:solidFill>
                    <a:sysClr val="windowText" lastClr="000000"/>
                  </a:solidFill>
                  <a:latin typeface="Calibri" pitchFamily="34" charset="0"/>
                  <a:cs typeface="Arial" charset="0"/>
                </a:endParaRPr>
              </a:p>
            </p:txBody>
          </p:sp>
          <p:sp>
            <p:nvSpPr>
              <p:cNvPr id="45" name="Line 15"/>
              <p:cNvSpPr>
                <a:spLocks noChangeShapeType="1"/>
              </p:cNvSpPr>
              <p:nvPr/>
            </p:nvSpPr>
            <p:spPr bwMode="auto">
              <a:xfrm>
                <a:off x="4897446" y="2543298"/>
                <a:ext cx="3476625" cy="0"/>
              </a:xfrm>
              <a:prstGeom prst="line">
                <a:avLst/>
              </a:prstGeom>
              <a:noFill/>
              <a:ln w="6350">
                <a:solidFill>
                  <a:srgbClr val="808080"/>
                </a:solidFill>
                <a:prstDash val="sysDot"/>
                <a:round/>
                <a:headEnd/>
                <a:tailEnd/>
              </a:ln>
            </p:spPr>
            <p:txBody>
              <a:bodyPr/>
              <a:lstStyle/>
              <a:p>
                <a:pPr fontAlgn="auto">
                  <a:spcBef>
                    <a:spcPts val="0"/>
                  </a:spcBef>
                  <a:spcAft>
                    <a:spcPts val="0"/>
                  </a:spcAft>
                  <a:defRPr/>
                </a:pPr>
                <a:endParaRPr lang="en-US" kern="0" baseline="0" dirty="0">
                  <a:solidFill>
                    <a:sysClr val="windowText" lastClr="000000"/>
                  </a:solidFill>
                  <a:latin typeface="Calibri" pitchFamily="34" charset="0"/>
                  <a:cs typeface="Arial" charset="0"/>
                </a:endParaRPr>
              </a:p>
            </p:txBody>
          </p:sp>
          <p:sp>
            <p:nvSpPr>
              <p:cNvPr id="46" name="Line 16"/>
              <p:cNvSpPr>
                <a:spLocks noChangeShapeType="1"/>
              </p:cNvSpPr>
              <p:nvPr/>
            </p:nvSpPr>
            <p:spPr bwMode="auto">
              <a:xfrm>
                <a:off x="4897446" y="2164680"/>
                <a:ext cx="3476625" cy="0"/>
              </a:xfrm>
              <a:prstGeom prst="line">
                <a:avLst/>
              </a:prstGeom>
              <a:noFill/>
              <a:ln w="6350">
                <a:solidFill>
                  <a:srgbClr val="808080"/>
                </a:solidFill>
                <a:prstDash val="sysDot"/>
                <a:round/>
                <a:headEnd/>
                <a:tailEnd/>
              </a:ln>
            </p:spPr>
            <p:txBody>
              <a:bodyPr/>
              <a:lstStyle/>
              <a:p>
                <a:pPr fontAlgn="auto">
                  <a:spcBef>
                    <a:spcPts val="0"/>
                  </a:spcBef>
                  <a:spcAft>
                    <a:spcPts val="0"/>
                  </a:spcAft>
                  <a:defRPr/>
                </a:pPr>
                <a:endParaRPr lang="en-US" kern="0" baseline="0" dirty="0">
                  <a:solidFill>
                    <a:sysClr val="windowText" lastClr="000000"/>
                  </a:solidFill>
                  <a:latin typeface="Calibri" pitchFamily="34" charset="0"/>
                  <a:cs typeface="Arial" charset="0"/>
                </a:endParaRPr>
              </a:p>
            </p:txBody>
          </p:sp>
          <p:sp>
            <p:nvSpPr>
              <p:cNvPr id="47" name="Line 17"/>
              <p:cNvSpPr>
                <a:spLocks noChangeShapeType="1"/>
              </p:cNvSpPr>
              <p:nvPr/>
            </p:nvSpPr>
            <p:spPr bwMode="auto">
              <a:xfrm>
                <a:off x="4897441" y="2164682"/>
                <a:ext cx="0" cy="1910953"/>
              </a:xfrm>
              <a:prstGeom prst="line">
                <a:avLst/>
              </a:prstGeom>
              <a:noFill/>
              <a:ln w="0">
                <a:solidFill>
                  <a:srgbClr val="000000"/>
                </a:solidFill>
                <a:round/>
                <a:headEnd/>
                <a:tailEnd/>
              </a:ln>
            </p:spPr>
            <p:txBody>
              <a:bodyPr/>
              <a:lstStyle/>
              <a:p>
                <a:pPr fontAlgn="auto">
                  <a:spcBef>
                    <a:spcPts val="0"/>
                  </a:spcBef>
                  <a:spcAft>
                    <a:spcPts val="0"/>
                  </a:spcAft>
                  <a:defRPr/>
                </a:pPr>
                <a:endParaRPr lang="en-US" kern="0" baseline="0" dirty="0">
                  <a:solidFill>
                    <a:sysClr val="windowText" lastClr="000000"/>
                  </a:solidFill>
                  <a:latin typeface="Calibri" pitchFamily="34" charset="0"/>
                  <a:cs typeface="Arial" charset="0"/>
                </a:endParaRPr>
              </a:p>
            </p:txBody>
          </p:sp>
          <p:sp>
            <p:nvSpPr>
              <p:cNvPr id="48" name="Line 18"/>
              <p:cNvSpPr>
                <a:spLocks noChangeShapeType="1"/>
              </p:cNvSpPr>
              <p:nvPr/>
            </p:nvSpPr>
            <p:spPr bwMode="auto">
              <a:xfrm>
                <a:off x="4838703" y="4075632"/>
                <a:ext cx="58738" cy="0"/>
              </a:xfrm>
              <a:prstGeom prst="line">
                <a:avLst/>
              </a:prstGeom>
              <a:noFill/>
              <a:ln w="0">
                <a:solidFill>
                  <a:srgbClr val="000000"/>
                </a:solidFill>
                <a:round/>
                <a:headEnd/>
                <a:tailEnd/>
              </a:ln>
            </p:spPr>
            <p:txBody>
              <a:bodyPr/>
              <a:lstStyle/>
              <a:p>
                <a:pPr fontAlgn="auto">
                  <a:spcBef>
                    <a:spcPts val="0"/>
                  </a:spcBef>
                  <a:spcAft>
                    <a:spcPts val="0"/>
                  </a:spcAft>
                  <a:defRPr/>
                </a:pPr>
                <a:endParaRPr lang="en-US" kern="0" baseline="0" dirty="0">
                  <a:solidFill>
                    <a:sysClr val="windowText" lastClr="000000"/>
                  </a:solidFill>
                  <a:latin typeface="Calibri" pitchFamily="34" charset="0"/>
                  <a:cs typeface="Arial" charset="0"/>
                </a:endParaRPr>
              </a:p>
            </p:txBody>
          </p:sp>
          <p:sp>
            <p:nvSpPr>
              <p:cNvPr id="49" name="Line 19"/>
              <p:cNvSpPr>
                <a:spLocks noChangeShapeType="1"/>
              </p:cNvSpPr>
              <p:nvPr/>
            </p:nvSpPr>
            <p:spPr bwMode="auto">
              <a:xfrm>
                <a:off x="4838703" y="3697014"/>
                <a:ext cx="58738" cy="0"/>
              </a:xfrm>
              <a:prstGeom prst="line">
                <a:avLst/>
              </a:prstGeom>
              <a:noFill/>
              <a:ln w="0">
                <a:solidFill>
                  <a:srgbClr val="000000"/>
                </a:solidFill>
                <a:round/>
                <a:headEnd/>
                <a:tailEnd/>
              </a:ln>
            </p:spPr>
            <p:txBody>
              <a:bodyPr/>
              <a:lstStyle/>
              <a:p>
                <a:pPr fontAlgn="auto">
                  <a:spcBef>
                    <a:spcPts val="0"/>
                  </a:spcBef>
                  <a:spcAft>
                    <a:spcPts val="0"/>
                  </a:spcAft>
                  <a:defRPr/>
                </a:pPr>
                <a:endParaRPr lang="en-US" kern="0" baseline="0" dirty="0">
                  <a:solidFill>
                    <a:sysClr val="windowText" lastClr="000000"/>
                  </a:solidFill>
                  <a:latin typeface="Calibri" pitchFamily="34" charset="0"/>
                  <a:cs typeface="Arial" charset="0"/>
                </a:endParaRPr>
              </a:p>
            </p:txBody>
          </p:sp>
          <p:sp>
            <p:nvSpPr>
              <p:cNvPr id="50" name="Line 20"/>
              <p:cNvSpPr>
                <a:spLocks noChangeShapeType="1"/>
              </p:cNvSpPr>
              <p:nvPr/>
            </p:nvSpPr>
            <p:spPr bwMode="auto">
              <a:xfrm>
                <a:off x="4838703" y="3308870"/>
                <a:ext cx="58738" cy="0"/>
              </a:xfrm>
              <a:prstGeom prst="line">
                <a:avLst/>
              </a:prstGeom>
              <a:noFill/>
              <a:ln w="0">
                <a:solidFill>
                  <a:srgbClr val="000000"/>
                </a:solidFill>
                <a:round/>
                <a:headEnd/>
                <a:tailEnd/>
              </a:ln>
            </p:spPr>
            <p:txBody>
              <a:bodyPr/>
              <a:lstStyle/>
              <a:p>
                <a:pPr fontAlgn="auto">
                  <a:spcBef>
                    <a:spcPts val="0"/>
                  </a:spcBef>
                  <a:spcAft>
                    <a:spcPts val="0"/>
                  </a:spcAft>
                  <a:defRPr/>
                </a:pPr>
                <a:endParaRPr lang="en-US" kern="0" baseline="0" dirty="0">
                  <a:solidFill>
                    <a:sysClr val="windowText" lastClr="000000"/>
                  </a:solidFill>
                  <a:latin typeface="Calibri" pitchFamily="34" charset="0"/>
                  <a:cs typeface="Arial" charset="0"/>
                </a:endParaRPr>
              </a:p>
            </p:txBody>
          </p:sp>
          <p:sp>
            <p:nvSpPr>
              <p:cNvPr id="51" name="Line 21"/>
              <p:cNvSpPr>
                <a:spLocks noChangeShapeType="1"/>
              </p:cNvSpPr>
              <p:nvPr/>
            </p:nvSpPr>
            <p:spPr bwMode="auto">
              <a:xfrm>
                <a:off x="4838703" y="2930251"/>
                <a:ext cx="58738" cy="0"/>
              </a:xfrm>
              <a:prstGeom prst="line">
                <a:avLst/>
              </a:prstGeom>
              <a:noFill/>
              <a:ln w="0">
                <a:solidFill>
                  <a:srgbClr val="000000"/>
                </a:solidFill>
                <a:round/>
                <a:headEnd/>
                <a:tailEnd/>
              </a:ln>
            </p:spPr>
            <p:txBody>
              <a:bodyPr/>
              <a:lstStyle/>
              <a:p>
                <a:pPr fontAlgn="auto">
                  <a:spcBef>
                    <a:spcPts val="0"/>
                  </a:spcBef>
                  <a:spcAft>
                    <a:spcPts val="0"/>
                  </a:spcAft>
                  <a:defRPr/>
                </a:pPr>
                <a:endParaRPr lang="en-US" kern="0" baseline="0" dirty="0">
                  <a:solidFill>
                    <a:sysClr val="windowText" lastClr="000000"/>
                  </a:solidFill>
                  <a:latin typeface="Calibri" pitchFamily="34" charset="0"/>
                  <a:cs typeface="Arial" charset="0"/>
                </a:endParaRPr>
              </a:p>
            </p:txBody>
          </p:sp>
          <p:sp>
            <p:nvSpPr>
              <p:cNvPr id="52" name="Line 22"/>
              <p:cNvSpPr>
                <a:spLocks noChangeShapeType="1"/>
              </p:cNvSpPr>
              <p:nvPr/>
            </p:nvSpPr>
            <p:spPr bwMode="auto">
              <a:xfrm>
                <a:off x="4838703" y="2543298"/>
                <a:ext cx="58738" cy="0"/>
              </a:xfrm>
              <a:prstGeom prst="line">
                <a:avLst/>
              </a:prstGeom>
              <a:noFill/>
              <a:ln w="0">
                <a:solidFill>
                  <a:srgbClr val="000000"/>
                </a:solidFill>
                <a:round/>
                <a:headEnd/>
                <a:tailEnd/>
              </a:ln>
            </p:spPr>
            <p:txBody>
              <a:bodyPr/>
              <a:lstStyle/>
              <a:p>
                <a:pPr fontAlgn="auto">
                  <a:spcBef>
                    <a:spcPts val="0"/>
                  </a:spcBef>
                  <a:spcAft>
                    <a:spcPts val="0"/>
                  </a:spcAft>
                  <a:defRPr/>
                </a:pPr>
                <a:endParaRPr lang="en-US" kern="0" baseline="0" dirty="0">
                  <a:solidFill>
                    <a:sysClr val="windowText" lastClr="000000"/>
                  </a:solidFill>
                  <a:latin typeface="Calibri" pitchFamily="34" charset="0"/>
                  <a:cs typeface="Arial" charset="0"/>
                </a:endParaRPr>
              </a:p>
            </p:txBody>
          </p:sp>
          <p:sp>
            <p:nvSpPr>
              <p:cNvPr id="53" name="Line 23"/>
              <p:cNvSpPr>
                <a:spLocks noChangeShapeType="1"/>
              </p:cNvSpPr>
              <p:nvPr/>
            </p:nvSpPr>
            <p:spPr bwMode="auto">
              <a:xfrm>
                <a:off x="4838703" y="2164680"/>
                <a:ext cx="58738" cy="0"/>
              </a:xfrm>
              <a:prstGeom prst="line">
                <a:avLst/>
              </a:prstGeom>
              <a:noFill/>
              <a:ln w="0">
                <a:solidFill>
                  <a:srgbClr val="000000"/>
                </a:solidFill>
                <a:round/>
                <a:headEnd/>
                <a:tailEnd/>
              </a:ln>
            </p:spPr>
            <p:txBody>
              <a:bodyPr/>
              <a:lstStyle/>
              <a:p>
                <a:pPr fontAlgn="auto">
                  <a:spcBef>
                    <a:spcPts val="0"/>
                  </a:spcBef>
                  <a:spcAft>
                    <a:spcPts val="0"/>
                  </a:spcAft>
                  <a:defRPr/>
                </a:pPr>
                <a:endParaRPr lang="en-US" kern="0" baseline="0" dirty="0">
                  <a:solidFill>
                    <a:sysClr val="windowText" lastClr="000000"/>
                  </a:solidFill>
                  <a:latin typeface="Calibri" pitchFamily="34" charset="0"/>
                  <a:cs typeface="Arial" charset="0"/>
                </a:endParaRPr>
              </a:p>
            </p:txBody>
          </p:sp>
          <p:sp>
            <p:nvSpPr>
              <p:cNvPr id="54" name="Line 24"/>
              <p:cNvSpPr>
                <a:spLocks noChangeShapeType="1"/>
              </p:cNvSpPr>
              <p:nvPr/>
            </p:nvSpPr>
            <p:spPr bwMode="auto">
              <a:xfrm>
                <a:off x="4897446" y="4075632"/>
                <a:ext cx="3476625" cy="0"/>
              </a:xfrm>
              <a:prstGeom prst="line">
                <a:avLst/>
              </a:prstGeom>
              <a:noFill/>
              <a:ln w="0">
                <a:solidFill>
                  <a:srgbClr val="808080"/>
                </a:solidFill>
                <a:round/>
                <a:headEnd/>
                <a:tailEnd/>
              </a:ln>
            </p:spPr>
            <p:txBody>
              <a:bodyPr/>
              <a:lstStyle/>
              <a:p>
                <a:pPr fontAlgn="auto">
                  <a:spcBef>
                    <a:spcPts val="0"/>
                  </a:spcBef>
                  <a:spcAft>
                    <a:spcPts val="0"/>
                  </a:spcAft>
                  <a:defRPr/>
                </a:pPr>
                <a:endParaRPr lang="en-US" kern="0" baseline="0" dirty="0">
                  <a:solidFill>
                    <a:sysClr val="windowText" lastClr="000000"/>
                  </a:solidFill>
                  <a:latin typeface="Calibri" pitchFamily="34" charset="0"/>
                  <a:cs typeface="Arial" charset="0"/>
                </a:endParaRPr>
              </a:p>
            </p:txBody>
          </p:sp>
          <p:sp>
            <p:nvSpPr>
              <p:cNvPr id="55" name="Line 25"/>
              <p:cNvSpPr>
                <a:spLocks noChangeShapeType="1"/>
              </p:cNvSpPr>
              <p:nvPr/>
            </p:nvSpPr>
            <p:spPr bwMode="auto">
              <a:xfrm flipV="1">
                <a:off x="4897441" y="4075634"/>
                <a:ext cx="0" cy="44054"/>
              </a:xfrm>
              <a:prstGeom prst="line">
                <a:avLst/>
              </a:prstGeom>
              <a:noFill/>
              <a:ln w="0">
                <a:solidFill>
                  <a:srgbClr val="000000"/>
                </a:solidFill>
                <a:round/>
                <a:headEnd/>
                <a:tailEnd/>
              </a:ln>
            </p:spPr>
            <p:txBody>
              <a:bodyPr/>
              <a:lstStyle/>
              <a:p>
                <a:pPr fontAlgn="auto">
                  <a:spcBef>
                    <a:spcPts val="0"/>
                  </a:spcBef>
                  <a:spcAft>
                    <a:spcPts val="0"/>
                  </a:spcAft>
                  <a:defRPr/>
                </a:pPr>
                <a:endParaRPr lang="en-US" kern="0" baseline="0" dirty="0">
                  <a:solidFill>
                    <a:sysClr val="windowText" lastClr="000000"/>
                  </a:solidFill>
                  <a:latin typeface="Calibri" pitchFamily="34" charset="0"/>
                  <a:cs typeface="Arial" charset="0"/>
                </a:endParaRPr>
              </a:p>
            </p:txBody>
          </p:sp>
          <p:sp>
            <p:nvSpPr>
              <p:cNvPr id="56" name="Line 26"/>
              <p:cNvSpPr>
                <a:spLocks noChangeShapeType="1"/>
              </p:cNvSpPr>
              <p:nvPr/>
            </p:nvSpPr>
            <p:spPr bwMode="auto">
              <a:xfrm flipV="1">
                <a:off x="5594353" y="4075634"/>
                <a:ext cx="0" cy="44054"/>
              </a:xfrm>
              <a:prstGeom prst="line">
                <a:avLst/>
              </a:prstGeom>
              <a:noFill/>
              <a:ln w="0">
                <a:solidFill>
                  <a:srgbClr val="000000"/>
                </a:solidFill>
                <a:round/>
                <a:headEnd/>
                <a:tailEnd/>
              </a:ln>
            </p:spPr>
            <p:txBody>
              <a:bodyPr/>
              <a:lstStyle/>
              <a:p>
                <a:pPr fontAlgn="auto">
                  <a:spcBef>
                    <a:spcPts val="0"/>
                  </a:spcBef>
                  <a:spcAft>
                    <a:spcPts val="0"/>
                  </a:spcAft>
                  <a:defRPr/>
                </a:pPr>
                <a:endParaRPr lang="en-US" kern="0" baseline="0" dirty="0">
                  <a:solidFill>
                    <a:sysClr val="windowText" lastClr="000000"/>
                  </a:solidFill>
                  <a:latin typeface="Calibri" pitchFamily="34" charset="0"/>
                  <a:cs typeface="Arial" charset="0"/>
                </a:endParaRPr>
              </a:p>
            </p:txBody>
          </p:sp>
          <p:sp>
            <p:nvSpPr>
              <p:cNvPr id="57" name="Line 27"/>
              <p:cNvSpPr>
                <a:spLocks noChangeShapeType="1"/>
              </p:cNvSpPr>
              <p:nvPr/>
            </p:nvSpPr>
            <p:spPr bwMode="auto">
              <a:xfrm flipV="1">
                <a:off x="6292853" y="4075634"/>
                <a:ext cx="0" cy="44054"/>
              </a:xfrm>
              <a:prstGeom prst="line">
                <a:avLst/>
              </a:prstGeom>
              <a:noFill/>
              <a:ln w="0">
                <a:solidFill>
                  <a:srgbClr val="000000"/>
                </a:solidFill>
                <a:round/>
                <a:headEnd/>
                <a:tailEnd/>
              </a:ln>
            </p:spPr>
            <p:txBody>
              <a:bodyPr/>
              <a:lstStyle/>
              <a:p>
                <a:pPr fontAlgn="auto">
                  <a:spcBef>
                    <a:spcPts val="0"/>
                  </a:spcBef>
                  <a:spcAft>
                    <a:spcPts val="0"/>
                  </a:spcAft>
                  <a:defRPr/>
                </a:pPr>
                <a:endParaRPr lang="en-US" kern="0" baseline="0" dirty="0">
                  <a:solidFill>
                    <a:sysClr val="windowText" lastClr="000000"/>
                  </a:solidFill>
                  <a:latin typeface="Calibri" pitchFamily="34" charset="0"/>
                  <a:cs typeface="Arial" charset="0"/>
                </a:endParaRPr>
              </a:p>
            </p:txBody>
          </p:sp>
          <p:sp>
            <p:nvSpPr>
              <p:cNvPr id="58" name="Line 28"/>
              <p:cNvSpPr>
                <a:spLocks noChangeShapeType="1"/>
              </p:cNvSpPr>
              <p:nvPr/>
            </p:nvSpPr>
            <p:spPr bwMode="auto">
              <a:xfrm flipV="1">
                <a:off x="6978653" y="4075634"/>
                <a:ext cx="0" cy="44054"/>
              </a:xfrm>
              <a:prstGeom prst="line">
                <a:avLst/>
              </a:prstGeom>
              <a:noFill/>
              <a:ln w="0">
                <a:solidFill>
                  <a:srgbClr val="000000"/>
                </a:solidFill>
                <a:round/>
                <a:headEnd/>
                <a:tailEnd/>
              </a:ln>
            </p:spPr>
            <p:txBody>
              <a:bodyPr/>
              <a:lstStyle/>
              <a:p>
                <a:pPr fontAlgn="auto">
                  <a:spcBef>
                    <a:spcPts val="0"/>
                  </a:spcBef>
                  <a:spcAft>
                    <a:spcPts val="0"/>
                  </a:spcAft>
                  <a:defRPr/>
                </a:pPr>
                <a:endParaRPr lang="en-US" kern="0" baseline="0" dirty="0">
                  <a:solidFill>
                    <a:sysClr val="windowText" lastClr="000000"/>
                  </a:solidFill>
                  <a:latin typeface="Calibri" pitchFamily="34" charset="0"/>
                  <a:cs typeface="Arial" charset="0"/>
                </a:endParaRPr>
              </a:p>
            </p:txBody>
          </p:sp>
          <p:sp>
            <p:nvSpPr>
              <p:cNvPr id="59" name="Line 29"/>
              <p:cNvSpPr>
                <a:spLocks noChangeShapeType="1"/>
              </p:cNvSpPr>
              <p:nvPr/>
            </p:nvSpPr>
            <p:spPr bwMode="auto">
              <a:xfrm flipV="1">
                <a:off x="7675566" y="4075634"/>
                <a:ext cx="0" cy="44054"/>
              </a:xfrm>
              <a:prstGeom prst="line">
                <a:avLst/>
              </a:prstGeom>
              <a:noFill/>
              <a:ln w="0">
                <a:solidFill>
                  <a:srgbClr val="000000"/>
                </a:solidFill>
                <a:round/>
                <a:headEnd/>
                <a:tailEnd/>
              </a:ln>
            </p:spPr>
            <p:txBody>
              <a:bodyPr/>
              <a:lstStyle/>
              <a:p>
                <a:pPr fontAlgn="auto">
                  <a:spcBef>
                    <a:spcPts val="0"/>
                  </a:spcBef>
                  <a:spcAft>
                    <a:spcPts val="0"/>
                  </a:spcAft>
                  <a:defRPr/>
                </a:pPr>
                <a:endParaRPr lang="en-US" kern="0" baseline="0" dirty="0">
                  <a:solidFill>
                    <a:sysClr val="windowText" lastClr="000000"/>
                  </a:solidFill>
                  <a:latin typeface="Calibri" pitchFamily="34" charset="0"/>
                  <a:cs typeface="Arial" charset="0"/>
                </a:endParaRPr>
              </a:p>
            </p:txBody>
          </p:sp>
          <p:sp>
            <p:nvSpPr>
              <p:cNvPr id="60" name="Line 30"/>
              <p:cNvSpPr>
                <a:spLocks noChangeShapeType="1"/>
              </p:cNvSpPr>
              <p:nvPr/>
            </p:nvSpPr>
            <p:spPr bwMode="auto">
              <a:xfrm flipV="1">
                <a:off x="8374066" y="4075634"/>
                <a:ext cx="0" cy="44054"/>
              </a:xfrm>
              <a:prstGeom prst="line">
                <a:avLst/>
              </a:prstGeom>
              <a:noFill/>
              <a:ln w="0">
                <a:solidFill>
                  <a:srgbClr val="000000"/>
                </a:solidFill>
                <a:round/>
                <a:headEnd/>
                <a:tailEnd/>
              </a:ln>
            </p:spPr>
            <p:txBody>
              <a:bodyPr/>
              <a:lstStyle/>
              <a:p>
                <a:pPr fontAlgn="auto">
                  <a:spcBef>
                    <a:spcPts val="0"/>
                  </a:spcBef>
                  <a:spcAft>
                    <a:spcPts val="0"/>
                  </a:spcAft>
                  <a:defRPr/>
                </a:pPr>
                <a:endParaRPr lang="en-US" kern="0" baseline="0" dirty="0">
                  <a:solidFill>
                    <a:sysClr val="windowText" lastClr="000000"/>
                  </a:solidFill>
                  <a:latin typeface="Calibri" pitchFamily="34" charset="0"/>
                  <a:cs typeface="Arial" charset="0"/>
                </a:endParaRPr>
              </a:p>
            </p:txBody>
          </p:sp>
          <p:sp>
            <p:nvSpPr>
              <p:cNvPr id="61" name="Line 32"/>
              <p:cNvSpPr>
                <a:spLocks noChangeShapeType="1"/>
              </p:cNvSpPr>
              <p:nvPr/>
            </p:nvSpPr>
            <p:spPr bwMode="auto">
              <a:xfrm>
                <a:off x="8315328" y="4075632"/>
                <a:ext cx="115888" cy="0"/>
              </a:xfrm>
              <a:prstGeom prst="line">
                <a:avLst/>
              </a:prstGeom>
              <a:noFill/>
              <a:ln w="0">
                <a:solidFill>
                  <a:srgbClr val="000000"/>
                </a:solidFill>
                <a:round/>
                <a:headEnd/>
                <a:tailEnd/>
              </a:ln>
            </p:spPr>
            <p:txBody>
              <a:bodyPr/>
              <a:lstStyle/>
              <a:p>
                <a:pPr fontAlgn="auto">
                  <a:spcBef>
                    <a:spcPts val="0"/>
                  </a:spcBef>
                  <a:spcAft>
                    <a:spcPts val="0"/>
                  </a:spcAft>
                  <a:defRPr/>
                </a:pPr>
                <a:endParaRPr lang="en-US" kern="0" baseline="0" dirty="0">
                  <a:solidFill>
                    <a:sysClr val="windowText" lastClr="000000"/>
                  </a:solidFill>
                  <a:latin typeface="Calibri" pitchFamily="34" charset="0"/>
                  <a:cs typeface="Arial" charset="0"/>
                </a:endParaRPr>
              </a:p>
            </p:txBody>
          </p:sp>
          <p:sp>
            <p:nvSpPr>
              <p:cNvPr id="70" name="Rectangle 52"/>
              <p:cNvSpPr>
                <a:spLocks noChangeArrowheads="1"/>
              </p:cNvSpPr>
              <p:nvPr/>
            </p:nvSpPr>
            <p:spPr bwMode="auto">
              <a:xfrm>
                <a:off x="6384858" y="4074443"/>
                <a:ext cx="476387" cy="267737"/>
              </a:xfrm>
              <a:prstGeom prst="rect">
                <a:avLst/>
              </a:prstGeom>
              <a:noFill/>
              <a:ln w="9525">
                <a:noFill/>
                <a:miter lim="800000"/>
                <a:headEnd/>
                <a:tailEnd/>
              </a:ln>
            </p:spPr>
            <p:txBody>
              <a:bodyPr wrap="square" lIns="0" tIns="0" rIns="0" bIns="0">
                <a:spAutoFit/>
              </a:bodyPr>
              <a:lstStyle/>
              <a:p>
                <a:pPr marL="219075" indent="-219075" algn="ctr">
                  <a:buFont typeface="Arial" charset="0"/>
                  <a:buNone/>
                </a:pPr>
                <a:r>
                  <a:rPr lang="en-GB" sz="1000" baseline="0" dirty="0">
                    <a:solidFill>
                      <a:srgbClr val="000000"/>
                    </a:solidFill>
                    <a:latin typeface="Calibri" pitchFamily="34" charset="0"/>
                    <a:cs typeface="Arial" charset="0"/>
                  </a:rPr>
                  <a:t>Rate</a:t>
                </a:r>
                <a:endParaRPr lang="en-GB" sz="1000" baseline="0" dirty="0">
                  <a:solidFill>
                    <a:srgbClr val="4D4D4D"/>
                  </a:solidFill>
                  <a:latin typeface="Calibri" pitchFamily="34" charset="0"/>
                  <a:cs typeface="Arial" charset="0"/>
                </a:endParaRPr>
              </a:p>
            </p:txBody>
          </p:sp>
          <p:sp>
            <p:nvSpPr>
              <p:cNvPr id="71" name="Line 70"/>
              <p:cNvSpPr>
                <a:spLocks noChangeShapeType="1"/>
              </p:cNvSpPr>
              <p:nvPr/>
            </p:nvSpPr>
            <p:spPr bwMode="gray">
              <a:xfrm flipV="1">
                <a:off x="5381633" y="2654108"/>
                <a:ext cx="2565833" cy="1244123"/>
              </a:xfrm>
              <a:prstGeom prst="line">
                <a:avLst/>
              </a:prstGeom>
              <a:noFill/>
              <a:ln w="38100">
                <a:solidFill>
                  <a:srgbClr val="808080"/>
                </a:solidFill>
                <a:prstDash val="dash"/>
                <a:round/>
                <a:headEnd/>
                <a:tailEnd/>
              </a:ln>
            </p:spPr>
            <p:txBody>
              <a:bodyPr anchor="ctr"/>
              <a:lstStyle/>
              <a:p>
                <a:pPr fontAlgn="auto">
                  <a:spcBef>
                    <a:spcPts val="0"/>
                  </a:spcBef>
                  <a:spcAft>
                    <a:spcPts val="0"/>
                  </a:spcAft>
                  <a:defRPr/>
                </a:pPr>
                <a:endParaRPr lang="en-US" kern="0" baseline="0" dirty="0">
                  <a:solidFill>
                    <a:sysClr val="windowText" lastClr="000000"/>
                  </a:solidFill>
                  <a:latin typeface="Calibri" pitchFamily="34" charset="0"/>
                  <a:cs typeface="Arial" charset="0"/>
                </a:endParaRPr>
              </a:p>
            </p:txBody>
          </p:sp>
          <p:sp>
            <p:nvSpPr>
              <p:cNvPr id="72" name="Line 14"/>
              <p:cNvSpPr>
                <a:spLocks noChangeShapeType="1"/>
              </p:cNvSpPr>
              <p:nvPr/>
            </p:nvSpPr>
            <p:spPr bwMode="auto">
              <a:xfrm>
                <a:off x="4884741" y="2927870"/>
                <a:ext cx="3476625" cy="0"/>
              </a:xfrm>
              <a:prstGeom prst="line">
                <a:avLst/>
              </a:prstGeom>
              <a:noFill/>
              <a:ln w="6350">
                <a:solidFill>
                  <a:srgbClr val="808080"/>
                </a:solidFill>
                <a:prstDash val="sysDot"/>
                <a:round/>
                <a:headEnd/>
                <a:tailEnd/>
              </a:ln>
            </p:spPr>
            <p:txBody>
              <a:bodyPr/>
              <a:lstStyle/>
              <a:p>
                <a:pPr fontAlgn="auto">
                  <a:spcBef>
                    <a:spcPts val="0"/>
                  </a:spcBef>
                  <a:spcAft>
                    <a:spcPts val="0"/>
                  </a:spcAft>
                  <a:defRPr/>
                </a:pPr>
                <a:endParaRPr lang="en-US" kern="0" baseline="0" dirty="0">
                  <a:solidFill>
                    <a:sysClr val="windowText" lastClr="000000"/>
                  </a:solidFill>
                  <a:latin typeface="Calibri" pitchFamily="34" charset="0"/>
                  <a:cs typeface="Arial" charset="0"/>
                </a:endParaRPr>
              </a:p>
            </p:txBody>
          </p:sp>
        </p:grpSp>
        <p:sp>
          <p:nvSpPr>
            <p:cNvPr id="41" name="Rectangle 53"/>
            <p:cNvSpPr>
              <a:spLocks noChangeArrowheads="1"/>
            </p:cNvSpPr>
            <p:nvPr/>
          </p:nvSpPr>
          <p:spPr bwMode="auto">
            <a:xfrm rot="16200000">
              <a:off x="4346637" y="2809451"/>
              <a:ext cx="527697" cy="184791"/>
            </a:xfrm>
            <a:prstGeom prst="rect">
              <a:avLst/>
            </a:prstGeom>
            <a:noFill/>
            <a:ln w="9525">
              <a:noFill/>
              <a:miter lim="800000"/>
              <a:headEnd/>
              <a:tailEnd/>
            </a:ln>
          </p:spPr>
          <p:txBody>
            <a:bodyPr wrap="none" lIns="0" tIns="0" rIns="0" bIns="0">
              <a:spAutoFit/>
            </a:bodyPr>
            <a:lstStyle/>
            <a:p>
              <a:pPr algn="ctr">
                <a:buFont typeface="Arial" charset="0"/>
                <a:buNone/>
              </a:pPr>
              <a:r>
                <a:rPr lang="en-GB" sz="1000" baseline="0" dirty="0">
                  <a:solidFill>
                    <a:srgbClr val="000000"/>
                  </a:solidFill>
                  <a:latin typeface="Calibri" pitchFamily="34" charset="0"/>
                  <a:cs typeface="Arial" charset="0"/>
                </a:rPr>
                <a:t>NIM %</a:t>
              </a:r>
              <a:endParaRPr lang="en-GB" sz="1000" baseline="0" dirty="0">
                <a:solidFill>
                  <a:srgbClr val="4D4D4D"/>
                </a:solidFill>
                <a:latin typeface="Calibri" pitchFamily="34" charset="0"/>
                <a:cs typeface="Arial" charset="0"/>
              </a:endParaRPr>
            </a:p>
          </p:txBody>
        </p:sp>
      </p:grpSp>
      <p:sp>
        <p:nvSpPr>
          <p:cNvPr id="73" name="TextBox 72"/>
          <p:cNvSpPr txBox="1"/>
          <p:nvPr/>
        </p:nvSpPr>
        <p:spPr>
          <a:xfrm>
            <a:off x="1427852" y="722911"/>
            <a:ext cx="1370346" cy="389870"/>
          </a:xfrm>
          <a:prstGeom prst="rect">
            <a:avLst/>
          </a:prstGeom>
        </p:spPr>
        <p:txBody>
          <a:bodyPr vert="horz" wrap="none" lIns="0" tIns="0" bIns="0" rtlCol="0" anchor="t" anchorCtr="0">
            <a:noAutofit/>
          </a:bodyPr>
          <a:lstStyle/>
          <a:p>
            <a:pPr algn="ctr">
              <a:spcBef>
                <a:spcPts val="600"/>
              </a:spcBef>
              <a:buClr>
                <a:schemeClr val="bg2"/>
              </a:buClr>
              <a:buSzPct val="80000"/>
            </a:pPr>
            <a:r>
              <a:rPr lang="en-US" sz="1100" b="1" dirty="0">
                <a:latin typeface="Calibri"/>
                <a:cs typeface="Calibri"/>
              </a:rPr>
              <a:t>Volume</a:t>
            </a:r>
          </a:p>
        </p:txBody>
      </p:sp>
      <p:sp>
        <p:nvSpPr>
          <p:cNvPr id="74" name="TextBox 73"/>
          <p:cNvSpPr txBox="1"/>
          <p:nvPr/>
        </p:nvSpPr>
        <p:spPr>
          <a:xfrm>
            <a:off x="1557970" y="2489586"/>
            <a:ext cx="1370346" cy="389870"/>
          </a:xfrm>
          <a:prstGeom prst="rect">
            <a:avLst/>
          </a:prstGeom>
        </p:spPr>
        <p:txBody>
          <a:bodyPr vert="horz" wrap="none" lIns="0" tIns="0" bIns="0" rtlCol="0" anchor="t" anchorCtr="0">
            <a:noAutofit/>
          </a:bodyPr>
          <a:lstStyle/>
          <a:p>
            <a:pPr algn="ctr">
              <a:spcBef>
                <a:spcPts val="600"/>
              </a:spcBef>
              <a:buClr>
                <a:schemeClr val="bg2"/>
              </a:buClr>
              <a:buSzPct val="80000"/>
            </a:pPr>
            <a:r>
              <a:rPr lang="en-US" sz="1100" b="1" dirty="0">
                <a:latin typeface="Calibri"/>
                <a:cs typeface="Calibri"/>
              </a:rPr>
              <a:t>Profit Margin</a:t>
            </a:r>
          </a:p>
        </p:txBody>
      </p:sp>
      <p:grpSp>
        <p:nvGrpSpPr>
          <p:cNvPr id="75" name="Group 74"/>
          <p:cNvGrpSpPr/>
          <p:nvPr/>
        </p:nvGrpSpPr>
        <p:grpSpPr>
          <a:xfrm>
            <a:off x="4243217" y="1730744"/>
            <a:ext cx="3597510" cy="1444609"/>
            <a:chOff x="1883669" y="1117600"/>
            <a:chExt cx="3849979" cy="2187408"/>
          </a:xfrm>
        </p:grpSpPr>
        <p:sp>
          <p:nvSpPr>
            <p:cNvPr id="76" name="Freeform 3"/>
            <p:cNvSpPr>
              <a:spLocks/>
            </p:cNvSpPr>
            <p:nvPr/>
          </p:nvSpPr>
          <p:spPr bwMode="gray">
            <a:xfrm flipH="1">
              <a:off x="2301468" y="1579564"/>
              <a:ext cx="3308350" cy="1319213"/>
            </a:xfrm>
            <a:custGeom>
              <a:avLst/>
              <a:gdLst>
                <a:gd name="T0" fmla="*/ 0 w 1996"/>
                <a:gd name="T1" fmla="*/ 1653834 h 1255"/>
                <a:gd name="T2" fmla="*/ 842005 w 1996"/>
                <a:gd name="T3" fmla="*/ 651722 h 1255"/>
                <a:gd name="T4" fmla="*/ 1705558 w 1996"/>
                <a:gd name="T5" fmla="*/ 85495 h 1255"/>
                <a:gd name="T6" fmla="*/ 2502810 w 1996"/>
                <a:gd name="T7" fmla="*/ 138754 h 1255"/>
                <a:gd name="T8" fmla="*/ 3308350 w 1996"/>
                <a:gd name="T9" fmla="*/ 578842 h 1255"/>
                <a:gd name="T10" fmla="*/ 0 60000 65536"/>
                <a:gd name="T11" fmla="*/ 0 60000 65536"/>
                <a:gd name="T12" fmla="*/ 0 60000 65536"/>
                <a:gd name="T13" fmla="*/ 0 60000 65536"/>
                <a:gd name="T14" fmla="*/ 0 60000 65536"/>
                <a:gd name="T15" fmla="*/ 0 w 1996"/>
                <a:gd name="T16" fmla="*/ 0 h 1255"/>
                <a:gd name="T17" fmla="*/ 1996 w 1996"/>
                <a:gd name="T18" fmla="*/ 1255 h 1255"/>
              </a:gdLst>
              <a:ahLst/>
              <a:cxnLst>
                <a:cxn ang="T10">
                  <a:pos x="T0" y="T1"/>
                </a:cxn>
                <a:cxn ang="T11">
                  <a:pos x="T2" y="T3"/>
                </a:cxn>
                <a:cxn ang="T12">
                  <a:pos x="T4" y="T5"/>
                </a:cxn>
                <a:cxn ang="T13">
                  <a:pos x="T6" y="T7"/>
                </a:cxn>
                <a:cxn ang="T14">
                  <a:pos x="T8" y="T9"/>
                </a:cxn>
              </a:cxnLst>
              <a:rect l="T15" t="T16" r="T17" b="T18"/>
              <a:pathLst>
                <a:path w="1996" h="1255">
                  <a:moveTo>
                    <a:pt x="0" y="1255"/>
                  </a:moveTo>
                  <a:cubicBezTo>
                    <a:pt x="85" y="1128"/>
                    <a:pt x="336" y="693"/>
                    <a:pt x="508" y="495"/>
                  </a:cubicBezTo>
                  <a:cubicBezTo>
                    <a:pt x="680" y="297"/>
                    <a:pt x="862" y="130"/>
                    <a:pt x="1029" y="65"/>
                  </a:cubicBezTo>
                  <a:cubicBezTo>
                    <a:pt x="1196" y="0"/>
                    <a:pt x="1349" y="43"/>
                    <a:pt x="1510" y="105"/>
                  </a:cubicBezTo>
                  <a:cubicBezTo>
                    <a:pt x="1671" y="167"/>
                    <a:pt x="1895" y="370"/>
                    <a:pt x="1996" y="439"/>
                  </a:cubicBezTo>
                </a:path>
              </a:pathLst>
            </a:custGeom>
            <a:noFill/>
            <a:ln w="38100">
              <a:solidFill>
                <a:srgbClr val="333399"/>
              </a:solidFill>
              <a:round/>
              <a:headEnd/>
              <a:tailEnd/>
            </a:ln>
          </p:spPr>
          <p:txBody>
            <a:bodyPr anchor="ctr"/>
            <a:lstStyle/>
            <a:p>
              <a:pPr algn="ctr" fontAlgn="auto">
                <a:spcBef>
                  <a:spcPts val="0"/>
                </a:spcBef>
                <a:spcAft>
                  <a:spcPts val="0"/>
                </a:spcAft>
                <a:defRPr/>
              </a:pPr>
              <a:endParaRPr lang="en-US" sz="1600" kern="0" baseline="0" dirty="0">
                <a:solidFill>
                  <a:srgbClr val="4D4D4D"/>
                </a:solidFill>
                <a:latin typeface="Calibri" pitchFamily="34" charset="0"/>
                <a:cs typeface="Arial" charset="0"/>
              </a:endParaRPr>
            </a:p>
          </p:txBody>
        </p:sp>
        <p:sp>
          <p:nvSpPr>
            <p:cNvPr id="77" name="Rectangle 12"/>
            <p:cNvSpPr>
              <a:spLocks noChangeArrowheads="1"/>
            </p:cNvSpPr>
            <p:nvPr/>
          </p:nvSpPr>
          <p:spPr bwMode="auto">
            <a:xfrm>
              <a:off x="2257023" y="1117602"/>
              <a:ext cx="3476625" cy="1910953"/>
            </a:xfrm>
            <a:prstGeom prst="rect">
              <a:avLst/>
            </a:prstGeom>
            <a:noFill/>
            <a:ln w="9525">
              <a:noFill/>
              <a:miter lim="800000"/>
              <a:headEnd/>
              <a:tailEnd/>
            </a:ln>
          </p:spPr>
          <p:txBody>
            <a:bodyPr/>
            <a:lstStyle/>
            <a:p>
              <a:pPr algn="ctr"/>
              <a:endParaRPr lang="en-US" sz="1600" baseline="0" dirty="0">
                <a:solidFill>
                  <a:srgbClr val="4D4D4D"/>
                </a:solidFill>
                <a:latin typeface="Calibri" pitchFamily="34" charset="0"/>
                <a:cs typeface="Arial" charset="0"/>
              </a:endParaRPr>
            </a:p>
          </p:txBody>
        </p:sp>
        <p:sp>
          <p:nvSpPr>
            <p:cNvPr id="78" name="Line 13"/>
            <p:cNvSpPr>
              <a:spLocks noChangeShapeType="1"/>
            </p:cNvSpPr>
            <p:nvPr/>
          </p:nvSpPr>
          <p:spPr bwMode="auto">
            <a:xfrm>
              <a:off x="2257023" y="2649934"/>
              <a:ext cx="3476625" cy="0"/>
            </a:xfrm>
            <a:prstGeom prst="line">
              <a:avLst/>
            </a:prstGeom>
            <a:noFill/>
            <a:ln w="6350">
              <a:solidFill>
                <a:srgbClr val="808080"/>
              </a:solidFill>
              <a:prstDash val="sysDot"/>
              <a:round/>
              <a:headEnd/>
              <a:tailEnd/>
            </a:ln>
          </p:spPr>
          <p:txBody>
            <a:bodyPr/>
            <a:lstStyle/>
            <a:p>
              <a:pPr fontAlgn="auto">
                <a:spcBef>
                  <a:spcPts val="0"/>
                </a:spcBef>
                <a:spcAft>
                  <a:spcPts val="0"/>
                </a:spcAft>
                <a:defRPr/>
              </a:pPr>
              <a:endParaRPr lang="en-US" kern="0" baseline="0" dirty="0">
                <a:solidFill>
                  <a:sysClr val="windowText" lastClr="000000"/>
                </a:solidFill>
                <a:latin typeface="Calibri" pitchFamily="34" charset="0"/>
                <a:cs typeface="Arial" charset="0"/>
              </a:endParaRPr>
            </a:p>
          </p:txBody>
        </p:sp>
        <p:sp>
          <p:nvSpPr>
            <p:cNvPr id="79" name="Line 14"/>
            <p:cNvSpPr>
              <a:spLocks noChangeShapeType="1"/>
            </p:cNvSpPr>
            <p:nvPr/>
          </p:nvSpPr>
          <p:spPr bwMode="auto">
            <a:xfrm>
              <a:off x="2257023" y="2261790"/>
              <a:ext cx="3476625" cy="0"/>
            </a:xfrm>
            <a:prstGeom prst="line">
              <a:avLst/>
            </a:prstGeom>
            <a:noFill/>
            <a:ln w="6350">
              <a:solidFill>
                <a:srgbClr val="000000"/>
              </a:solidFill>
              <a:prstDash val="sysDot"/>
              <a:round/>
              <a:headEnd/>
              <a:tailEnd/>
            </a:ln>
          </p:spPr>
          <p:txBody>
            <a:bodyPr/>
            <a:lstStyle/>
            <a:p>
              <a:pPr fontAlgn="auto">
                <a:spcBef>
                  <a:spcPts val="0"/>
                </a:spcBef>
                <a:spcAft>
                  <a:spcPts val="0"/>
                </a:spcAft>
                <a:defRPr/>
              </a:pPr>
              <a:endParaRPr lang="en-US" kern="0" baseline="0" dirty="0">
                <a:solidFill>
                  <a:sysClr val="windowText" lastClr="000000"/>
                </a:solidFill>
                <a:latin typeface="Calibri" pitchFamily="34" charset="0"/>
                <a:cs typeface="Arial" charset="0"/>
              </a:endParaRPr>
            </a:p>
          </p:txBody>
        </p:sp>
        <p:sp>
          <p:nvSpPr>
            <p:cNvPr id="80" name="Line 15"/>
            <p:cNvSpPr>
              <a:spLocks noChangeShapeType="1"/>
            </p:cNvSpPr>
            <p:nvPr/>
          </p:nvSpPr>
          <p:spPr bwMode="auto">
            <a:xfrm>
              <a:off x="2257023" y="1496218"/>
              <a:ext cx="3476625" cy="0"/>
            </a:xfrm>
            <a:prstGeom prst="line">
              <a:avLst/>
            </a:prstGeom>
            <a:noFill/>
            <a:ln w="6350">
              <a:solidFill>
                <a:srgbClr val="808080"/>
              </a:solidFill>
              <a:prstDash val="sysDot"/>
              <a:round/>
              <a:headEnd/>
              <a:tailEnd/>
            </a:ln>
          </p:spPr>
          <p:txBody>
            <a:bodyPr/>
            <a:lstStyle/>
            <a:p>
              <a:pPr fontAlgn="auto">
                <a:spcBef>
                  <a:spcPts val="0"/>
                </a:spcBef>
                <a:spcAft>
                  <a:spcPts val="0"/>
                </a:spcAft>
                <a:defRPr/>
              </a:pPr>
              <a:endParaRPr lang="en-US" kern="0" baseline="0" dirty="0">
                <a:solidFill>
                  <a:sysClr val="windowText" lastClr="000000"/>
                </a:solidFill>
                <a:latin typeface="Calibri" pitchFamily="34" charset="0"/>
                <a:cs typeface="Arial" charset="0"/>
              </a:endParaRPr>
            </a:p>
          </p:txBody>
        </p:sp>
        <p:sp>
          <p:nvSpPr>
            <p:cNvPr id="81" name="Line 16"/>
            <p:cNvSpPr>
              <a:spLocks noChangeShapeType="1"/>
            </p:cNvSpPr>
            <p:nvPr/>
          </p:nvSpPr>
          <p:spPr bwMode="auto">
            <a:xfrm>
              <a:off x="2257023" y="1117600"/>
              <a:ext cx="3476625" cy="0"/>
            </a:xfrm>
            <a:prstGeom prst="line">
              <a:avLst/>
            </a:prstGeom>
            <a:noFill/>
            <a:ln w="6350">
              <a:solidFill>
                <a:srgbClr val="808080"/>
              </a:solidFill>
              <a:prstDash val="sysDot"/>
              <a:round/>
              <a:headEnd/>
              <a:tailEnd/>
            </a:ln>
          </p:spPr>
          <p:txBody>
            <a:bodyPr/>
            <a:lstStyle/>
            <a:p>
              <a:pPr fontAlgn="auto">
                <a:spcBef>
                  <a:spcPts val="0"/>
                </a:spcBef>
                <a:spcAft>
                  <a:spcPts val="0"/>
                </a:spcAft>
                <a:defRPr/>
              </a:pPr>
              <a:endParaRPr lang="en-US" kern="0" baseline="0" dirty="0">
                <a:solidFill>
                  <a:sysClr val="windowText" lastClr="000000"/>
                </a:solidFill>
                <a:latin typeface="Calibri" pitchFamily="34" charset="0"/>
                <a:cs typeface="Arial" charset="0"/>
              </a:endParaRPr>
            </a:p>
          </p:txBody>
        </p:sp>
        <p:sp>
          <p:nvSpPr>
            <p:cNvPr id="82" name="Line 17"/>
            <p:cNvSpPr>
              <a:spLocks noChangeShapeType="1"/>
            </p:cNvSpPr>
            <p:nvPr/>
          </p:nvSpPr>
          <p:spPr bwMode="auto">
            <a:xfrm>
              <a:off x="2257018" y="1117602"/>
              <a:ext cx="0" cy="1910953"/>
            </a:xfrm>
            <a:prstGeom prst="line">
              <a:avLst/>
            </a:prstGeom>
            <a:noFill/>
            <a:ln w="0">
              <a:solidFill>
                <a:srgbClr val="000000"/>
              </a:solidFill>
              <a:round/>
              <a:headEnd/>
              <a:tailEnd/>
            </a:ln>
          </p:spPr>
          <p:txBody>
            <a:bodyPr/>
            <a:lstStyle/>
            <a:p>
              <a:pPr fontAlgn="auto">
                <a:spcBef>
                  <a:spcPts val="0"/>
                </a:spcBef>
                <a:spcAft>
                  <a:spcPts val="0"/>
                </a:spcAft>
                <a:defRPr/>
              </a:pPr>
              <a:endParaRPr lang="en-US" kern="0" baseline="0" dirty="0">
                <a:solidFill>
                  <a:sysClr val="windowText" lastClr="000000"/>
                </a:solidFill>
                <a:latin typeface="Calibri" pitchFamily="34" charset="0"/>
                <a:cs typeface="Arial" charset="0"/>
              </a:endParaRPr>
            </a:p>
          </p:txBody>
        </p:sp>
        <p:sp>
          <p:nvSpPr>
            <p:cNvPr id="83" name="Line 18"/>
            <p:cNvSpPr>
              <a:spLocks noChangeShapeType="1"/>
            </p:cNvSpPr>
            <p:nvPr/>
          </p:nvSpPr>
          <p:spPr bwMode="auto">
            <a:xfrm>
              <a:off x="2198280" y="3028552"/>
              <a:ext cx="58738" cy="0"/>
            </a:xfrm>
            <a:prstGeom prst="line">
              <a:avLst/>
            </a:prstGeom>
            <a:noFill/>
            <a:ln w="0">
              <a:solidFill>
                <a:srgbClr val="000000"/>
              </a:solidFill>
              <a:round/>
              <a:headEnd/>
              <a:tailEnd/>
            </a:ln>
          </p:spPr>
          <p:txBody>
            <a:bodyPr/>
            <a:lstStyle/>
            <a:p>
              <a:pPr fontAlgn="auto">
                <a:spcBef>
                  <a:spcPts val="0"/>
                </a:spcBef>
                <a:spcAft>
                  <a:spcPts val="0"/>
                </a:spcAft>
                <a:defRPr/>
              </a:pPr>
              <a:endParaRPr lang="en-US" kern="0" baseline="0" dirty="0">
                <a:solidFill>
                  <a:sysClr val="windowText" lastClr="000000"/>
                </a:solidFill>
                <a:latin typeface="Calibri" pitchFamily="34" charset="0"/>
                <a:cs typeface="Arial" charset="0"/>
              </a:endParaRPr>
            </a:p>
          </p:txBody>
        </p:sp>
        <p:sp>
          <p:nvSpPr>
            <p:cNvPr id="84" name="Line 19"/>
            <p:cNvSpPr>
              <a:spLocks noChangeShapeType="1"/>
            </p:cNvSpPr>
            <p:nvPr/>
          </p:nvSpPr>
          <p:spPr bwMode="auto">
            <a:xfrm>
              <a:off x="2198280" y="2649934"/>
              <a:ext cx="58738" cy="0"/>
            </a:xfrm>
            <a:prstGeom prst="line">
              <a:avLst/>
            </a:prstGeom>
            <a:noFill/>
            <a:ln w="0">
              <a:solidFill>
                <a:srgbClr val="000000"/>
              </a:solidFill>
              <a:round/>
              <a:headEnd/>
              <a:tailEnd/>
            </a:ln>
          </p:spPr>
          <p:txBody>
            <a:bodyPr/>
            <a:lstStyle/>
            <a:p>
              <a:pPr fontAlgn="auto">
                <a:spcBef>
                  <a:spcPts val="0"/>
                </a:spcBef>
                <a:spcAft>
                  <a:spcPts val="0"/>
                </a:spcAft>
                <a:defRPr/>
              </a:pPr>
              <a:endParaRPr lang="en-US" kern="0" baseline="0" dirty="0">
                <a:solidFill>
                  <a:sysClr val="windowText" lastClr="000000"/>
                </a:solidFill>
                <a:latin typeface="Calibri" pitchFamily="34" charset="0"/>
                <a:cs typeface="Arial" charset="0"/>
              </a:endParaRPr>
            </a:p>
          </p:txBody>
        </p:sp>
        <p:sp>
          <p:nvSpPr>
            <p:cNvPr id="85" name="Line 20"/>
            <p:cNvSpPr>
              <a:spLocks noChangeShapeType="1"/>
            </p:cNvSpPr>
            <p:nvPr/>
          </p:nvSpPr>
          <p:spPr bwMode="auto">
            <a:xfrm>
              <a:off x="2198280" y="2261790"/>
              <a:ext cx="58738" cy="0"/>
            </a:xfrm>
            <a:prstGeom prst="line">
              <a:avLst/>
            </a:prstGeom>
            <a:noFill/>
            <a:ln w="0">
              <a:solidFill>
                <a:srgbClr val="000000"/>
              </a:solidFill>
              <a:round/>
              <a:headEnd/>
              <a:tailEnd/>
            </a:ln>
          </p:spPr>
          <p:txBody>
            <a:bodyPr/>
            <a:lstStyle/>
            <a:p>
              <a:pPr fontAlgn="auto">
                <a:spcBef>
                  <a:spcPts val="0"/>
                </a:spcBef>
                <a:spcAft>
                  <a:spcPts val="0"/>
                </a:spcAft>
                <a:defRPr/>
              </a:pPr>
              <a:endParaRPr lang="en-US" kern="0" baseline="0" dirty="0">
                <a:solidFill>
                  <a:sysClr val="windowText" lastClr="000000"/>
                </a:solidFill>
                <a:latin typeface="Calibri" pitchFamily="34" charset="0"/>
                <a:cs typeface="Arial" charset="0"/>
              </a:endParaRPr>
            </a:p>
          </p:txBody>
        </p:sp>
        <p:sp>
          <p:nvSpPr>
            <p:cNvPr id="86" name="Line 21"/>
            <p:cNvSpPr>
              <a:spLocks noChangeShapeType="1"/>
            </p:cNvSpPr>
            <p:nvPr/>
          </p:nvSpPr>
          <p:spPr bwMode="auto">
            <a:xfrm>
              <a:off x="2198280" y="1883171"/>
              <a:ext cx="58738" cy="0"/>
            </a:xfrm>
            <a:prstGeom prst="line">
              <a:avLst/>
            </a:prstGeom>
            <a:noFill/>
            <a:ln w="0">
              <a:solidFill>
                <a:srgbClr val="000000"/>
              </a:solidFill>
              <a:round/>
              <a:headEnd/>
              <a:tailEnd/>
            </a:ln>
          </p:spPr>
          <p:txBody>
            <a:bodyPr/>
            <a:lstStyle/>
            <a:p>
              <a:pPr fontAlgn="auto">
                <a:spcBef>
                  <a:spcPts val="0"/>
                </a:spcBef>
                <a:spcAft>
                  <a:spcPts val="0"/>
                </a:spcAft>
                <a:defRPr/>
              </a:pPr>
              <a:endParaRPr lang="en-US" kern="0" baseline="0" dirty="0">
                <a:solidFill>
                  <a:sysClr val="windowText" lastClr="000000"/>
                </a:solidFill>
                <a:latin typeface="Calibri" pitchFamily="34" charset="0"/>
                <a:cs typeface="Arial" charset="0"/>
              </a:endParaRPr>
            </a:p>
          </p:txBody>
        </p:sp>
        <p:sp>
          <p:nvSpPr>
            <p:cNvPr id="87" name="Line 22"/>
            <p:cNvSpPr>
              <a:spLocks noChangeShapeType="1"/>
            </p:cNvSpPr>
            <p:nvPr/>
          </p:nvSpPr>
          <p:spPr bwMode="auto">
            <a:xfrm>
              <a:off x="2198280" y="1496218"/>
              <a:ext cx="58738" cy="0"/>
            </a:xfrm>
            <a:prstGeom prst="line">
              <a:avLst/>
            </a:prstGeom>
            <a:noFill/>
            <a:ln w="0">
              <a:solidFill>
                <a:srgbClr val="000000"/>
              </a:solidFill>
              <a:round/>
              <a:headEnd/>
              <a:tailEnd/>
            </a:ln>
          </p:spPr>
          <p:txBody>
            <a:bodyPr/>
            <a:lstStyle/>
            <a:p>
              <a:pPr fontAlgn="auto">
                <a:spcBef>
                  <a:spcPts val="0"/>
                </a:spcBef>
                <a:spcAft>
                  <a:spcPts val="0"/>
                </a:spcAft>
                <a:defRPr/>
              </a:pPr>
              <a:endParaRPr lang="en-US" kern="0" baseline="0" dirty="0">
                <a:solidFill>
                  <a:sysClr val="windowText" lastClr="000000"/>
                </a:solidFill>
                <a:latin typeface="Calibri" pitchFamily="34" charset="0"/>
                <a:cs typeface="Arial" charset="0"/>
              </a:endParaRPr>
            </a:p>
          </p:txBody>
        </p:sp>
        <p:sp>
          <p:nvSpPr>
            <p:cNvPr id="88" name="Line 23"/>
            <p:cNvSpPr>
              <a:spLocks noChangeShapeType="1"/>
            </p:cNvSpPr>
            <p:nvPr/>
          </p:nvSpPr>
          <p:spPr bwMode="auto">
            <a:xfrm>
              <a:off x="2198280" y="1117600"/>
              <a:ext cx="58738" cy="0"/>
            </a:xfrm>
            <a:prstGeom prst="line">
              <a:avLst/>
            </a:prstGeom>
            <a:noFill/>
            <a:ln w="0">
              <a:solidFill>
                <a:srgbClr val="000000"/>
              </a:solidFill>
              <a:round/>
              <a:headEnd/>
              <a:tailEnd/>
            </a:ln>
          </p:spPr>
          <p:txBody>
            <a:bodyPr/>
            <a:lstStyle/>
            <a:p>
              <a:pPr fontAlgn="auto">
                <a:spcBef>
                  <a:spcPts val="0"/>
                </a:spcBef>
                <a:spcAft>
                  <a:spcPts val="0"/>
                </a:spcAft>
                <a:defRPr/>
              </a:pPr>
              <a:endParaRPr lang="en-US" kern="0" baseline="0" dirty="0">
                <a:solidFill>
                  <a:sysClr val="windowText" lastClr="000000"/>
                </a:solidFill>
                <a:latin typeface="Calibri" pitchFamily="34" charset="0"/>
                <a:cs typeface="Arial" charset="0"/>
              </a:endParaRPr>
            </a:p>
          </p:txBody>
        </p:sp>
        <p:sp>
          <p:nvSpPr>
            <p:cNvPr id="89" name="Line 24"/>
            <p:cNvSpPr>
              <a:spLocks noChangeShapeType="1"/>
            </p:cNvSpPr>
            <p:nvPr/>
          </p:nvSpPr>
          <p:spPr bwMode="auto">
            <a:xfrm>
              <a:off x="2257023" y="3028552"/>
              <a:ext cx="3476625" cy="0"/>
            </a:xfrm>
            <a:prstGeom prst="line">
              <a:avLst/>
            </a:prstGeom>
            <a:noFill/>
            <a:ln w="0">
              <a:solidFill>
                <a:srgbClr val="808080"/>
              </a:solidFill>
              <a:round/>
              <a:headEnd/>
              <a:tailEnd/>
            </a:ln>
          </p:spPr>
          <p:txBody>
            <a:bodyPr/>
            <a:lstStyle/>
            <a:p>
              <a:pPr fontAlgn="auto">
                <a:spcBef>
                  <a:spcPts val="0"/>
                </a:spcBef>
                <a:spcAft>
                  <a:spcPts val="0"/>
                </a:spcAft>
                <a:defRPr/>
              </a:pPr>
              <a:endParaRPr lang="en-US" kern="0" baseline="0" dirty="0">
                <a:solidFill>
                  <a:sysClr val="windowText" lastClr="000000"/>
                </a:solidFill>
                <a:latin typeface="Calibri" pitchFamily="34" charset="0"/>
                <a:cs typeface="Arial" charset="0"/>
              </a:endParaRPr>
            </a:p>
          </p:txBody>
        </p:sp>
        <p:sp>
          <p:nvSpPr>
            <p:cNvPr id="90" name="Line 25"/>
            <p:cNvSpPr>
              <a:spLocks noChangeShapeType="1"/>
            </p:cNvSpPr>
            <p:nvPr/>
          </p:nvSpPr>
          <p:spPr bwMode="auto">
            <a:xfrm flipV="1">
              <a:off x="2257018" y="3028554"/>
              <a:ext cx="0" cy="44054"/>
            </a:xfrm>
            <a:prstGeom prst="line">
              <a:avLst/>
            </a:prstGeom>
            <a:noFill/>
            <a:ln w="0">
              <a:solidFill>
                <a:srgbClr val="000000"/>
              </a:solidFill>
              <a:round/>
              <a:headEnd/>
              <a:tailEnd/>
            </a:ln>
          </p:spPr>
          <p:txBody>
            <a:bodyPr/>
            <a:lstStyle/>
            <a:p>
              <a:pPr fontAlgn="auto">
                <a:spcBef>
                  <a:spcPts val="0"/>
                </a:spcBef>
                <a:spcAft>
                  <a:spcPts val="0"/>
                </a:spcAft>
                <a:defRPr/>
              </a:pPr>
              <a:endParaRPr lang="en-US" kern="0" baseline="0" dirty="0">
                <a:solidFill>
                  <a:sysClr val="windowText" lastClr="000000"/>
                </a:solidFill>
                <a:latin typeface="Calibri" pitchFamily="34" charset="0"/>
                <a:cs typeface="Arial" charset="0"/>
              </a:endParaRPr>
            </a:p>
          </p:txBody>
        </p:sp>
        <p:sp>
          <p:nvSpPr>
            <p:cNvPr id="91" name="Line 26"/>
            <p:cNvSpPr>
              <a:spLocks noChangeShapeType="1"/>
            </p:cNvSpPr>
            <p:nvPr/>
          </p:nvSpPr>
          <p:spPr bwMode="auto">
            <a:xfrm flipV="1">
              <a:off x="2953930" y="3028554"/>
              <a:ext cx="0" cy="44054"/>
            </a:xfrm>
            <a:prstGeom prst="line">
              <a:avLst/>
            </a:prstGeom>
            <a:noFill/>
            <a:ln w="0">
              <a:solidFill>
                <a:srgbClr val="000000"/>
              </a:solidFill>
              <a:round/>
              <a:headEnd/>
              <a:tailEnd/>
            </a:ln>
          </p:spPr>
          <p:txBody>
            <a:bodyPr/>
            <a:lstStyle/>
            <a:p>
              <a:pPr fontAlgn="auto">
                <a:spcBef>
                  <a:spcPts val="0"/>
                </a:spcBef>
                <a:spcAft>
                  <a:spcPts val="0"/>
                </a:spcAft>
                <a:defRPr/>
              </a:pPr>
              <a:endParaRPr lang="en-US" kern="0" baseline="0" dirty="0">
                <a:solidFill>
                  <a:sysClr val="windowText" lastClr="000000"/>
                </a:solidFill>
                <a:latin typeface="Calibri" pitchFamily="34" charset="0"/>
                <a:cs typeface="Arial" charset="0"/>
              </a:endParaRPr>
            </a:p>
          </p:txBody>
        </p:sp>
        <p:sp>
          <p:nvSpPr>
            <p:cNvPr id="92" name="Line 27"/>
            <p:cNvSpPr>
              <a:spLocks noChangeShapeType="1"/>
            </p:cNvSpPr>
            <p:nvPr/>
          </p:nvSpPr>
          <p:spPr bwMode="auto">
            <a:xfrm flipV="1">
              <a:off x="3652430" y="3028554"/>
              <a:ext cx="0" cy="44054"/>
            </a:xfrm>
            <a:prstGeom prst="line">
              <a:avLst/>
            </a:prstGeom>
            <a:noFill/>
            <a:ln w="0">
              <a:solidFill>
                <a:srgbClr val="000000"/>
              </a:solidFill>
              <a:round/>
              <a:headEnd/>
              <a:tailEnd/>
            </a:ln>
          </p:spPr>
          <p:txBody>
            <a:bodyPr/>
            <a:lstStyle/>
            <a:p>
              <a:pPr fontAlgn="auto">
                <a:spcBef>
                  <a:spcPts val="0"/>
                </a:spcBef>
                <a:spcAft>
                  <a:spcPts val="0"/>
                </a:spcAft>
                <a:defRPr/>
              </a:pPr>
              <a:endParaRPr lang="en-US" kern="0" baseline="0" dirty="0">
                <a:solidFill>
                  <a:sysClr val="windowText" lastClr="000000"/>
                </a:solidFill>
                <a:latin typeface="Calibri" pitchFamily="34" charset="0"/>
                <a:cs typeface="Arial" charset="0"/>
              </a:endParaRPr>
            </a:p>
          </p:txBody>
        </p:sp>
        <p:sp>
          <p:nvSpPr>
            <p:cNvPr id="93" name="Line 28"/>
            <p:cNvSpPr>
              <a:spLocks noChangeShapeType="1"/>
            </p:cNvSpPr>
            <p:nvPr/>
          </p:nvSpPr>
          <p:spPr bwMode="auto">
            <a:xfrm flipV="1">
              <a:off x="4338230" y="3028554"/>
              <a:ext cx="0" cy="44054"/>
            </a:xfrm>
            <a:prstGeom prst="line">
              <a:avLst/>
            </a:prstGeom>
            <a:noFill/>
            <a:ln w="0">
              <a:solidFill>
                <a:srgbClr val="000000"/>
              </a:solidFill>
              <a:round/>
              <a:headEnd/>
              <a:tailEnd/>
            </a:ln>
          </p:spPr>
          <p:txBody>
            <a:bodyPr/>
            <a:lstStyle/>
            <a:p>
              <a:pPr fontAlgn="auto">
                <a:spcBef>
                  <a:spcPts val="0"/>
                </a:spcBef>
                <a:spcAft>
                  <a:spcPts val="0"/>
                </a:spcAft>
                <a:defRPr/>
              </a:pPr>
              <a:endParaRPr lang="en-US" kern="0" baseline="0" dirty="0">
                <a:solidFill>
                  <a:sysClr val="windowText" lastClr="000000"/>
                </a:solidFill>
                <a:latin typeface="Calibri" pitchFamily="34" charset="0"/>
                <a:cs typeface="Arial" charset="0"/>
              </a:endParaRPr>
            </a:p>
          </p:txBody>
        </p:sp>
        <p:sp>
          <p:nvSpPr>
            <p:cNvPr id="94" name="Line 29"/>
            <p:cNvSpPr>
              <a:spLocks noChangeShapeType="1"/>
            </p:cNvSpPr>
            <p:nvPr/>
          </p:nvSpPr>
          <p:spPr bwMode="auto">
            <a:xfrm flipV="1">
              <a:off x="5035143" y="3028554"/>
              <a:ext cx="0" cy="44054"/>
            </a:xfrm>
            <a:prstGeom prst="line">
              <a:avLst/>
            </a:prstGeom>
            <a:noFill/>
            <a:ln w="0">
              <a:solidFill>
                <a:srgbClr val="000000"/>
              </a:solidFill>
              <a:round/>
              <a:headEnd/>
              <a:tailEnd/>
            </a:ln>
          </p:spPr>
          <p:txBody>
            <a:bodyPr/>
            <a:lstStyle/>
            <a:p>
              <a:pPr fontAlgn="auto">
                <a:spcBef>
                  <a:spcPts val="0"/>
                </a:spcBef>
                <a:spcAft>
                  <a:spcPts val="0"/>
                </a:spcAft>
                <a:defRPr/>
              </a:pPr>
              <a:endParaRPr lang="en-US" kern="0" baseline="0" dirty="0">
                <a:solidFill>
                  <a:sysClr val="windowText" lastClr="000000"/>
                </a:solidFill>
                <a:latin typeface="Calibri" pitchFamily="34" charset="0"/>
                <a:cs typeface="Arial" charset="0"/>
              </a:endParaRPr>
            </a:p>
          </p:txBody>
        </p:sp>
        <p:sp>
          <p:nvSpPr>
            <p:cNvPr id="95" name="Rectangle 38"/>
            <p:cNvSpPr>
              <a:spLocks noChangeArrowheads="1"/>
            </p:cNvSpPr>
            <p:nvPr/>
          </p:nvSpPr>
          <p:spPr bwMode="auto">
            <a:xfrm>
              <a:off x="2534830" y="1240234"/>
              <a:ext cx="139700" cy="105966"/>
            </a:xfrm>
            <a:prstGeom prst="rect">
              <a:avLst/>
            </a:prstGeom>
            <a:noFill/>
            <a:ln w="9525">
              <a:noFill/>
              <a:miter lim="800000"/>
              <a:headEnd/>
              <a:tailEnd/>
            </a:ln>
          </p:spPr>
          <p:txBody>
            <a:bodyPr/>
            <a:lstStyle/>
            <a:p>
              <a:pPr algn="ctr"/>
              <a:endParaRPr lang="en-US" sz="1600" baseline="0" dirty="0">
                <a:solidFill>
                  <a:srgbClr val="4D4D4D"/>
                </a:solidFill>
                <a:latin typeface="Calibri" pitchFamily="34" charset="0"/>
                <a:cs typeface="Arial" charset="0"/>
              </a:endParaRPr>
            </a:p>
          </p:txBody>
        </p:sp>
        <p:sp>
          <p:nvSpPr>
            <p:cNvPr id="96" name="Rectangle 39"/>
            <p:cNvSpPr>
              <a:spLocks noChangeArrowheads="1"/>
            </p:cNvSpPr>
            <p:nvPr/>
          </p:nvSpPr>
          <p:spPr bwMode="auto">
            <a:xfrm>
              <a:off x="2884080" y="1337866"/>
              <a:ext cx="139700" cy="104775"/>
            </a:xfrm>
            <a:prstGeom prst="rect">
              <a:avLst/>
            </a:prstGeom>
            <a:noFill/>
            <a:ln w="9525">
              <a:noFill/>
              <a:miter lim="800000"/>
              <a:headEnd/>
              <a:tailEnd/>
            </a:ln>
          </p:spPr>
          <p:txBody>
            <a:bodyPr/>
            <a:lstStyle/>
            <a:p>
              <a:pPr algn="ctr"/>
              <a:endParaRPr lang="en-US" sz="1600" baseline="0" dirty="0">
                <a:solidFill>
                  <a:srgbClr val="4D4D4D"/>
                </a:solidFill>
                <a:latin typeface="Calibri" pitchFamily="34" charset="0"/>
                <a:cs typeface="Arial" charset="0"/>
              </a:endParaRPr>
            </a:p>
          </p:txBody>
        </p:sp>
        <p:sp>
          <p:nvSpPr>
            <p:cNvPr id="97" name="Rectangle 41"/>
            <p:cNvSpPr>
              <a:spLocks noChangeArrowheads="1"/>
            </p:cNvSpPr>
            <p:nvPr/>
          </p:nvSpPr>
          <p:spPr bwMode="auto">
            <a:xfrm>
              <a:off x="4268380" y="1927227"/>
              <a:ext cx="139700" cy="105965"/>
            </a:xfrm>
            <a:prstGeom prst="rect">
              <a:avLst/>
            </a:prstGeom>
            <a:noFill/>
            <a:ln w="9525">
              <a:noFill/>
              <a:miter lim="800000"/>
              <a:headEnd/>
              <a:tailEnd/>
            </a:ln>
          </p:spPr>
          <p:txBody>
            <a:bodyPr/>
            <a:lstStyle/>
            <a:p>
              <a:pPr algn="ctr"/>
              <a:endParaRPr lang="en-US" sz="1600" baseline="0" dirty="0">
                <a:solidFill>
                  <a:srgbClr val="4D4D4D"/>
                </a:solidFill>
                <a:latin typeface="Calibri" pitchFamily="34" charset="0"/>
                <a:cs typeface="Arial" charset="0"/>
              </a:endParaRPr>
            </a:p>
          </p:txBody>
        </p:sp>
        <p:sp>
          <p:nvSpPr>
            <p:cNvPr id="98" name="Rectangle 42"/>
            <p:cNvSpPr>
              <a:spLocks noChangeArrowheads="1"/>
            </p:cNvSpPr>
            <p:nvPr/>
          </p:nvSpPr>
          <p:spPr bwMode="auto">
            <a:xfrm>
              <a:off x="5314543" y="2447527"/>
              <a:ext cx="139700" cy="104775"/>
            </a:xfrm>
            <a:prstGeom prst="rect">
              <a:avLst/>
            </a:prstGeom>
            <a:noFill/>
            <a:ln w="9525">
              <a:noFill/>
              <a:miter lim="800000"/>
              <a:headEnd/>
              <a:tailEnd/>
            </a:ln>
          </p:spPr>
          <p:txBody>
            <a:bodyPr/>
            <a:lstStyle/>
            <a:p>
              <a:pPr algn="ctr"/>
              <a:endParaRPr lang="en-US" sz="1600" baseline="0" dirty="0">
                <a:solidFill>
                  <a:srgbClr val="4D4D4D"/>
                </a:solidFill>
                <a:latin typeface="Calibri" pitchFamily="34" charset="0"/>
                <a:cs typeface="Arial" charset="0"/>
              </a:endParaRPr>
            </a:p>
          </p:txBody>
        </p:sp>
        <p:sp>
          <p:nvSpPr>
            <p:cNvPr id="107" name="Rectangle 52"/>
            <p:cNvSpPr>
              <a:spLocks noChangeArrowheads="1"/>
            </p:cNvSpPr>
            <p:nvPr/>
          </p:nvSpPr>
          <p:spPr bwMode="auto">
            <a:xfrm>
              <a:off x="3867629" y="3071993"/>
              <a:ext cx="253893" cy="233015"/>
            </a:xfrm>
            <a:prstGeom prst="rect">
              <a:avLst/>
            </a:prstGeom>
            <a:noFill/>
            <a:ln w="9525">
              <a:noFill/>
              <a:miter lim="800000"/>
              <a:headEnd/>
              <a:tailEnd/>
            </a:ln>
          </p:spPr>
          <p:txBody>
            <a:bodyPr wrap="none" lIns="0" tIns="0" rIns="0" bIns="0">
              <a:spAutoFit/>
            </a:bodyPr>
            <a:lstStyle/>
            <a:p>
              <a:pPr marL="219075" indent="-219075" algn="ctr">
                <a:buFont typeface="Arial" charset="0"/>
                <a:buNone/>
              </a:pPr>
              <a:r>
                <a:rPr lang="en-GB" sz="1000" baseline="0" dirty="0">
                  <a:solidFill>
                    <a:srgbClr val="000000"/>
                  </a:solidFill>
                  <a:latin typeface="Calibri" pitchFamily="34" charset="0"/>
                  <a:cs typeface="Arial" charset="0"/>
                </a:rPr>
                <a:t>Rate</a:t>
              </a:r>
              <a:endParaRPr lang="en-GB" sz="1000" baseline="0" dirty="0">
                <a:solidFill>
                  <a:srgbClr val="4D4D4D"/>
                </a:solidFill>
                <a:latin typeface="Calibri" pitchFamily="34" charset="0"/>
                <a:cs typeface="Arial" charset="0"/>
              </a:endParaRPr>
            </a:p>
          </p:txBody>
        </p:sp>
        <p:sp>
          <p:nvSpPr>
            <p:cNvPr id="108" name="Rectangle 53"/>
            <p:cNvSpPr>
              <a:spLocks noChangeArrowheads="1"/>
            </p:cNvSpPr>
            <p:nvPr/>
          </p:nvSpPr>
          <p:spPr bwMode="auto">
            <a:xfrm rot="16200000">
              <a:off x="1724501" y="1960701"/>
              <a:ext cx="483023" cy="164688"/>
            </a:xfrm>
            <a:prstGeom prst="rect">
              <a:avLst/>
            </a:prstGeom>
            <a:noFill/>
            <a:ln w="9525">
              <a:noFill/>
              <a:miter lim="800000"/>
              <a:headEnd/>
              <a:tailEnd/>
            </a:ln>
          </p:spPr>
          <p:txBody>
            <a:bodyPr wrap="none" lIns="0" tIns="0" rIns="0" bIns="0">
              <a:spAutoFit/>
            </a:bodyPr>
            <a:lstStyle/>
            <a:p>
              <a:pPr algn="ctr">
                <a:buFont typeface="Arial" charset="0"/>
                <a:buNone/>
              </a:pPr>
              <a:r>
                <a:rPr lang="en-GB" sz="1000" baseline="0" dirty="0">
                  <a:solidFill>
                    <a:srgbClr val="000000"/>
                  </a:solidFill>
                  <a:latin typeface="Calibri" pitchFamily="34" charset="0"/>
                  <a:cs typeface="Arial" charset="0"/>
                </a:rPr>
                <a:t>NII ($)</a:t>
              </a:r>
              <a:endParaRPr lang="en-GB" sz="1000" baseline="0" dirty="0">
                <a:solidFill>
                  <a:srgbClr val="4D4D4D"/>
                </a:solidFill>
                <a:latin typeface="Calibri" pitchFamily="34" charset="0"/>
                <a:cs typeface="Arial" charset="0"/>
              </a:endParaRPr>
            </a:p>
          </p:txBody>
        </p:sp>
        <p:sp>
          <p:nvSpPr>
            <p:cNvPr id="109" name="Line 14"/>
            <p:cNvSpPr>
              <a:spLocks noChangeShapeType="1"/>
            </p:cNvSpPr>
            <p:nvPr/>
          </p:nvSpPr>
          <p:spPr bwMode="auto">
            <a:xfrm>
              <a:off x="2244318" y="1880790"/>
              <a:ext cx="3476625" cy="0"/>
            </a:xfrm>
            <a:prstGeom prst="line">
              <a:avLst/>
            </a:prstGeom>
            <a:noFill/>
            <a:ln w="6350">
              <a:solidFill>
                <a:srgbClr val="808080"/>
              </a:solidFill>
              <a:prstDash val="sysDot"/>
              <a:round/>
              <a:headEnd/>
              <a:tailEnd/>
            </a:ln>
          </p:spPr>
          <p:txBody>
            <a:bodyPr/>
            <a:lstStyle/>
            <a:p>
              <a:pPr fontAlgn="auto">
                <a:spcBef>
                  <a:spcPts val="0"/>
                </a:spcBef>
                <a:spcAft>
                  <a:spcPts val="0"/>
                </a:spcAft>
                <a:defRPr/>
              </a:pPr>
              <a:endParaRPr lang="en-US" kern="0" baseline="0" dirty="0">
                <a:solidFill>
                  <a:sysClr val="windowText" lastClr="000000"/>
                </a:solidFill>
                <a:latin typeface="Calibri" pitchFamily="34" charset="0"/>
                <a:cs typeface="Arial" charset="0"/>
              </a:endParaRPr>
            </a:p>
          </p:txBody>
        </p:sp>
      </p:grpSp>
      <p:sp>
        <p:nvSpPr>
          <p:cNvPr id="110" name="TextBox 109"/>
          <p:cNvSpPr txBox="1"/>
          <p:nvPr/>
        </p:nvSpPr>
        <p:spPr>
          <a:xfrm>
            <a:off x="3806837" y="2036720"/>
            <a:ext cx="323090" cy="389870"/>
          </a:xfrm>
          <a:prstGeom prst="rect">
            <a:avLst/>
          </a:prstGeom>
        </p:spPr>
        <p:txBody>
          <a:bodyPr vert="horz" wrap="none" lIns="0" tIns="0" bIns="0" rtlCol="0" anchor="t" anchorCtr="0">
            <a:noAutofit/>
          </a:bodyPr>
          <a:lstStyle/>
          <a:p>
            <a:pPr algn="ctr">
              <a:spcBef>
                <a:spcPts val="600"/>
              </a:spcBef>
              <a:buClr>
                <a:schemeClr val="bg2"/>
              </a:buClr>
              <a:buSzPct val="80000"/>
            </a:pPr>
            <a:r>
              <a:rPr lang="en-US" sz="3200" dirty="0">
                <a:latin typeface="Calibri"/>
                <a:cs typeface="Calibri"/>
              </a:rPr>
              <a:t>=</a:t>
            </a:r>
          </a:p>
        </p:txBody>
      </p:sp>
      <p:sp>
        <p:nvSpPr>
          <p:cNvPr id="111" name="TextBox 110"/>
          <p:cNvSpPr txBox="1"/>
          <p:nvPr/>
        </p:nvSpPr>
        <p:spPr>
          <a:xfrm>
            <a:off x="1741549" y="2181071"/>
            <a:ext cx="738150" cy="554993"/>
          </a:xfrm>
          <a:prstGeom prst="rect">
            <a:avLst/>
          </a:prstGeom>
        </p:spPr>
        <p:txBody>
          <a:bodyPr vert="horz" wrap="none" lIns="0" tIns="0" bIns="0" rtlCol="0" anchor="t" anchorCtr="0">
            <a:noAutofit/>
          </a:bodyPr>
          <a:lstStyle/>
          <a:p>
            <a:pPr algn="ctr">
              <a:spcBef>
                <a:spcPts val="600"/>
              </a:spcBef>
              <a:buClr>
                <a:schemeClr val="bg2"/>
              </a:buClr>
              <a:buSzPct val="80000"/>
            </a:pPr>
            <a:r>
              <a:rPr lang="en-US" dirty="0"/>
              <a:t>×</a:t>
            </a:r>
            <a:endParaRPr lang="en-US" dirty="0">
              <a:latin typeface="Al Nile" charset="-78"/>
              <a:ea typeface="Al Nile" charset="-78"/>
              <a:cs typeface="Al Nile" charset="-78"/>
            </a:endParaRPr>
          </a:p>
        </p:txBody>
      </p:sp>
      <p:sp>
        <p:nvSpPr>
          <p:cNvPr id="115" name="AutoShape 72"/>
          <p:cNvSpPr>
            <a:spLocks noChangeArrowheads="1"/>
          </p:cNvSpPr>
          <p:nvPr/>
        </p:nvSpPr>
        <p:spPr bwMode="auto">
          <a:xfrm>
            <a:off x="7453689" y="769955"/>
            <a:ext cx="284163" cy="209550"/>
          </a:xfrm>
          <a:prstGeom prst="diamond">
            <a:avLst/>
          </a:prstGeom>
          <a:solidFill>
            <a:srgbClr val="0F60F2"/>
          </a:solidFill>
          <a:ln w="9525">
            <a:noFill/>
            <a:miter lim="800000"/>
            <a:headEnd/>
            <a:tailEnd/>
          </a:ln>
        </p:spPr>
        <p:txBody>
          <a:bodyPr wrap="none" lIns="0" tIns="0" rIns="0" bIns="0" anchor="ctr"/>
          <a:lstStyle/>
          <a:p>
            <a:pPr algn="ctr" fontAlgn="auto">
              <a:spcBef>
                <a:spcPts val="0"/>
              </a:spcBef>
              <a:spcAft>
                <a:spcPts val="0"/>
              </a:spcAft>
              <a:defRPr/>
            </a:pPr>
            <a:r>
              <a:rPr lang="en-US" sz="1200" b="1" kern="0" baseline="0" dirty="0">
                <a:solidFill>
                  <a:srgbClr val="FFFFFF"/>
                </a:solidFill>
                <a:latin typeface="Calibri" pitchFamily="34" charset="0"/>
                <a:cs typeface="Arial" charset="0"/>
              </a:rPr>
              <a:t>1</a:t>
            </a:r>
          </a:p>
        </p:txBody>
      </p:sp>
      <p:sp>
        <p:nvSpPr>
          <p:cNvPr id="116" name="AutoShape 73"/>
          <p:cNvSpPr>
            <a:spLocks noChangeArrowheads="1"/>
          </p:cNvSpPr>
          <p:nvPr/>
        </p:nvSpPr>
        <p:spPr bwMode="auto">
          <a:xfrm>
            <a:off x="7449106" y="1062179"/>
            <a:ext cx="284163" cy="209550"/>
          </a:xfrm>
          <a:prstGeom prst="diamond">
            <a:avLst/>
          </a:prstGeom>
          <a:solidFill>
            <a:srgbClr val="0F60F2"/>
          </a:solidFill>
          <a:ln w="9525">
            <a:noFill/>
            <a:miter lim="800000"/>
            <a:headEnd/>
            <a:tailEnd/>
          </a:ln>
        </p:spPr>
        <p:txBody>
          <a:bodyPr wrap="none" lIns="0" tIns="0" rIns="0" bIns="0" anchor="ctr"/>
          <a:lstStyle/>
          <a:p>
            <a:pPr algn="ctr" fontAlgn="auto">
              <a:spcBef>
                <a:spcPts val="0"/>
              </a:spcBef>
              <a:spcAft>
                <a:spcPts val="0"/>
              </a:spcAft>
              <a:defRPr/>
            </a:pPr>
            <a:r>
              <a:rPr lang="en-US" sz="1200" b="1" kern="0" baseline="0" dirty="0">
                <a:solidFill>
                  <a:srgbClr val="FFFFFF"/>
                </a:solidFill>
                <a:latin typeface="Calibri" pitchFamily="34" charset="0"/>
                <a:cs typeface="Arial" charset="0"/>
              </a:rPr>
              <a:t>2</a:t>
            </a:r>
          </a:p>
        </p:txBody>
      </p:sp>
      <p:sp>
        <p:nvSpPr>
          <p:cNvPr id="118" name="Line 2"/>
          <p:cNvSpPr>
            <a:spLocks noChangeShapeType="1"/>
          </p:cNvSpPr>
          <p:nvPr/>
        </p:nvSpPr>
        <p:spPr bwMode="auto">
          <a:xfrm flipH="1">
            <a:off x="5895007" y="2042630"/>
            <a:ext cx="9965" cy="912883"/>
          </a:xfrm>
          <a:prstGeom prst="line">
            <a:avLst/>
          </a:prstGeom>
          <a:noFill/>
          <a:ln w="38100">
            <a:solidFill>
              <a:srgbClr val="0F60F2"/>
            </a:solidFill>
            <a:prstDash val="sysDot"/>
            <a:round/>
            <a:headEnd/>
            <a:tailEnd/>
          </a:ln>
        </p:spPr>
        <p:txBody>
          <a:bodyPr lIns="0" tIns="0" rIns="0" bIns="0"/>
          <a:lstStyle/>
          <a:p>
            <a:pPr fontAlgn="auto">
              <a:spcBef>
                <a:spcPts val="0"/>
              </a:spcBef>
              <a:spcAft>
                <a:spcPts val="0"/>
              </a:spcAft>
              <a:defRPr/>
            </a:pPr>
            <a:endParaRPr lang="en-US" kern="0" baseline="0" dirty="0">
              <a:solidFill>
                <a:sysClr val="windowText" lastClr="000000"/>
              </a:solidFill>
              <a:latin typeface="Calibri" pitchFamily="34" charset="0"/>
              <a:cs typeface="Arial" charset="0"/>
            </a:endParaRPr>
          </a:p>
        </p:txBody>
      </p:sp>
      <p:sp>
        <p:nvSpPr>
          <p:cNvPr id="119" name="AutoShape 64"/>
          <p:cNvSpPr>
            <a:spLocks noChangeArrowheads="1"/>
          </p:cNvSpPr>
          <p:nvPr/>
        </p:nvSpPr>
        <p:spPr bwMode="auto">
          <a:xfrm>
            <a:off x="5755313" y="1934390"/>
            <a:ext cx="284163" cy="209550"/>
          </a:xfrm>
          <a:prstGeom prst="diamond">
            <a:avLst/>
          </a:prstGeom>
          <a:solidFill>
            <a:srgbClr val="0F60F2"/>
          </a:solidFill>
          <a:ln w="9525">
            <a:noFill/>
            <a:miter lim="800000"/>
            <a:headEnd/>
            <a:tailEnd/>
          </a:ln>
        </p:spPr>
        <p:txBody>
          <a:bodyPr wrap="none" lIns="0" tIns="0" rIns="0" bIns="0" anchor="ctr"/>
          <a:lstStyle/>
          <a:p>
            <a:pPr algn="ctr" fontAlgn="auto">
              <a:spcBef>
                <a:spcPts val="0"/>
              </a:spcBef>
              <a:spcAft>
                <a:spcPts val="0"/>
              </a:spcAft>
              <a:defRPr/>
            </a:pPr>
            <a:r>
              <a:rPr lang="en-US" sz="1200" b="1" kern="0" dirty="0">
                <a:solidFill>
                  <a:srgbClr val="FFFFFF"/>
                </a:solidFill>
                <a:latin typeface="Calibri" pitchFamily="34" charset="0"/>
                <a:cs typeface="Arial" charset="0"/>
              </a:rPr>
              <a:t>2</a:t>
            </a:r>
            <a:endParaRPr lang="en-US" sz="1200" b="1" kern="0" baseline="0" dirty="0">
              <a:solidFill>
                <a:srgbClr val="FFFFFF"/>
              </a:solidFill>
              <a:latin typeface="Calibri" pitchFamily="34" charset="0"/>
              <a:cs typeface="Arial" charset="0"/>
            </a:endParaRPr>
          </a:p>
        </p:txBody>
      </p:sp>
      <p:sp>
        <p:nvSpPr>
          <p:cNvPr id="122" name="Line 2"/>
          <p:cNvSpPr>
            <a:spLocks noChangeShapeType="1"/>
          </p:cNvSpPr>
          <p:nvPr/>
        </p:nvSpPr>
        <p:spPr bwMode="auto">
          <a:xfrm>
            <a:off x="6707080" y="2243137"/>
            <a:ext cx="1" cy="701765"/>
          </a:xfrm>
          <a:prstGeom prst="line">
            <a:avLst/>
          </a:prstGeom>
          <a:noFill/>
          <a:ln w="38100">
            <a:solidFill>
              <a:srgbClr val="0F60F2"/>
            </a:solidFill>
            <a:prstDash val="sysDot"/>
            <a:round/>
            <a:headEnd/>
            <a:tailEnd/>
          </a:ln>
        </p:spPr>
        <p:txBody>
          <a:bodyPr lIns="0" tIns="0" rIns="0" bIns="0"/>
          <a:lstStyle/>
          <a:p>
            <a:pPr fontAlgn="auto">
              <a:spcBef>
                <a:spcPts val="0"/>
              </a:spcBef>
              <a:spcAft>
                <a:spcPts val="0"/>
              </a:spcAft>
              <a:defRPr/>
            </a:pPr>
            <a:endParaRPr lang="en-US" kern="0" baseline="0" dirty="0">
              <a:solidFill>
                <a:sysClr val="windowText" lastClr="000000"/>
              </a:solidFill>
              <a:latin typeface="Calibri" pitchFamily="34" charset="0"/>
              <a:cs typeface="Arial" charset="0"/>
            </a:endParaRPr>
          </a:p>
        </p:txBody>
      </p:sp>
      <p:sp>
        <p:nvSpPr>
          <p:cNvPr id="123" name="AutoShape 64"/>
          <p:cNvSpPr>
            <a:spLocks noChangeArrowheads="1"/>
          </p:cNvSpPr>
          <p:nvPr/>
        </p:nvSpPr>
        <p:spPr bwMode="auto">
          <a:xfrm>
            <a:off x="6561410" y="2110282"/>
            <a:ext cx="284163" cy="209550"/>
          </a:xfrm>
          <a:prstGeom prst="diamond">
            <a:avLst/>
          </a:prstGeom>
          <a:solidFill>
            <a:srgbClr val="0F60F2"/>
          </a:solidFill>
          <a:ln w="9525">
            <a:noFill/>
            <a:miter lim="800000"/>
            <a:headEnd/>
            <a:tailEnd/>
          </a:ln>
        </p:spPr>
        <p:txBody>
          <a:bodyPr wrap="none" lIns="0" tIns="0" rIns="0" bIns="0" anchor="ctr"/>
          <a:lstStyle/>
          <a:p>
            <a:pPr algn="ctr" fontAlgn="auto">
              <a:spcBef>
                <a:spcPts val="0"/>
              </a:spcBef>
              <a:spcAft>
                <a:spcPts val="0"/>
              </a:spcAft>
              <a:defRPr/>
            </a:pPr>
            <a:r>
              <a:rPr lang="en-US" sz="1200" b="1" kern="0" dirty="0">
                <a:solidFill>
                  <a:srgbClr val="FFFFFF"/>
                </a:solidFill>
                <a:latin typeface="Calibri" pitchFamily="34" charset="0"/>
                <a:cs typeface="Arial" charset="0"/>
              </a:rPr>
              <a:t>1</a:t>
            </a:r>
            <a:endParaRPr lang="en-US" sz="1200" b="1" kern="0" baseline="0" dirty="0">
              <a:solidFill>
                <a:srgbClr val="FFFFFF"/>
              </a:solidFill>
              <a:latin typeface="Calibri" pitchFamily="34" charset="0"/>
              <a:cs typeface="Arial" charset="0"/>
            </a:endParaRPr>
          </a:p>
        </p:txBody>
      </p:sp>
      <p:sp>
        <p:nvSpPr>
          <p:cNvPr id="126" name="Line 2"/>
          <p:cNvSpPr>
            <a:spLocks noChangeShapeType="1"/>
          </p:cNvSpPr>
          <p:nvPr/>
        </p:nvSpPr>
        <p:spPr bwMode="auto">
          <a:xfrm>
            <a:off x="2037327" y="1168473"/>
            <a:ext cx="0" cy="786803"/>
          </a:xfrm>
          <a:prstGeom prst="line">
            <a:avLst/>
          </a:prstGeom>
          <a:noFill/>
          <a:ln w="38100">
            <a:solidFill>
              <a:srgbClr val="0F60F2"/>
            </a:solidFill>
            <a:prstDash val="sysDot"/>
            <a:round/>
            <a:headEnd/>
            <a:tailEnd/>
          </a:ln>
        </p:spPr>
        <p:txBody>
          <a:bodyPr lIns="0" tIns="0" rIns="0" bIns="0"/>
          <a:lstStyle/>
          <a:p>
            <a:pPr fontAlgn="auto">
              <a:spcBef>
                <a:spcPts val="0"/>
              </a:spcBef>
              <a:spcAft>
                <a:spcPts val="0"/>
              </a:spcAft>
              <a:defRPr/>
            </a:pPr>
            <a:endParaRPr lang="en-US" kern="0" baseline="0" dirty="0">
              <a:solidFill>
                <a:sysClr val="windowText" lastClr="000000"/>
              </a:solidFill>
              <a:latin typeface="Calibri" pitchFamily="34" charset="0"/>
              <a:cs typeface="Arial" charset="0"/>
            </a:endParaRPr>
          </a:p>
        </p:txBody>
      </p:sp>
      <p:sp>
        <p:nvSpPr>
          <p:cNvPr id="127" name="AutoShape 64"/>
          <p:cNvSpPr>
            <a:spLocks noChangeArrowheads="1"/>
          </p:cNvSpPr>
          <p:nvPr/>
        </p:nvSpPr>
        <p:spPr bwMode="auto">
          <a:xfrm>
            <a:off x="1898421" y="1078960"/>
            <a:ext cx="284163" cy="209550"/>
          </a:xfrm>
          <a:prstGeom prst="diamond">
            <a:avLst/>
          </a:prstGeom>
          <a:solidFill>
            <a:srgbClr val="0F60F2"/>
          </a:solidFill>
          <a:ln w="9525">
            <a:noFill/>
            <a:miter lim="800000"/>
            <a:headEnd/>
            <a:tailEnd/>
          </a:ln>
        </p:spPr>
        <p:txBody>
          <a:bodyPr wrap="none" lIns="0" tIns="0" rIns="0" bIns="0" anchor="ctr"/>
          <a:lstStyle/>
          <a:p>
            <a:pPr algn="ctr" fontAlgn="auto">
              <a:spcBef>
                <a:spcPts val="0"/>
              </a:spcBef>
              <a:spcAft>
                <a:spcPts val="0"/>
              </a:spcAft>
              <a:defRPr/>
            </a:pPr>
            <a:r>
              <a:rPr lang="en-US" sz="1200" b="1" kern="0" dirty="0">
                <a:solidFill>
                  <a:srgbClr val="FFFFFF"/>
                </a:solidFill>
                <a:latin typeface="Calibri" pitchFamily="34" charset="0"/>
                <a:cs typeface="Arial" charset="0"/>
              </a:rPr>
              <a:t>2</a:t>
            </a:r>
            <a:endParaRPr lang="en-US" sz="1200" b="1" kern="0" baseline="0" dirty="0">
              <a:solidFill>
                <a:srgbClr val="FFFFFF"/>
              </a:solidFill>
              <a:latin typeface="Calibri" pitchFamily="34" charset="0"/>
              <a:cs typeface="Arial" charset="0"/>
            </a:endParaRPr>
          </a:p>
        </p:txBody>
      </p:sp>
      <p:sp>
        <p:nvSpPr>
          <p:cNvPr id="128" name="Line 2"/>
          <p:cNvSpPr>
            <a:spLocks noChangeShapeType="1"/>
          </p:cNvSpPr>
          <p:nvPr/>
        </p:nvSpPr>
        <p:spPr bwMode="auto">
          <a:xfrm flipH="1">
            <a:off x="2627510" y="1614039"/>
            <a:ext cx="0" cy="297210"/>
          </a:xfrm>
          <a:prstGeom prst="line">
            <a:avLst/>
          </a:prstGeom>
          <a:noFill/>
          <a:ln w="38100">
            <a:solidFill>
              <a:srgbClr val="0F60F2"/>
            </a:solidFill>
            <a:prstDash val="sysDot"/>
            <a:round/>
            <a:headEnd/>
            <a:tailEnd/>
          </a:ln>
        </p:spPr>
        <p:txBody>
          <a:bodyPr lIns="0" tIns="0" rIns="0" bIns="0"/>
          <a:lstStyle/>
          <a:p>
            <a:pPr fontAlgn="auto">
              <a:spcBef>
                <a:spcPts val="0"/>
              </a:spcBef>
              <a:spcAft>
                <a:spcPts val="0"/>
              </a:spcAft>
              <a:defRPr/>
            </a:pPr>
            <a:endParaRPr lang="en-US" kern="0" baseline="0" dirty="0">
              <a:solidFill>
                <a:sysClr val="windowText" lastClr="000000"/>
              </a:solidFill>
              <a:latin typeface="Calibri" pitchFamily="34" charset="0"/>
              <a:cs typeface="Arial" charset="0"/>
            </a:endParaRPr>
          </a:p>
        </p:txBody>
      </p:sp>
      <p:sp>
        <p:nvSpPr>
          <p:cNvPr id="129" name="AutoShape 64"/>
          <p:cNvSpPr>
            <a:spLocks noChangeArrowheads="1"/>
          </p:cNvSpPr>
          <p:nvPr/>
        </p:nvSpPr>
        <p:spPr bwMode="auto">
          <a:xfrm>
            <a:off x="2492983" y="1461735"/>
            <a:ext cx="284163" cy="209550"/>
          </a:xfrm>
          <a:prstGeom prst="diamond">
            <a:avLst/>
          </a:prstGeom>
          <a:solidFill>
            <a:srgbClr val="0F60F2"/>
          </a:solidFill>
          <a:ln w="9525">
            <a:noFill/>
            <a:miter lim="800000"/>
            <a:headEnd/>
            <a:tailEnd/>
          </a:ln>
        </p:spPr>
        <p:txBody>
          <a:bodyPr wrap="none" lIns="0" tIns="0" rIns="0" bIns="0" anchor="ctr"/>
          <a:lstStyle/>
          <a:p>
            <a:pPr algn="ctr" fontAlgn="auto">
              <a:spcBef>
                <a:spcPts val="0"/>
              </a:spcBef>
              <a:spcAft>
                <a:spcPts val="0"/>
              </a:spcAft>
              <a:defRPr/>
            </a:pPr>
            <a:r>
              <a:rPr lang="en-US" sz="1200" b="1" kern="0" dirty="0">
                <a:solidFill>
                  <a:srgbClr val="FFFFFF"/>
                </a:solidFill>
                <a:latin typeface="Calibri" pitchFamily="34" charset="0"/>
                <a:cs typeface="Arial" charset="0"/>
              </a:rPr>
              <a:t>1</a:t>
            </a:r>
            <a:endParaRPr lang="en-US" sz="1200" b="1" kern="0" baseline="0" dirty="0">
              <a:solidFill>
                <a:srgbClr val="FFFFFF"/>
              </a:solidFill>
              <a:latin typeface="Calibri" pitchFamily="34" charset="0"/>
              <a:cs typeface="Arial" charset="0"/>
            </a:endParaRPr>
          </a:p>
        </p:txBody>
      </p:sp>
      <p:sp>
        <p:nvSpPr>
          <p:cNvPr id="130" name="Line 2"/>
          <p:cNvSpPr>
            <a:spLocks noChangeShapeType="1"/>
          </p:cNvSpPr>
          <p:nvPr/>
        </p:nvSpPr>
        <p:spPr bwMode="auto">
          <a:xfrm>
            <a:off x="2045280" y="3454856"/>
            <a:ext cx="0" cy="396933"/>
          </a:xfrm>
          <a:prstGeom prst="line">
            <a:avLst/>
          </a:prstGeom>
          <a:noFill/>
          <a:ln w="38100">
            <a:solidFill>
              <a:srgbClr val="0F60F2"/>
            </a:solidFill>
            <a:prstDash val="sysDot"/>
            <a:round/>
            <a:headEnd/>
            <a:tailEnd/>
          </a:ln>
        </p:spPr>
        <p:txBody>
          <a:bodyPr lIns="0" tIns="0" rIns="0" bIns="0"/>
          <a:lstStyle/>
          <a:p>
            <a:pPr fontAlgn="auto">
              <a:spcBef>
                <a:spcPts val="0"/>
              </a:spcBef>
              <a:spcAft>
                <a:spcPts val="0"/>
              </a:spcAft>
              <a:defRPr/>
            </a:pPr>
            <a:endParaRPr lang="en-US" kern="0" baseline="0" dirty="0">
              <a:solidFill>
                <a:sysClr val="windowText" lastClr="000000"/>
              </a:solidFill>
              <a:latin typeface="Calibri" pitchFamily="34" charset="0"/>
              <a:cs typeface="Arial" charset="0"/>
            </a:endParaRPr>
          </a:p>
        </p:txBody>
      </p:sp>
      <p:sp>
        <p:nvSpPr>
          <p:cNvPr id="131" name="AutoShape 64"/>
          <p:cNvSpPr>
            <a:spLocks noChangeArrowheads="1"/>
          </p:cNvSpPr>
          <p:nvPr/>
        </p:nvSpPr>
        <p:spPr bwMode="auto">
          <a:xfrm>
            <a:off x="1914340" y="3271056"/>
            <a:ext cx="284163" cy="209550"/>
          </a:xfrm>
          <a:prstGeom prst="diamond">
            <a:avLst/>
          </a:prstGeom>
          <a:solidFill>
            <a:srgbClr val="0F60F2"/>
          </a:solidFill>
          <a:ln w="9525">
            <a:noFill/>
            <a:miter lim="800000"/>
            <a:headEnd/>
            <a:tailEnd/>
          </a:ln>
        </p:spPr>
        <p:txBody>
          <a:bodyPr wrap="none" lIns="0" tIns="0" rIns="0" bIns="0" anchor="ctr"/>
          <a:lstStyle/>
          <a:p>
            <a:pPr algn="ctr" fontAlgn="auto">
              <a:spcBef>
                <a:spcPts val="0"/>
              </a:spcBef>
              <a:spcAft>
                <a:spcPts val="0"/>
              </a:spcAft>
              <a:defRPr/>
            </a:pPr>
            <a:r>
              <a:rPr lang="en-US" sz="1200" b="1" kern="0" dirty="0">
                <a:solidFill>
                  <a:srgbClr val="FFFFFF"/>
                </a:solidFill>
                <a:latin typeface="Calibri" pitchFamily="34" charset="0"/>
                <a:cs typeface="Arial" charset="0"/>
              </a:rPr>
              <a:t>2</a:t>
            </a:r>
            <a:endParaRPr lang="en-US" sz="1200" b="1" kern="0" baseline="0" dirty="0">
              <a:solidFill>
                <a:srgbClr val="FFFFFF"/>
              </a:solidFill>
              <a:latin typeface="Calibri" pitchFamily="34" charset="0"/>
              <a:cs typeface="Arial" charset="0"/>
            </a:endParaRPr>
          </a:p>
        </p:txBody>
      </p:sp>
      <p:sp>
        <p:nvSpPr>
          <p:cNvPr id="132" name="Line 2"/>
          <p:cNvSpPr>
            <a:spLocks noChangeShapeType="1"/>
          </p:cNvSpPr>
          <p:nvPr/>
        </p:nvSpPr>
        <p:spPr bwMode="auto">
          <a:xfrm flipH="1">
            <a:off x="2605229" y="3209795"/>
            <a:ext cx="3574" cy="597966"/>
          </a:xfrm>
          <a:prstGeom prst="line">
            <a:avLst/>
          </a:prstGeom>
          <a:noFill/>
          <a:ln w="38100">
            <a:solidFill>
              <a:srgbClr val="0F60F2"/>
            </a:solidFill>
            <a:prstDash val="sysDot"/>
            <a:round/>
            <a:headEnd/>
            <a:tailEnd/>
          </a:ln>
        </p:spPr>
        <p:txBody>
          <a:bodyPr lIns="0" tIns="0" rIns="0" bIns="0"/>
          <a:lstStyle/>
          <a:p>
            <a:pPr fontAlgn="auto">
              <a:spcBef>
                <a:spcPts val="0"/>
              </a:spcBef>
              <a:spcAft>
                <a:spcPts val="0"/>
              </a:spcAft>
              <a:defRPr/>
            </a:pPr>
            <a:endParaRPr lang="en-US" kern="0" baseline="0" dirty="0">
              <a:solidFill>
                <a:sysClr val="windowText" lastClr="000000"/>
              </a:solidFill>
              <a:latin typeface="Calibri" pitchFamily="34" charset="0"/>
              <a:cs typeface="Arial" charset="0"/>
            </a:endParaRPr>
          </a:p>
        </p:txBody>
      </p:sp>
      <p:sp>
        <p:nvSpPr>
          <p:cNvPr id="133" name="AutoShape 64"/>
          <p:cNvSpPr>
            <a:spLocks noChangeArrowheads="1"/>
          </p:cNvSpPr>
          <p:nvPr/>
        </p:nvSpPr>
        <p:spPr bwMode="auto">
          <a:xfrm>
            <a:off x="2459560" y="3113185"/>
            <a:ext cx="284163" cy="209550"/>
          </a:xfrm>
          <a:prstGeom prst="diamond">
            <a:avLst/>
          </a:prstGeom>
          <a:solidFill>
            <a:srgbClr val="0F60F2"/>
          </a:solidFill>
          <a:ln w="9525">
            <a:noFill/>
            <a:miter lim="800000"/>
            <a:headEnd/>
            <a:tailEnd/>
          </a:ln>
        </p:spPr>
        <p:txBody>
          <a:bodyPr wrap="none" lIns="0" tIns="0" rIns="0" bIns="0" anchor="ctr"/>
          <a:lstStyle/>
          <a:p>
            <a:pPr algn="ctr" fontAlgn="auto">
              <a:spcBef>
                <a:spcPts val="0"/>
              </a:spcBef>
              <a:spcAft>
                <a:spcPts val="0"/>
              </a:spcAft>
              <a:defRPr/>
            </a:pPr>
            <a:r>
              <a:rPr lang="en-US" sz="1200" b="1" kern="0" dirty="0">
                <a:solidFill>
                  <a:srgbClr val="FFFFFF"/>
                </a:solidFill>
                <a:latin typeface="Calibri" pitchFamily="34" charset="0"/>
                <a:cs typeface="Arial" charset="0"/>
              </a:rPr>
              <a:t>1</a:t>
            </a:r>
            <a:endParaRPr lang="en-US" sz="1200" b="1" kern="0" baseline="0" dirty="0">
              <a:solidFill>
                <a:srgbClr val="FFFFFF"/>
              </a:solidFill>
              <a:latin typeface="Calibri" pitchFamily="34" charset="0"/>
              <a:cs typeface="Arial" charset="0"/>
            </a:endParaRPr>
          </a:p>
        </p:txBody>
      </p:sp>
      <p:sp>
        <p:nvSpPr>
          <p:cNvPr id="137" name="TextBox 136"/>
          <p:cNvSpPr txBox="1"/>
          <p:nvPr/>
        </p:nvSpPr>
        <p:spPr>
          <a:xfrm>
            <a:off x="5549012" y="1515643"/>
            <a:ext cx="1370346" cy="389870"/>
          </a:xfrm>
          <a:prstGeom prst="rect">
            <a:avLst/>
          </a:prstGeom>
        </p:spPr>
        <p:txBody>
          <a:bodyPr vert="horz" wrap="none" lIns="0" tIns="0" bIns="0" rtlCol="0" anchor="t" anchorCtr="0">
            <a:noAutofit/>
          </a:bodyPr>
          <a:lstStyle/>
          <a:p>
            <a:pPr algn="ctr">
              <a:spcBef>
                <a:spcPts val="600"/>
              </a:spcBef>
              <a:buClr>
                <a:schemeClr val="bg2"/>
              </a:buClr>
              <a:buSzPct val="80000"/>
            </a:pPr>
            <a:r>
              <a:rPr lang="en-US" sz="1100" b="1" dirty="0">
                <a:latin typeface="Calibri"/>
                <a:cs typeface="Calibri"/>
              </a:rPr>
              <a:t>Profit Dollars</a:t>
            </a:r>
          </a:p>
        </p:txBody>
      </p:sp>
      <p:sp>
        <p:nvSpPr>
          <p:cNvPr id="113" name="Text Box 69"/>
          <p:cNvSpPr txBox="1">
            <a:spLocks noChangeArrowheads="1"/>
          </p:cNvSpPr>
          <p:nvPr/>
        </p:nvSpPr>
        <p:spPr bwMode="auto">
          <a:xfrm>
            <a:off x="7707476" y="780467"/>
            <a:ext cx="1909549" cy="584747"/>
          </a:xfrm>
          <a:prstGeom prst="rect">
            <a:avLst/>
          </a:prstGeom>
          <a:noFill/>
          <a:ln w="25400" cap="rnd" algn="ctr">
            <a:noFill/>
            <a:prstDash val="sysDot"/>
            <a:miter lim="800000"/>
            <a:headEnd/>
            <a:tailEnd/>
          </a:ln>
        </p:spPr>
        <p:txBody>
          <a:bodyPr wrap="square" lIns="91412" tIns="45706" rIns="91412" bIns="45706">
            <a:spAutoFit/>
          </a:bodyPr>
          <a:lstStyle/>
          <a:p>
            <a:r>
              <a:rPr lang="en-GB" sz="900" dirty="0">
                <a:solidFill>
                  <a:srgbClr val="000000"/>
                </a:solidFill>
                <a:latin typeface="Calibri" pitchFamily="34" charset="0"/>
                <a:cs typeface="Arial" charset="0"/>
              </a:rPr>
              <a:t>Initial price</a:t>
            </a:r>
          </a:p>
          <a:p>
            <a:endParaRPr lang="en-GB" sz="900" baseline="0" dirty="0">
              <a:solidFill>
                <a:srgbClr val="000000"/>
              </a:solidFill>
              <a:latin typeface="Calibri" pitchFamily="34" charset="0"/>
              <a:cs typeface="Arial" charset="0"/>
            </a:endParaRPr>
          </a:p>
          <a:p>
            <a:r>
              <a:rPr lang="en-GB" sz="900" baseline="0" dirty="0">
                <a:solidFill>
                  <a:srgbClr val="000000"/>
                </a:solidFill>
                <a:latin typeface="Calibri" pitchFamily="34" charset="0"/>
                <a:cs typeface="Arial" charset="0"/>
              </a:rPr>
              <a:t>Optimal interest rate</a:t>
            </a:r>
          </a:p>
          <a:p>
            <a:pPr>
              <a:lnSpc>
                <a:spcPts val="600"/>
              </a:lnSpc>
            </a:pPr>
            <a:r>
              <a:rPr lang="en-GB" sz="900" dirty="0">
                <a:solidFill>
                  <a:srgbClr val="000000"/>
                </a:solidFill>
                <a:latin typeface="Calibri" pitchFamily="34" charset="0"/>
                <a:cs typeface="Arial" charset="0"/>
              </a:rPr>
              <a:t>   </a:t>
            </a:r>
            <a:endParaRPr lang="en-GB" sz="900" baseline="0" dirty="0">
              <a:solidFill>
                <a:srgbClr val="000000"/>
              </a:solidFill>
              <a:latin typeface="Calibri" pitchFamily="34" charset="0"/>
              <a:cs typeface="Arial" charset="0"/>
            </a:endParaRPr>
          </a:p>
        </p:txBody>
      </p:sp>
      <p:sp>
        <p:nvSpPr>
          <p:cNvPr id="2" name="TextBox 1"/>
          <p:cNvSpPr txBox="1"/>
          <p:nvPr/>
        </p:nvSpPr>
        <p:spPr>
          <a:xfrm>
            <a:off x="9780104" y="2842591"/>
            <a:ext cx="914400" cy="914400"/>
          </a:xfrm>
          <a:prstGeom prst="rect">
            <a:avLst/>
          </a:prstGeom>
          <a:noFill/>
        </p:spPr>
        <p:txBody>
          <a:bodyPr wrap="none" rtlCol="0">
            <a:normAutofit/>
          </a:bodyPr>
          <a:lstStyle/>
          <a:p>
            <a:pPr>
              <a:spcAft>
                <a:spcPts val="600"/>
              </a:spcAft>
            </a:pPr>
            <a:endParaRPr lang="en-US" dirty="0"/>
          </a:p>
        </p:txBody>
      </p:sp>
      <p:cxnSp>
        <p:nvCxnSpPr>
          <p:cNvPr id="138" name="Straight Arrow Connector 137"/>
          <p:cNvCxnSpPr/>
          <p:nvPr/>
        </p:nvCxnSpPr>
        <p:spPr>
          <a:xfrm flipH="1" flipV="1">
            <a:off x="2087798" y="1317889"/>
            <a:ext cx="378014" cy="213232"/>
          </a:xfrm>
          <a:prstGeom prst="straightConnector1">
            <a:avLst/>
          </a:prstGeom>
          <a:ln w="12700" cap="rnd">
            <a:solidFill>
              <a:srgbClr val="82ACE6"/>
            </a:solidFill>
            <a:tailEnd type="triangle"/>
          </a:ln>
        </p:spPr>
        <p:style>
          <a:lnRef idx="1">
            <a:schemeClr val="accent1"/>
          </a:lnRef>
          <a:fillRef idx="0">
            <a:schemeClr val="accent1"/>
          </a:fillRef>
          <a:effectRef idx="0">
            <a:schemeClr val="accent1"/>
          </a:effectRef>
          <a:fontRef idx="minor">
            <a:schemeClr val="tx1"/>
          </a:fontRef>
        </p:style>
      </p:cxnSp>
      <p:cxnSp>
        <p:nvCxnSpPr>
          <p:cNvPr id="139" name="Straight Arrow Connector 138"/>
          <p:cNvCxnSpPr/>
          <p:nvPr/>
        </p:nvCxnSpPr>
        <p:spPr>
          <a:xfrm flipH="1">
            <a:off x="2160497" y="3186269"/>
            <a:ext cx="276924" cy="119880"/>
          </a:xfrm>
          <a:prstGeom prst="straightConnector1">
            <a:avLst/>
          </a:prstGeom>
          <a:ln w="12700" cap="rnd">
            <a:solidFill>
              <a:srgbClr val="82ACE6"/>
            </a:solidFill>
            <a:tailEnd type="triangle"/>
          </a:ln>
        </p:spPr>
        <p:style>
          <a:lnRef idx="1">
            <a:schemeClr val="accent1"/>
          </a:lnRef>
          <a:fillRef idx="0">
            <a:schemeClr val="accent1"/>
          </a:fillRef>
          <a:effectRef idx="0">
            <a:schemeClr val="accent1"/>
          </a:effectRef>
          <a:fontRef idx="minor">
            <a:schemeClr val="tx1"/>
          </a:fontRef>
        </p:style>
      </p:cxnSp>
      <p:cxnSp>
        <p:nvCxnSpPr>
          <p:cNvPr id="141" name="Straight Arrow Connector 140"/>
          <p:cNvCxnSpPr/>
          <p:nvPr/>
        </p:nvCxnSpPr>
        <p:spPr>
          <a:xfrm flipH="1" flipV="1">
            <a:off x="6020683" y="1977840"/>
            <a:ext cx="581402" cy="137478"/>
          </a:xfrm>
          <a:prstGeom prst="straightConnector1">
            <a:avLst/>
          </a:prstGeom>
          <a:ln w="12700" cap="rnd">
            <a:solidFill>
              <a:srgbClr val="82ACE6"/>
            </a:solidFill>
            <a:tailEnd type="triangle"/>
          </a:ln>
        </p:spPr>
        <p:style>
          <a:lnRef idx="1">
            <a:schemeClr val="accent1"/>
          </a:lnRef>
          <a:fillRef idx="0">
            <a:schemeClr val="accent1"/>
          </a:fillRef>
          <a:effectRef idx="0">
            <a:schemeClr val="accent1"/>
          </a:effectRef>
          <a:fontRef idx="minor">
            <a:schemeClr val="tx1"/>
          </a:fontRef>
        </p:style>
      </p:cxnSp>
      <p:sp>
        <p:nvSpPr>
          <p:cNvPr id="142" name="Rectangle 141"/>
          <p:cNvSpPr/>
          <p:nvPr/>
        </p:nvSpPr>
        <p:spPr>
          <a:xfrm>
            <a:off x="536330" y="4207914"/>
            <a:ext cx="8229556" cy="412499"/>
          </a:xfrm>
          <a:prstGeom prst="rect">
            <a:avLst/>
          </a:prstGeom>
          <a:solidFill>
            <a:srgbClr val="097AF5"/>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spcAft>
                <a:spcPts val="600"/>
              </a:spcAft>
            </a:pPr>
            <a:r>
              <a:rPr lang="en-US" sz="1200" dirty="0">
                <a:solidFill>
                  <a:schemeClr val="bg1"/>
                </a:solidFill>
                <a:latin typeface="Trebuchet MS" charset="0"/>
                <a:ea typeface="Trebuchet MS" charset="0"/>
                <a:cs typeface="Trebuchet MS" charset="0"/>
              </a:rPr>
              <a:t>Rates decreased increasing volume and lowering margin. </a:t>
            </a:r>
            <a:r>
              <a:rPr lang="en-GB" sz="1200" dirty="0">
                <a:solidFill>
                  <a:schemeClr val="bg1"/>
                </a:solidFill>
                <a:latin typeface="Trebuchet MS" charset="0"/>
                <a:ea typeface="Trebuchet MS" charset="0"/>
                <a:cs typeface="Trebuchet MS" charset="0"/>
              </a:rPr>
              <a:t>The increased volume outpaced the decrease in margin, resulting in higher overall profit</a:t>
            </a:r>
          </a:p>
        </p:txBody>
      </p:sp>
    </p:spTree>
    <p:extLst>
      <p:ext uri="{BB962C8B-B14F-4D97-AF65-F5344CB8AC3E}">
        <p14:creationId xmlns:p14="http://schemas.microsoft.com/office/powerpoint/2010/main" val="520141674"/>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5"/>
                                        </p:tgtEl>
                                        <p:attrNameLst>
                                          <p:attrName>style.visibility</p:attrName>
                                        </p:attrNameLst>
                                      </p:cBhvr>
                                      <p:to>
                                        <p:strVal val="visible"/>
                                      </p:to>
                                    </p:set>
                                    <p:animEffect transition="in" filter="blinds(horizontal)">
                                      <p:cBhvr>
                                        <p:cTn id="7" dur="500"/>
                                        <p:tgtEl>
                                          <p:spTgt spid="75"/>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11"/>
                                        </p:tgtEl>
                                        <p:attrNameLst>
                                          <p:attrName>style.visibility</p:attrName>
                                        </p:attrNameLst>
                                      </p:cBhvr>
                                      <p:to>
                                        <p:strVal val="visible"/>
                                      </p:to>
                                    </p:set>
                                    <p:animEffect transition="in" filter="blinds(horizontal)">
                                      <p:cBhvr>
                                        <p:cTn id="10" dur="500"/>
                                        <p:tgtEl>
                                          <p:spTgt spid="111"/>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110"/>
                                        </p:tgtEl>
                                        <p:attrNameLst>
                                          <p:attrName>style.visibility</p:attrName>
                                        </p:attrNameLst>
                                      </p:cBhvr>
                                      <p:to>
                                        <p:strVal val="visible"/>
                                      </p:to>
                                    </p:set>
                                    <p:animEffect transition="in" filter="blinds(horizontal)">
                                      <p:cBhvr>
                                        <p:cTn id="13" dur="500"/>
                                        <p:tgtEl>
                                          <p:spTgt spid="110"/>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119"/>
                                        </p:tgtEl>
                                        <p:attrNameLst>
                                          <p:attrName>style.visibility</p:attrName>
                                        </p:attrNameLst>
                                      </p:cBhvr>
                                      <p:to>
                                        <p:strVal val="visible"/>
                                      </p:to>
                                    </p:set>
                                    <p:animEffect transition="in" filter="blinds(horizontal)">
                                      <p:cBhvr>
                                        <p:cTn id="18" dur="500"/>
                                        <p:tgtEl>
                                          <p:spTgt spid="119"/>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113"/>
                                        </p:tgtEl>
                                        <p:attrNameLst>
                                          <p:attrName>style.visibility</p:attrName>
                                        </p:attrNameLst>
                                      </p:cBhvr>
                                      <p:to>
                                        <p:strVal val="visible"/>
                                      </p:to>
                                    </p:set>
                                    <p:animEffect transition="in" filter="blinds(horizontal)">
                                      <p:cBhvr>
                                        <p:cTn id="21" dur="500"/>
                                        <p:tgtEl>
                                          <p:spTgt spid="113"/>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115"/>
                                        </p:tgtEl>
                                        <p:attrNameLst>
                                          <p:attrName>style.visibility</p:attrName>
                                        </p:attrNameLst>
                                      </p:cBhvr>
                                      <p:to>
                                        <p:strVal val="visible"/>
                                      </p:to>
                                    </p:set>
                                    <p:animEffect transition="in" filter="blinds(horizontal)">
                                      <p:cBhvr>
                                        <p:cTn id="24" dur="500"/>
                                        <p:tgtEl>
                                          <p:spTgt spid="115"/>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116"/>
                                        </p:tgtEl>
                                        <p:attrNameLst>
                                          <p:attrName>style.visibility</p:attrName>
                                        </p:attrNameLst>
                                      </p:cBhvr>
                                      <p:to>
                                        <p:strVal val="visible"/>
                                      </p:to>
                                    </p:set>
                                    <p:animEffect transition="in" filter="blinds(horizontal)">
                                      <p:cBhvr>
                                        <p:cTn id="27" dur="500"/>
                                        <p:tgtEl>
                                          <p:spTgt spid="116"/>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127"/>
                                        </p:tgtEl>
                                        <p:attrNameLst>
                                          <p:attrName>style.visibility</p:attrName>
                                        </p:attrNameLst>
                                      </p:cBhvr>
                                      <p:to>
                                        <p:strVal val="visible"/>
                                      </p:to>
                                    </p:set>
                                    <p:animEffect transition="in" filter="blinds(horizontal)">
                                      <p:cBhvr>
                                        <p:cTn id="30" dur="500"/>
                                        <p:tgtEl>
                                          <p:spTgt spid="127"/>
                                        </p:tgtEl>
                                      </p:cBhvr>
                                    </p:animEffect>
                                  </p:childTnLst>
                                </p:cTn>
                              </p:par>
                              <p:par>
                                <p:cTn id="31" presetID="3" presetClass="entr" presetSubtype="10" fill="hold" grpId="0" nodeType="withEffect">
                                  <p:stCondLst>
                                    <p:cond delay="0"/>
                                  </p:stCondLst>
                                  <p:childTnLst>
                                    <p:set>
                                      <p:cBhvr>
                                        <p:cTn id="32" dur="1" fill="hold">
                                          <p:stCondLst>
                                            <p:cond delay="0"/>
                                          </p:stCondLst>
                                        </p:cTn>
                                        <p:tgtEl>
                                          <p:spTgt spid="126"/>
                                        </p:tgtEl>
                                        <p:attrNameLst>
                                          <p:attrName>style.visibility</p:attrName>
                                        </p:attrNameLst>
                                      </p:cBhvr>
                                      <p:to>
                                        <p:strVal val="visible"/>
                                      </p:to>
                                    </p:set>
                                    <p:animEffect transition="in" filter="blinds(horizontal)">
                                      <p:cBhvr>
                                        <p:cTn id="33" dur="500"/>
                                        <p:tgtEl>
                                          <p:spTgt spid="126"/>
                                        </p:tgtEl>
                                      </p:cBhvr>
                                    </p:animEffect>
                                  </p:childTnLst>
                                </p:cTn>
                              </p:par>
                            </p:childTnLst>
                          </p:cTn>
                        </p:par>
                        <p:par>
                          <p:cTn id="34" fill="hold">
                            <p:stCondLst>
                              <p:cond delay="500"/>
                            </p:stCondLst>
                            <p:childTnLst>
                              <p:par>
                                <p:cTn id="35" presetID="3" presetClass="entr" presetSubtype="10" fill="hold" grpId="0" nodeType="afterEffect">
                                  <p:stCondLst>
                                    <p:cond delay="0"/>
                                  </p:stCondLst>
                                  <p:childTnLst>
                                    <p:set>
                                      <p:cBhvr>
                                        <p:cTn id="36" dur="1" fill="hold">
                                          <p:stCondLst>
                                            <p:cond delay="0"/>
                                          </p:stCondLst>
                                        </p:cTn>
                                        <p:tgtEl>
                                          <p:spTgt spid="118"/>
                                        </p:tgtEl>
                                        <p:attrNameLst>
                                          <p:attrName>style.visibility</p:attrName>
                                        </p:attrNameLst>
                                      </p:cBhvr>
                                      <p:to>
                                        <p:strVal val="visible"/>
                                      </p:to>
                                    </p:set>
                                    <p:animEffect transition="in" filter="blinds(horizontal)">
                                      <p:cBhvr>
                                        <p:cTn id="37" dur="500"/>
                                        <p:tgtEl>
                                          <p:spTgt spid="118"/>
                                        </p:tgtEl>
                                      </p:cBhvr>
                                    </p:animEffect>
                                  </p:childTnLst>
                                </p:cTn>
                              </p:par>
                              <p:par>
                                <p:cTn id="38" presetID="3" presetClass="entr" presetSubtype="10" fill="hold" grpId="0" nodeType="withEffect">
                                  <p:stCondLst>
                                    <p:cond delay="0"/>
                                  </p:stCondLst>
                                  <p:childTnLst>
                                    <p:set>
                                      <p:cBhvr>
                                        <p:cTn id="39" dur="1" fill="hold">
                                          <p:stCondLst>
                                            <p:cond delay="0"/>
                                          </p:stCondLst>
                                        </p:cTn>
                                        <p:tgtEl>
                                          <p:spTgt spid="131"/>
                                        </p:tgtEl>
                                        <p:attrNameLst>
                                          <p:attrName>style.visibility</p:attrName>
                                        </p:attrNameLst>
                                      </p:cBhvr>
                                      <p:to>
                                        <p:strVal val="visible"/>
                                      </p:to>
                                    </p:set>
                                    <p:animEffect transition="in" filter="blinds(horizontal)">
                                      <p:cBhvr>
                                        <p:cTn id="40" dur="500"/>
                                        <p:tgtEl>
                                          <p:spTgt spid="131"/>
                                        </p:tgtEl>
                                      </p:cBhvr>
                                    </p:animEffect>
                                  </p:childTnLst>
                                </p:cTn>
                              </p:par>
                              <p:par>
                                <p:cTn id="41" presetID="3" presetClass="entr" presetSubtype="10" fill="hold" grpId="0" nodeType="withEffect">
                                  <p:stCondLst>
                                    <p:cond delay="0"/>
                                  </p:stCondLst>
                                  <p:childTnLst>
                                    <p:set>
                                      <p:cBhvr>
                                        <p:cTn id="42" dur="1" fill="hold">
                                          <p:stCondLst>
                                            <p:cond delay="0"/>
                                          </p:stCondLst>
                                        </p:cTn>
                                        <p:tgtEl>
                                          <p:spTgt spid="130"/>
                                        </p:tgtEl>
                                        <p:attrNameLst>
                                          <p:attrName>style.visibility</p:attrName>
                                        </p:attrNameLst>
                                      </p:cBhvr>
                                      <p:to>
                                        <p:strVal val="visible"/>
                                      </p:to>
                                    </p:set>
                                    <p:animEffect transition="in" filter="blinds(horizontal)">
                                      <p:cBhvr>
                                        <p:cTn id="43" dur="500"/>
                                        <p:tgtEl>
                                          <p:spTgt spid="130"/>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grpId="0" nodeType="clickEffect">
                                  <p:stCondLst>
                                    <p:cond delay="0"/>
                                  </p:stCondLst>
                                  <p:childTnLst>
                                    <p:set>
                                      <p:cBhvr>
                                        <p:cTn id="47" dur="1" fill="hold">
                                          <p:stCondLst>
                                            <p:cond delay="0"/>
                                          </p:stCondLst>
                                        </p:cTn>
                                        <p:tgtEl>
                                          <p:spTgt spid="122"/>
                                        </p:tgtEl>
                                        <p:attrNameLst>
                                          <p:attrName>style.visibility</p:attrName>
                                        </p:attrNameLst>
                                      </p:cBhvr>
                                      <p:to>
                                        <p:strVal val="visible"/>
                                      </p:to>
                                    </p:set>
                                    <p:animEffect transition="in" filter="blinds(horizontal)">
                                      <p:cBhvr>
                                        <p:cTn id="48" dur="500"/>
                                        <p:tgtEl>
                                          <p:spTgt spid="122"/>
                                        </p:tgtEl>
                                      </p:cBhvr>
                                    </p:animEffect>
                                  </p:childTnLst>
                                </p:cTn>
                              </p:par>
                              <p:par>
                                <p:cTn id="49" presetID="3" presetClass="entr" presetSubtype="10" fill="hold" grpId="0" nodeType="withEffect">
                                  <p:stCondLst>
                                    <p:cond delay="0"/>
                                  </p:stCondLst>
                                  <p:childTnLst>
                                    <p:set>
                                      <p:cBhvr>
                                        <p:cTn id="50" dur="1" fill="hold">
                                          <p:stCondLst>
                                            <p:cond delay="0"/>
                                          </p:stCondLst>
                                        </p:cTn>
                                        <p:tgtEl>
                                          <p:spTgt spid="123"/>
                                        </p:tgtEl>
                                        <p:attrNameLst>
                                          <p:attrName>style.visibility</p:attrName>
                                        </p:attrNameLst>
                                      </p:cBhvr>
                                      <p:to>
                                        <p:strVal val="visible"/>
                                      </p:to>
                                    </p:set>
                                    <p:animEffect transition="in" filter="blinds(horizontal)">
                                      <p:cBhvr>
                                        <p:cTn id="51" dur="500"/>
                                        <p:tgtEl>
                                          <p:spTgt spid="123"/>
                                        </p:tgtEl>
                                      </p:cBhvr>
                                    </p:animEffect>
                                  </p:childTnLst>
                                </p:cTn>
                              </p:par>
                              <p:par>
                                <p:cTn id="52" presetID="3" presetClass="entr" presetSubtype="10" fill="hold" grpId="0" nodeType="withEffect">
                                  <p:stCondLst>
                                    <p:cond delay="0"/>
                                  </p:stCondLst>
                                  <p:childTnLst>
                                    <p:set>
                                      <p:cBhvr>
                                        <p:cTn id="53" dur="1" fill="hold">
                                          <p:stCondLst>
                                            <p:cond delay="0"/>
                                          </p:stCondLst>
                                        </p:cTn>
                                        <p:tgtEl>
                                          <p:spTgt spid="128"/>
                                        </p:tgtEl>
                                        <p:attrNameLst>
                                          <p:attrName>style.visibility</p:attrName>
                                        </p:attrNameLst>
                                      </p:cBhvr>
                                      <p:to>
                                        <p:strVal val="visible"/>
                                      </p:to>
                                    </p:set>
                                    <p:animEffect transition="in" filter="blinds(horizontal)">
                                      <p:cBhvr>
                                        <p:cTn id="54" dur="500"/>
                                        <p:tgtEl>
                                          <p:spTgt spid="128"/>
                                        </p:tgtEl>
                                      </p:cBhvr>
                                    </p:animEffect>
                                  </p:childTnLst>
                                </p:cTn>
                              </p:par>
                              <p:par>
                                <p:cTn id="55" presetID="3" presetClass="entr" presetSubtype="10" fill="hold" grpId="0" nodeType="withEffect">
                                  <p:stCondLst>
                                    <p:cond delay="0"/>
                                  </p:stCondLst>
                                  <p:childTnLst>
                                    <p:set>
                                      <p:cBhvr>
                                        <p:cTn id="56" dur="1" fill="hold">
                                          <p:stCondLst>
                                            <p:cond delay="0"/>
                                          </p:stCondLst>
                                        </p:cTn>
                                        <p:tgtEl>
                                          <p:spTgt spid="129"/>
                                        </p:tgtEl>
                                        <p:attrNameLst>
                                          <p:attrName>style.visibility</p:attrName>
                                        </p:attrNameLst>
                                      </p:cBhvr>
                                      <p:to>
                                        <p:strVal val="visible"/>
                                      </p:to>
                                    </p:set>
                                    <p:animEffect transition="in" filter="blinds(horizontal)">
                                      <p:cBhvr>
                                        <p:cTn id="57" dur="500"/>
                                        <p:tgtEl>
                                          <p:spTgt spid="129"/>
                                        </p:tgtEl>
                                      </p:cBhvr>
                                    </p:animEffect>
                                  </p:childTnLst>
                                </p:cTn>
                              </p:par>
                              <p:par>
                                <p:cTn id="58" presetID="3" presetClass="entr" presetSubtype="10" fill="hold" grpId="0" nodeType="withEffect">
                                  <p:stCondLst>
                                    <p:cond delay="0"/>
                                  </p:stCondLst>
                                  <p:childTnLst>
                                    <p:set>
                                      <p:cBhvr>
                                        <p:cTn id="59" dur="1" fill="hold">
                                          <p:stCondLst>
                                            <p:cond delay="0"/>
                                          </p:stCondLst>
                                        </p:cTn>
                                        <p:tgtEl>
                                          <p:spTgt spid="132"/>
                                        </p:tgtEl>
                                        <p:attrNameLst>
                                          <p:attrName>style.visibility</p:attrName>
                                        </p:attrNameLst>
                                      </p:cBhvr>
                                      <p:to>
                                        <p:strVal val="visible"/>
                                      </p:to>
                                    </p:set>
                                    <p:animEffect transition="in" filter="blinds(horizontal)">
                                      <p:cBhvr>
                                        <p:cTn id="60" dur="500"/>
                                        <p:tgtEl>
                                          <p:spTgt spid="132"/>
                                        </p:tgtEl>
                                      </p:cBhvr>
                                    </p:animEffect>
                                  </p:childTnLst>
                                </p:cTn>
                              </p:par>
                              <p:par>
                                <p:cTn id="61" presetID="3" presetClass="entr" presetSubtype="10" fill="hold" grpId="0" nodeType="withEffect">
                                  <p:stCondLst>
                                    <p:cond delay="0"/>
                                  </p:stCondLst>
                                  <p:childTnLst>
                                    <p:set>
                                      <p:cBhvr>
                                        <p:cTn id="62" dur="1" fill="hold">
                                          <p:stCondLst>
                                            <p:cond delay="0"/>
                                          </p:stCondLst>
                                        </p:cTn>
                                        <p:tgtEl>
                                          <p:spTgt spid="133"/>
                                        </p:tgtEl>
                                        <p:attrNameLst>
                                          <p:attrName>style.visibility</p:attrName>
                                        </p:attrNameLst>
                                      </p:cBhvr>
                                      <p:to>
                                        <p:strVal val="visible"/>
                                      </p:to>
                                    </p:set>
                                    <p:animEffect transition="in" filter="blinds(horizontal)">
                                      <p:cBhvr>
                                        <p:cTn id="63" dur="500"/>
                                        <p:tgtEl>
                                          <p:spTgt spid="1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 grpId="0"/>
      <p:bldP spid="111" grpId="0"/>
      <p:bldP spid="115" grpId="0" animBg="1"/>
      <p:bldP spid="116" grpId="0" animBg="1"/>
      <p:bldP spid="118" grpId="0" animBg="1"/>
      <p:bldP spid="119" grpId="0" animBg="1"/>
      <p:bldP spid="122" grpId="0" animBg="1"/>
      <p:bldP spid="123" grpId="0" animBg="1"/>
      <p:bldP spid="126" grpId="0" animBg="1"/>
      <p:bldP spid="127" grpId="0" animBg="1"/>
      <p:bldP spid="128" grpId="0" animBg="1"/>
      <p:bldP spid="129" grpId="0" animBg="1"/>
      <p:bldP spid="130" grpId="0" animBg="1"/>
      <p:bldP spid="131" grpId="0" animBg="1"/>
      <p:bldP spid="132" grpId="0" animBg="1"/>
      <p:bldP spid="133" grpId="0" animBg="1"/>
      <p:bldP spid="11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2"/>
          <p:cNvSpPr>
            <a:spLocks noChangeArrowheads="1"/>
          </p:cNvSpPr>
          <p:nvPr/>
        </p:nvSpPr>
        <p:spPr bwMode="gray">
          <a:xfrm>
            <a:off x="442913" y="331788"/>
            <a:ext cx="5514975" cy="4159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91436" tIns="45718" rIns="91436" bIns="45718" anchor="b"/>
          <a:lstStyle/>
          <a:p>
            <a:pPr>
              <a:spcBef>
                <a:spcPts val="400"/>
              </a:spcBef>
            </a:pPr>
            <a:br>
              <a:rPr lang="en-US" sz="2000">
                <a:solidFill>
                  <a:srgbClr val="00517A"/>
                </a:solidFill>
                <a:cs typeface="Arial" charset="0"/>
              </a:rPr>
            </a:br>
            <a:br>
              <a:rPr lang="en-US" sz="2000">
                <a:solidFill>
                  <a:srgbClr val="00517A"/>
                </a:solidFill>
                <a:cs typeface="Arial" charset="0"/>
              </a:rPr>
            </a:br>
            <a:br>
              <a:rPr lang="en-US" sz="2000">
                <a:solidFill>
                  <a:srgbClr val="00517A"/>
                </a:solidFill>
                <a:cs typeface="Arial" charset="0"/>
              </a:rPr>
            </a:br>
            <a:endParaRPr lang="en-US" sz="2000">
              <a:solidFill>
                <a:srgbClr val="00517A"/>
              </a:solidFill>
              <a:cs typeface="Arial" charset="0"/>
            </a:endParaRPr>
          </a:p>
        </p:txBody>
      </p:sp>
      <p:pic>
        <p:nvPicPr>
          <p:cNvPr id="9011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66825" y="1604963"/>
            <a:ext cx="6810375" cy="26828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69635" name="Title 3"/>
          <p:cNvSpPr>
            <a:spLocks noGrp="1"/>
          </p:cNvSpPr>
          <p:nvPr>
            <p:ph type="title"/>
          </p:nvPr>
        </p:nvSpPr>
        <p:spPr/>
        <p:txBody>
          <a:bodyPr/>
          <a:lstStyle/>
          <a:p>
            <a:pPr eaLnBrk="1" hangingPunct="1"/>
            <a:r>
              <a:rPr lang="en-US">
                <a:latin typeface="Calibri" charset="0"/>
              </a:rPr>
              <a:t>Optimizing Across Thousands of Segments</a:t>
            </a:r>
          </a:p>
        </p:txBody>
      </p:sp>
      <p:sp>
        <p:nvSpPr>
          <p:cNvPr id="12" name="Rectangle 26"/>
          <p:cNvSpPr>
            <a:spLocks noChangeArrowheads="1"/>
          </p:cNvSpPr>
          <p:nvPr/>
        </p:nvSpPr>
        <p:spPr bwMode="auto">
          <a:xfrm>
            <a:off x="249238" y="823913"/>
            <a:ext cx="8742362" cy="571500"/>
          </a:xfrm>
          <a:prstGeom prst="rect">
            <a:avLst/>
          </a:prstGeom>
          <a:noFill/>
          <a:ln w="9525">
            <a:noFill/>
            <a:miter lim="800000"/>
            <a:headEnd/>
            <a:tailEnd/>
          </a:ln>
        </p:spPr>
        <p:txBody>
          <a:bodyPr/>
          <a:lstStyle/>
          <a:p>
            <a:pPr marL="0" lvl="1">
              <a:lnSpc>
                <a:spcPct val="95000"/>
              </a:lnSpc>
              <a:buClr>
                <a:srgbClr val="990033"/>
              </a:buClr>
              <a:tabLst>
                <a:tab pos="1257300" algn="l"/>
              </a:tabLst>
              <a:defRPr/>
            </a:pPr>
            <a:r>
              <a:rPr lang="en-US" sz="1400">
                <a:solidFill>
                  <a:srgbClr val="000000"/>
                </a:solidFill>
                <a:latin typeface="Trebuchet MS"/>
                <a:ea typeface="+mn-ea"/>
                <a:cs typeface="Trebuchet MS"/>
              </a:rPr>
              <a:t>Expanding the optimization from a single cell to the portfolio-level requires building </a:t>
            </a:r>
            <a:r>
              <a:rPr lang="en-US" sz="1400" b="1">
                <a:solidFill>
                  <a:srgbClr val="000000"/>
                </a:solidFill>
                <a:latin typeface="Trebuchet MS"/>
                <a:ea typeface="+mn-ea"/>
                <a:cs typeface="Trebuchet MS"/>
              </a:rPr>
              <a:t>price-</a:t>
            </a:r>
            <a:r>
              <a:rPr lang="en-US" sz="1400" b="1">
                <a:solidFill>
                  <a:srgbClr val="000000"/>
                </a:solidFill>
                <a:latin typeface="Trebuchet MS"/>
                <a:cs typeface="Trebuchet MS"/>
              </a:rPr>
              <a:t>sensitive demand</a:t>
            </a:r>
            <a:r>
              <a:rPr lang="en-US" sz="1400" b="1">
                <a:solidFill>
                  <a:srgbClr val="000000"/>
                </a:solidFill>
                <a:latin typeface="Trebuchet MS"/>
                <a:ea typeface="+mn-ea"/>
                <a:cs typeface="Trebuchet MS"/>
              </a:rPr>
              <a:t> models for each segment </a:t>
            </a:r>
            <a:r>
              <a:rPr lang="en-US" sz="1400">
                <a:solidFill>
                  <a:srgbClr val="000000"/>
                </a:solidFill>
                <a:latin typeface="Trebuchet MS"/>
                <a:ea typeface="+mn-ea"/>
                <a:cs typeface="Trebuchet MS"/>
              </a:rPr>
              <a:t>as well as managing </a:t>
            </a:r>
            <a:r>
              <a:rPr lang="en-US" sz="1400" b="1">
                <a:solidFill>
                  <a:srgbClr val="000000"/>
                </a:solidFill>
                <a:latin typeface="Trebuchet MS"/>
                <a:ea typeface="+mn-ea"/>
                <a:cs typeface="Trebuchet MS"/>
              </a:rPr>
              <a:t>goals and constraints across hundreds of cells</a:t>
            </a:r>
          </a:p>
          <a:p>
            <a:pPr marL="0" lvl="1">
              <a:lnSpc>
                <a:spcPct val="95000"/>
              </a:lnSpc>
              <a:buClr>
                <a:srgbClr val="990033"/>
              </a:buClr>
              <a:tabLst>
                <a:tab pos="1257300" algn="l"/>
              </a:tabLst>
              <a:defRPr/>
            </a:pPr>
            <a:endParaRPr lang="en-US" sz="1400" i="1">
              <a:solidFill>
                <a:srgbClr val="000000"/>
              </a:solidFill>
              <a:latin typeface="Trebuchet MS"/>
              <a:ea typeface="+mn-ea"/>
              <a:cs typeface="Trebuchet MS"/>
            </a:endParaRPr>
          </a:p>
        </p:txBody>
      </p:sp>
    </p:spTree>
    <p:extLst>
      <p:ext uri="{BB962C8B-B14F-4D97-AF65-F5344CB8AC3E}">
        <p14:creationId xmlns:p14="http://schemas.microsoft.com/office/powerpoint/2010/main" val="365078814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6" presetClass="emph" presetSubtype="0" fill="hold" nodeType="clickEffect">
                                  <p:stCondLst>
                                    <p:cond delay="0"/>
                                  </p:stCondLst>
                                  <p:childTnLst>
                                    <p:animScale>
                                      <p:cBhvr>
                                        <p:cTn id="6" dur="2000" fill="hold"/>
                                        <p:tgtEl>
                                          <p:spTgt spid="90114"/>
                                        </p:tgtEl>
                                      </p:cBhvr>
                                      <p:by x="40000" y="4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35025"/>
            <a:ext cx="3687763" cy="3862687"/>
          </a:xfrm>
        </p:spPr>
        <p:txBody>
          <a:bodyPr>
            <a:normAutofit/>
          </a:bodyPr>
          <a:lstStyle/>
          <a:p>
            <a:r>
              <a:rPr lang="en-US" sz="1800" dirty="0"/>
              <a:t>The Efficient Frontier is the set of scenarios that offer the highest return for a given level of volume</a:t>
            </a:r>
          </a:p>
          <a:p>
            <a:r>
              <a:rPr lang="en-US" sz="1800" dirty="0"/>
              <a:t>Scenarios that lie below the efficient frontier are sub-optimal </a:t>
            </a:r>
          </a:p>
          <a:p>
            <a:r>
              <a:rPr lang="en-US" sz="1800" dirty="0"/>
              <a:t>NPO balances the tradeoffs between higher margin and higher volume among price elastic and inelastic customer segments</a:t>
            </a:r>
          </a:p>
        </p:txBody>
      </p:sp>
      <p:sp>
        <p:nvSpPr>
          <p:cNvPr id="2" name="Title 1"/>
          <p:cNvSpPr>
            <a:spLocks noGrp="1"/>
          </p:cNvSpPr>
          <p:nvPr>
            <p:ph type="title"/>
          </p:nvPr>
        </p:nvSpPr>
        <p:spPr/>
        <p:txBody>
          <a:bodyPr>
            <a:normAutofit/>
          </a:bodyPr>
          <a:lstStyle/>
          <a:p>
            <a:r>
              <a:rPr lang="en-US" dirty="0">
                <a:latin typeface="Calibri" pitchFamily="34" charset="0"/>
              </a:rPr>
              <a:t>Efficient Frontier: Achieving Strategic Goals optimization</a:t>
            </a:r>
            <a:endParaRPr lang="en-US" dirty="0"/>
          </a:p>
        </p:txBody>
      </p:sp>
      <p:sp>
        <p:nvSpPr>
          <p:cNvPr id="5" name="Rectangle 4"/>
          <p:cNvSpPr/>
          <p:nvPr/>
        </p:nvSpPr>
        <p:spPr>
          <a:xfrm>
            <a:off x="7924800" y="4400550"/>
            <a:ext cx="1066800" cy="381000"/>
          </a:xfrm>
          <a:prstGeom prst="rect">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spcAft>
                <a:spcPts val="600"/>
              </a:spcAft>
            </a:pPr>
            <a:endParaRPr lang="en-US"/>
          </a:p>
        </p:txBody>
      </p:sp>
      <p:pic>
        <p:nvPicPr>
          <p:cNvPr id="10" name="Content Placeholder 4"/>
          <p:cNvPicPr>
            <a:picLocks noChangeAspect="1"/>
          </p:cNvPicPr>
          <p:nvPr/>
        </p:nvPicPr>
        <p:blipFill>
          <a:blip r:embed="rId3"/>
          <a:stretch>
            <a:fillRect/>
          </a:stretch>
        </p:blipFill>
        <p:spPr>
          <a:xfrm>
            <a:off x="4754563" y="881520"/>
            <a:ext cx="3932237" cy="3769398"/>
          </a:xfrm>
          <a:prstGeom prst="rect">
            <a:avLst/>
          </a:prstGeom>
        </p:spPr>
      </p:pic>
      <p:sp>
        <p:nvSpPr>
          <p:cNvPr id="11" name="Rectangle 10"/>
          <p:cNvSpPr/>
          <p:nvPr/>
        </p:nvSpPr>
        <p:spPr>
          <a:xfrm>
            <a:off x="7315200" y="4400550"/>
            <a:ext cx="1066800" cy="381000"/>
          </a:xfrm>
          <a:prstGeom prst="rect">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spcAft>
                <a:spcPts val="600"/>
              </a:spcAft>
            </a:pPr>
            <a:endParaRPr lang="en-US"/>
          </a:p>
        </p:txBody>
      </p:sp>
      <p:sp>
        <p:nvSpPr>
          <p:cNvPr id="12" name="Text Box 15"/>
          <p:cNvSpPr txBox="1">
            <a:spLocks noChangeArrowheads="1"/>
          </p:cNvSpPr>
          <p:nvPr/>
        </p:nvSpPr>
        <p:spPr bwMode="auto">
          <a:xfrm>
            <a:off x="6934200" y="1200150"/>
            <a:ext cx="1219200" cy="1015663"/>
          </a:xfrm>
          <a:prstGeom prst="rect">
            <a:avLst/>
          </a:prstGeom>
          <a:noFill/>
          <a:ln w="9525">
            <a:noFill/>
            <a:miter lim="800000"/>
            <a:headEnd/>
            <a:tailEnd/>
          </a:ln>
        </p:spPr>
        <p:txBody>
          <a:bodyPr wrap="square">
            <a:spAutoFit/>
          </a:bodyPr>
          <a:lstStyle/>
          <a:p>
            <a:pPr algn="ctr"/>
            <a:r>
              <a:rPr lang="en-US" sz="1200" b="1" baseline="0">
                <a:solidFill>
                  <a:srgbClr val="333399"/>
                </a:solidFill>
                <a:latin typeface="Trebuchet MS"/>
                <a:cs typeface="Trebuchet MS"/>
              </a:rPr>
              <a:t>Points in this region have higher profit </a:t>
            </a:r>
            <a:br>
              <a:rPr lang="en-US" sz="1200" b="1" baseline="0">
                <a:solidFill>
                  <a:srgbClr val="333399"/>
                </a:solidFill>
                <a:latin typeface="Trebuchet MS"/>
                <a:cs typeface="Trebuchet MS"/>
              </a:rPr>
            </a:br>
            <a:r>
              <a:rPr lang="en-US" sz="1200" b="1" u="sng" baseline="0">
                <a:solidFill>
                  <a:srgbClr val="333399"/>
                </a:solidFill>
                <a:latin typeface="Trebuchet MS"/>
                <a:cs typeface="Trebuchet MS"/>
              </a:rPr>
              <a:t>and</a:t>
            </a:r>
            <a:r>
              <a:rPr lang="en-US" sz="1200" b="1" baseline="0">
                <a:solidFill>
                  <a:srgbClr val="333399"/>
                </a:solidFill>
                <a:latin typeface="Trebuchet MS"/>
                <a:cs typeface="Trebuchet MS"/>
              </a:rPr>
              <a:t> higher balances</a:t>
            </a:r>
          </a:p>
        </p:txBody>
      </p:sp>
      <p:sp>
        <p:nvSpPr>
          <p:cNvPr id="13" name="Text Box 13"/>
          <p:cNvSpPr txBox="1">
            <a:spLocks noChangeArrowheads="1"/>
          </p:cNvSpPr>
          <p:nvPr/>
        </p:nvSpPr>
        <p:spPr bwMode="auto">
          <a:xfrm>
            <a:off x="6172200" y="3442469"/>
            <a:ext cx="776287" cy="577081"/>
          </a:xfrm>
          <a:prstGeom prst="rect">
            <a:avLst/>
          </a:prstGeom>
          <a:noFill/>
          <a:ln w="9525">
            <a:noFill/>
            <a:miter lim="800000"/>
            <a:headEnd/>
            <a:tailEnd/>
          </a:ln>
        </p:spPr>
        <p:txBody>
          <a:bodyPr>
            <a:spAutoFit/>
          </a:bodyPr>
          <a:lstStyle/>
          <a:p>
            <a:pPr algn="ctr"/>
            <a:r>
              <a:rPr lang="en-US" sz="1050" baseline="0">
                <a:solidFill>
                  <a:srgbClr val="000090"/>
                </a:solidFill>
                <a:latin typeface="Calibri" pitchFamily="34" charset="0"/>
                <a:cs typeface="Calibri" pitchFamily="34" charset="0"/>
              </a:rPr>
              <a:t>Current</a:t>
            </a:r>
          </a:p>
          <a:p>
            <a:pPr algn="ctr"/>
            <a:r>
              <a:rPr lang="en-US" sz="1050" baseline="0">
                <a:solidFill>
                  <a:srgbClr val="000090"/>
                </a:solidFill>
                <a:latin typeface="Calibri" pitchFamily="34" charset="0"/>
                <a:cs typeface="Calibri" pitchFamily="34" charset="0"/>
              </a:rPr>
              <a:t>Operating</a:t>
            </a:r>
          </a:p>
          <a:p>
            <a:pPr algn="ctr"/>
            <a:r>
              <a:rPr lang="en-US" sz="1050" baseline="0">
                <a:solidFill>
                  <a:srgbClr val="000090"/>
                </a:solidFill>
                <a:latin typeface="Calibri" pitchFamily="34" charset="0"/>
                <a:cs typeface="Calibri" pitchFamily="34" charset="0"/>
              </a:rPr>
              <a:t>Point</a:t>
            </a:r>
            <a:endParaRPr lang="en-US" sz="1000" baseline="0">
              <a:solidFill>
                <a:srgbClr val="000090"/>
              </a:solidFill>
              <a:latin typeface="Calibri" pitchFamily="34" charset="0"/>
              <a:cs typeface="Calibri" pitchFamily="34" charset="0"/>
            </a:endParaRPr>
          </a:p>
        </p:txBody>
      </p:sp>
      <p:cxnSp>
        <p:nvCxnSpPr>
          <p:cNvPr id="14" name="Straight Arrow Connector 13"/>
          <p:cNvCxnSpPr/>
          <p:nvPr/>
        </p:nvCxnSpPr>
        <p:spPr>
          <a:xfrm flipH="1">
            <a:off x="6248400" y="1707982"/>
            <a:ext cx="685800" cy="558968"/>
          </a:xfrm>
          <a:prstGeom prst="straightConnector1">
            <a:avLst/>
          </a:prstGeom>
          <a:ln w="12700" cap="rnd">
            <a:solidFill>
              <a:srgbClr val="82ACE6"/>
            </a:solidFill>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flipH="1" flipV="1">
            <a:off x="6050228" y="3409950"/>
            <a:ext cx="228600" cy="228600"/>
          </a:xfrm>
          <a:prstGeom prst="straightConnector1">
            <a:avLst/>
          </a:prstGeom>
          <a:ln w="12700" cap="rnd">
            <a:solidFill>
              <a:srgbClr val="82ACE6"/>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61011915"/>
      </p:ext>
    </p:extLst>
  </p:cSld>
  <p:clrMapOvr>
    <a:masterClrMapping/>
  </p:clrMapOvr>
  <p:transition advClick="0"/>
</p:sld>
</file>

<file path=ppt/theme/theme1.xml><?xml version="1.0" encoding="utf-8"?>
<a:theme xmlns:a="http://schemas.openxmlformats.org/drawingml/2006/main" name="Nomis 2016">
  <a:themeElements>
    <a:clrScheme name="Nomis new color palette">
      <a:dk1>
        <a:sysClr val="windowText" lastClr="000000"/>
      </a:dk1>
      <a:lt1>
        <a:sysClr val="window" lastClr="FFFFFF"/>
      </a:lt1>
      <a:dk2>
        <a:srgbClr val="1A3573"/>
      </a:dk2>
      <a:lt2>
        <a:srgbClr val="EEECE1"/>
      </a:lt2>
      <a:accent1>
        <a:srgbClr val="0F60F2"/>
      </a:accent1>
      <a:accent2>
        <a:srgbClr val="F7C709"/>
      </a:accent2>
      <a:accent3>
        <a:srgbClr val="1ACF84"/>
      </a:accent3>
      <a:accent4>
        <a:srgbClr val="6B40DE"/>
      </a:accent4>
      <a:accent5>
        <a:srgbClr val="EB2029"/>
      </a:accent5>
      <a:accent6>
        <a:srgbClr val="FC552D"/>
      </a:accent6>
      <a:hlink>
        <a:srgbClr val="094CC5"/>
      </a:hlink>
      <a:folHlink>
        <a:srgbClr val="0F60F2"/>
      </a:folHlink>
    </a:clrScheme>
    <a:fontScheme name="Revolution">
      <a:majorFont>
        <a:latin typeface="Trebuchet MS"/>
        <a:ea typeface=""/>
        <a:cs typeface=""/>
        <a:font script="Jpan" typeface="ＭＳ ゴシック"/>
        <a:font script="Hans" typeface="宋体"/>
        <a:font script="Hant" typeface="新細明體"/>
      </a:majorFont>
      <a:minorFont>
        <a:latin typeface="Trebuchet MS"/>
        <a:ea typeface=""/>
        <a:cs typeface=""/>
        <a:font script="Jpan" typeface="ＭＳ ゴシック"/>
        <a:font script="Hans" typeface="宋体"/>
        <a:font script="Hant" typeface="新細明體"/>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82ACE6"/>
        </a:solidFill>
        <a:ln w="19050">
          <a:solidFill>
            <a:srgbClr val="275DA6"/>
          </a:solidFill>
        </a:ln>
      </a:spPr>
      <a:bodyPr lIns="0" tIns="0" rIns="0" bIns="0" rtlCol="0" anchor="ctr"/>
      <a:lstStyle>
        <a:defPPr algn="ctr">
          <a:spcAft>
            <a:spcPts val="600"/>
          </a:spcAft>
          <a:defRPr dirty="0" smtClean="0"/>
        </a:defPPr>
      </a:lstStyle>
      <a:style>
        <a:lnRef idx="2">
          <a:schemeClr val="accent1">
            <a:shade val="50000"/>
          </a:schemeClr>
        </a:lnRef>
        <a:fillRef idx="1">
          <a:schemeClr val="accent1"/>
        </a:fillRef>
        <a:effectRef idx="0">
          <a:schemeClr val="accent1"/>
        </a:effectRef>
        <a:fontRef idx="minor">
          <a:schemeClr val="lt1"/>
        </a:fontRef>
      </a:style>
    </a:spDef>
    <a:lnDef>
      <a:spPr>
        <a:ln w="12700" cap="rnd">
          <a:solidFill>
            <a:srgbClr val="82ACE6"/>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normAutofit/>
      </a:bodyPr>
      <a:lstStyle>
        <a:defPPr>
          <a:spcAft>
            <a:spcPts val="600"/>
          </a:spcAft>
          <a:defRPr dirty="0" smtClean="0"/>
        </a:defPPr>
      </a:lstStyle>
    </a:txDef>
  </a:objectDefaults>
  <a:extraClrSchemeLst/>
  <a:extLst>
    <a:ext uri="{05A4C25C-085E-4340-85A3-A5531E510DB2}">
      <thm15:themeFamily xmlns:thm15="http://schemas.microsoft.com/office/thememl/2012/main" name="Nomis 2016" id="{4E27EF1E-7AC4-574D-9EBE-1162C785376A}" vid="{7536C803-344B-3349-ADA8-74240CE5F35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Notes0 xmlns="32e979d1-5169-4e7e-9338-a67cc728a74f"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6FDC954A8C4AD84BB7AC94C028D226A5" ma:contentTypeVersion="12" ma:contentTypeDescription="Create a new document." ma:contentTypeScope="" ma:versionID="1e05c11d6d1947aa0702f916726d48e9">
  <xsd:schema xmlns:xsd="http://www.w3.org/2001/XMLSchema" xmlns:xs="http://www.w3.org/2001/XMLSchema" xmlns:p="http://schemas.microsoft.com/office/2006/metadata/properties" xmlns:ns2="3bfe10a1-0cb0-46af-8427-863e95ba7d9c" xmlns:ns3="32e979d1-5169-4e7e-9338-a67cc728a74f" targetNamespace="http://schemas.microsoft.com/office/2006/metadata/properties" ma:root="true" ma:fieldsID="d82a9c9b2193cbbc5c4eed1b7787a646" ns2:_="" ns3:_="">
    <xsd:import namespace="3bfe10a1-0cb0-46af-8427-863e95ba7d9c"/>
    <xsd:import namespace="32e979d1-5169-4e7e-9338-a67cc728a74f"/>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Notes0" minOccurs="0"/>
                <xsd:element ref="ns3:MediaServiceDateTaken" minOccurs="0"/>
                <xsd:element ref="ns3:MediaServiceEventHashCode" minOccurs="0"/>
                <xsd:element ref="ns3:MediaServiceGenerationTime" minOccurs="0"/>
                <xsd:element ref="ns3:MediaServiceAutoKeyPoints" minOccurs="0"/>
                <xsd:element ref="ns3:MediaServiceKeyPoints" minOccurs="0"/>
                <xsd:element ref="ns3:MediaServiceSearchProperties"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bfe10a1-0cb0-46af-8427-863e95ba7d9c"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32e979d1-5169-4e7e-9338-a67cc728a74f" elementFormDefault="qualified">
    <xsd:import namespace="http://schemas.microsoft.com/office/2006/documentManagement/types"/>
    <xsd:import namespace="http://schemas.microsoft.com/office/infopath/2007/PartnerControls"/>
    <xsd:element name="MediaServiceMetadata" ma:index="10" nillable="true" ma:displayName="MediaServiceMetadata" ma:description="" ma:hidden="true" ma:internalName="MediaServiceMetadata" ma:readOnly="true">
      <xsd:simpleType>
        <xsd:restriction base="dms:Note"/>
      </xsd:simpleType>
    </xsd:element>
    <xsd:element name="MediaServiceFastMetadata" ma:index="11" nillable="true" ma:displayName="MediaServiceFastMetadata" ma:description="" ma:hidden="true" ma:internalName="MediaServiceFastMetadata" ma:readOnly="true">
      <xsd:simpleType>
        <xsd:restriction base="dms:Note"/>
      </xsd:simpleType>
    </xsd:element>
    <xsd:element name="Notes0" ma:index="12" nillable="true" ma:displayName="Notes" ma:internalName="Notes0">
      <xsd:simpleType>
        <xsd:restriction base="dms:Text">
          <xsd:maxLength value="255"/>
        </xsd:restriction>
      </xsd:simpleType>
    </xsd:element>
    <xsd:element name="MediaServiceDateTaken" ma:index="13" nillable="true" ma:displayName="MediaServiceDateTaken" ma:hidden="true" ma:internalName="MediaServiceDateTaken"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ServiceSearchProperties" ma:index="18" nillable="true" ma:displayName="MediaServiceSearchProperties" ma:hidden="true" ma:internalName="MediaServiceSearchProperties" ma:readOnly="true">
      <xsd:simpleType>
        <xsd:restriction base="dms:Note"/>
      </xsd:simpleType>
    </xsd:element>
    <xsd:element name="MediaServiceObjectDetectorVersions" ma:index="19"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43B5411-2BFA-45B0-9129-9A7778A98B38}">
  <ds:schemaRefs>
    <ds:schemaRef ds:uri="http://schemas.microsoft.com/sharepoint/v3/contenttype/forms"/>
  </ds:schemaRefs>
</ds:datastoreItem>
</file>

<file path=customXml/itemProps2.xml><?xml version="1.0" encoding="utf-8"?>
<ds:datastoreItem xmlns:ds="http://schemas.openxmlformats.org/officeDocument/2006/customXml" ds:itemID="{3609C8D8-70C3-497C-AE7A-E00629216BA9}">
  <ds:schemaRefs>
    <ds:schemaRef ds:uri="http://schemas.microsoft.com/office/2006/documentManagement/types"/>
    <ds:schemaRef ds:uri="http://schemas.microsoft.com/office/2006/metadata/properties"/>
    <ds:schemaRef ds:uri="http://www.w3.org/XML/1998/namespace"/>
    <ds:schemaRef ds:uri="http://purl.org/dc/dcmitype/"/>
    <ds:schemaRef ds:uri="http://purl.org/dc/elements/1.1/"/>
    <ds:schemaRef ds:uri="3bfe10a1-0cb0-46af-8427-863e95ba7d9c"/>
    <ds:schemaRef ds:uri="http://purl.org/dc/terms/"/>
    <ds:schemaRef ds:uri="http://schemas.microsoft.com/office/infopath/2007/PartnerControls"/>
    <ds:schemaRef ds:uri="http://schemas.openxmlformats.org/package/2006/metadata/core-properties"/>
    <ds:schemaRef ds:uri="32e979d1-5169-4e7e-9338-a67cc728a74f"/>
  </ds:schemaRefs>
</ds:datastoreItem>
</file>

<file path=customXml/itemProps3.xml><?xml version="1.0" encoding="utf-8"?>
<ds:datastoreItem xmlns:ds="http://schemas.openxmlformats.org/officeDocument/2006/customXml" ds:itemID="{049D34C7-E937-4492-90AE-FA81D210740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bfe10a1-0cb0-46af-8427-863e95ba7d9c"/>
    <ds:schemaRef ds:uri="32e979d1-5169-4e7e-9338-a67cc728a74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Nomis 2016</Template>
  <TotalTime>16351</TotalTime>
  <Words>2099</Words>
  <Application>Microsoft Macintosh PowerPoint</Application>
  <PresentationFormat>On-screen Show (16:9)</PresentationFormat>
  <Paragraphs>377</Paragraphs>
  <Slides>27</Slides>
  <Notes>14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27</vt:i4>
      </vt:variant>
    </vt:vector>
  </HeadingPairs>
  <TitlesOfParts>
    <vt:vector size="35" baseType="lpstr">
      <vt:lpstr>Al Nile</vt:lpstr>
      <vt:lpstr>Arial</vt:lpstr>
      <vt:lpstr>Calibri</vt:lpstr>
      <vt:lpstr>Open Sans</vt:lpstr>
      <vt:lpstr>Trebuchet MS</vt:lpstr>
      <vt:lpstr>Trebuchet MS Regular</vt:lpstr>
      <vt:lpstr>Wingdings</vt:lpstr>
      <vt:lpstr>Nomis 2016</vt:lpstr>
      <vt:lpstr> Nomis &amp; XYZ Partnership Journey</vt:lpstr>
      <vt:lpstr>Agenda</vt:lpstr>
      <vt:lpstr>Executive Summary</vt:lpstr>
      <vt:lpstr>Current State Assessment</vt:lpstr>
      <vt:lpstr>Work since last review</vt:lpstr>
      <vt:lpstr>Deep Dive into Work 1</vt:lpstr>
      <vt:lpstr>Price Optimization Test &amp; Control - Rate Changes</vt:lpstr>
      <vt:lpstr>Preliminary price optimization business case</vt:lpstr>
      <vt:lpstr>Deep Dive into Work 1</vt:lpstr>
      <vt:lpstr>Price Optimization Test &amp; Control - Test Results</vt:lpstr>
      <vt:lpstr>Preliminary price optimization business case</vt:lpstr>
      <vt:lpstr>Comparing IBERIABANK Rates to their competitors</vt:lpstr>
      <vt:lpstr>Comparing IBERIABANK Rates to their competitors</vt:lpstr>
      <vt:lpstr>Competitor Rates</vt:lpstr>
      <vt:lpstr>CSA: Key Takeaways/Next Steps</vt:lpstr>
      <vt:lpstr>Pricing Strategy for the Future</vt:lpstr>
      <vt:lpstr>Industry Overview</vt:lpstr>
      <vt:lpstr>Customer Report (like RAG) </vt:lpstr>
      <vt:lpstr>Industry Best Practices</vt:lpstr>
      <vt:lpstr>Comprehensive plan to combat balance run-off</vt:lpstr>
      <vt:lpstr>The Nomis vision: evolution of pricing in retail banking</vt:lpstr>
      <vt:lpstr>The journey to customer centric pricing</vt:lpstr>
      <vt:lpstr>Guiding Principles</vt:lpstr>
      <vt:lpstr>Appendix</vt:lpstr>
      <vt:lpstr>Results of Rate Change</vt:lpstr>
      <vt:lpstr>Optimizing Across Thousands of Segments</vt:lpstr>
      <vt:lpstr>Efficient Frontier: Achieving Strategic Goals optimization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David Fay</dc:creator>
  <cp:lastModifiedBy>Obuliraj Selvaraj</cp:lastModifiedBy>
  <cp:revision>309</cp:revision>
  <cp:lastPrinted>2016-07-07T22:48:30Z</cp:lastPrinted>
  <dcterms:created xsi:type="dcterms:W3CDTF">2016-07-05T22:11:27Z</dcterms:created>
  <dcterms:modified xsi:type="dcterms:W3CDTF">2025-10-24T06:25:25Z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0x0101006FDC954A8C4AD84BB7AC94C028D226A5</vt:lpwstr>
  </property>
</Properties>
</file>