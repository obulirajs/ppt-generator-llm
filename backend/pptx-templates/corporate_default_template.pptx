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  <a:latin typeface="Arial"/>
              </a:defRPr>
            </a:pPr>
            <a:r>
              <a:t>Corporate Default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6CC"/>
                </a:solidFill>
                <a:latin typeface="Calibri"/>
              </a:defRPr>
            </a:pPr>
            <a:r>
              <a:t>Standard corporate template with company branding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  <a:latin typeface="Calibri"/>
              </a:defRPr>
            </a:pPr>
            <a:r>
              <a:t>• Key Point 1: Professional corporate design</a:t>
            </a:r>
          </a:p>
          <a:p>
            <a:pPr>
              <a:defRPr sz="1800">
                <a:solidFill>
                  <a:srgbClr val="003366"/>
                </a:solidFill>
                <a:latin typeface="Calibri"/>
              </a:defRPr>
            </a:pPr>
            <a:r>
              <a:t>• Key Point 2: Consistent brand colors</a:t>
            </a:r>
          </a:p>
          <a:p>
            <a:pPr>
              <a:defRPr sz="1800">
                <a:solidFill>
                  <a:srgbClr val="003366"/>
                </a:solidFill>
                <a:latin typeface="Calibri"/>
              </a:defRPr>
            </a:pPr>
            <a:r>
              <a:t>• Key Point 3: Clean and modern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