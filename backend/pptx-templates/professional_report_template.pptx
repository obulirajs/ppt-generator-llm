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noFill/>
          <a:ln w="14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2C3E50"/>
                </a:solidFill>
                <a:latin typeface="Georgia"/>
              </a:defRPr>
            </a:pPr>
            <a:r>
              <a:t>PROFESSIONAL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  <a:latin typeface="Times New Roman"/>
              </a:defRPr>
            </a:pPr>
            <a:r>
              <a:t>Professional template for business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98DB"/>
                </a:solidFill>
                <a:latin typeface="Times New Roman"/>
              </a:defRPr>
            </a:pPr>
            <a:r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C3E50"/>
                </a:solidFill>
                <a:latin typeface="Georgia"/>
              </a:defRPr>
            </a:pPr>
            <a: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9525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  <a:latin typeface="Georgia"/>
              </a:defRPr>
            </a:pPr>
            <a:r>
              <a:t>Key Findings: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• Strategic analysis reveals significant opportunities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• Market conditions favor proposed approach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• Implementation timeline aligns with objectives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• Risk factors have been identified and mitigated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