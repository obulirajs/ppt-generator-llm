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E94560"/>
                </a:solidFill>
                <a:latin typeface="Montserrat"/>
              </a:defRPr>
            </a:pPr>
            <a:r>
              <a:t>MODERN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Open Sans"/>
              </a:defRPr>
            </a:pPr>
            <a:r>
              <a:t>Compelling • Innovative • Results-Driven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Montserrat"/>
              </a:defRPr>
            </a:pPr>
            <a:r>
              <a:t>THE PROBLEM</a:t>
            </a:r>
          </a:p>
          <a:p>
            <a:br/>
            <a:pPr>
              <a:defRPr sz="2000">
                <a:solidFill>
                  <a:srgbClr val="FFFFFF"/>
                </a:solidFill>
                <a:latin typeface="Open Sans"/>
              </a:defRPr>
            </a:pPr>
            <a:r>
              <a:t>Market challenges and pain points that need innovative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1A2E"/>
                </a:solidFill>
                <a:latin typeface="Montserrat"/>
              </a:defRPr>
            </a:pPr>
            <a:r>
              <a:t>OUR SOLUTION</a:t>
            </a:r>
          </a:p>
          <a:p>
            <a:br/>
            <a:pPr>
              <a:defRPr sz="2000">
                <a:solidFill>
                  <a:srgbClr val="16213E"/>
                </a:solidFill>
                <a:latin typeface="Open Sans"/>
              </a:defRPr>
            </a:pPr>
            <a:r>
              <a:t>Innovative approach that addresses key market needs effectively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