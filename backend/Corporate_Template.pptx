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81" r:id="rId4"/>
  </p:sldMasterIdLst>
  <p:notesMasterIdLst>
    <p:notesMasterId r:id="rId40"/>
  </p:notesMasterIdLst>
  <p:sldIdLst>
    <p:sldId id="256" r:id="rId5"/>
    <p:sldId id="257" r:id="rId6"/>
    <p:sldId id="299" r:id="rId7"/>
    <p:sldId id="300" r:id="rId8"/>
    <p:sldId id="301" r:id="rId9"/>
    <p:sldId id="302" r:id="rId10"/>
    <p:sldId id="259" r:id="rId11"/>
    <p:sldId id="316" r:id="rId12"/>
    <p:sldId id="340" r:id="rId13"/>
    <p:sldId id="260" r:id="rId14"/>
    <p:sldId id="4260" r:id="rId15"/>
    <p:sldId id="262" r:id="rId16"/>
    <p:sldId id="266" r:id="rId17"/>
    <p:sldId id="270" r:id="rId18"/>
    <p:sldId id="273" r:id="rId19"/>
    <p:sldId id="276" r:id="rId20"/>
    <p:sldId id="277" r:id="rId21"/>
    <p:sldId id="278" r:id="rId22"/>
    <p:sldId id="279" r:id="rId23"/>
    <p:sldId id="280" r:id="rId24"/>
    <p:sldId id="281" r:id="rId25"/>
    <p:sldId id="282" r:id="rId26"/>
    <p:sldId id="283" r:id="rId27"/>
    <p:sldId id="284" r:id="rId28"/>
    <p:sldId id="285" r:id="rId29"/>
    <p:sldId id="287" r:id="rId30"/>
    <p:sldId id="291" r:id="rId31"/>
    <p:sldId id="292" r:id="rId32"/>
    <p:sldId id="293" r:id="rId33"/>
    <p:sldId id="294" r:id="rId34"/>
    <p:sldId id="295" r:id="rId35"/>
    <p:sldId id="296" r:id="rId36"/>
    <p:sldId id="297" r:id="rId37"/>
    <p:sldId id="298" r:id="rId38"/>
    <p:sldId id="330" r:id="rId3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Title Slides" id="{1D45CA84-DE75-8B42-9103-A00AE6150198}">
          <p14:sldIdLst>
            <p14:sldId id="256"/>
            <p14:sldId id="257"/>
            <p14:sldId id="299"/>
            <p14:sldId id="300"/>
            <p14:sldId id="301"/>
            <p14:sldId id="302"/>
          </p14:sldIdLst>
        </p14:section>
        <p14:section name="Intro Slides" id="{09E0EBCD-7359-3B47-B70A-1ECC6EACCAF5}">
          <p14:sldIdLst>
            <p14:sldId id="259"/>
            <p14:sldId id="316"/>
            <p14:sldId id="340"/>
          </p14:sldIdLst>
        </p14:section>
        <p14:section name="Body Slides" id="{947D438B-C2EF-084F-9F03-10E049E3CF57}">
          <p14:sldIdLst>
            <p14:sldId id="260"/>
            <p14:sldId id="4260"/>
            <p14:sldId id="262"/>
            <p14:sldId id="266"/>
            <p14:sldId id="270"/>
            <p14:sldId id="273"/>
            <p14:sldId id="276"/>
            <p14:sldId id="277"/>
            <p14:sldId id="278"/>
            <p14:sldId id="279"/>
            <p14:sldId id="280"/>
            <p14:sldId id="281"/>
            <p14:sldId id="282"/>
            <p14:sldId id="283"/>
            <p14:sldId id="284"/>
            <p14:sldId id="285"/>
            <p14:sldId id="287"/>
            <p14:sldId id="291"/>
            <p14:sldId id="292"/>
            <p14:sldId id="293"/>
            <p14:sldId id="294"/>
            <p14:sldId id="295"/>
            <p14:sldId id="296"/>
            <p14:sldId id="297"/>
          </p14:sldIdLst>
        </p14:section>
        <p14:section name="Thank You Slides" id="{1089FCDF-5BF2-0943-ABDA-93767D211220}">
          <p14:sldIdLst>
            <p14:sldId id="298"/>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086B8D-1217-CB41-81E4-08A1F7D3E40B}" v="7" dt="2024-04-11T17:28:54.8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04"/>
    <p:restoredTop sz="94774"/>
  </p:normalViewPr>
  <p:slideViewPr>
    <p:cSldViewPr snapToGrid="0">
      <p:cViewPr varScale="1">
        <p:scale>
          <a:sx n="139" d="100"/>
          <a:sy n="139" d="100"/>
        </p:scale>
        <p:origin x="5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ooke Clark" userId="a6199922-84af-41de-854d-1f6b8468c0d4" providerId="ADAL" clId="{85086B8D-1217-CB41-81E4-08A1F7D3E40B}"/>
    <pc:docChg chg="undo custSel addSld delSld modSld modMainMaster addSection modSection">
      <pc:chgData name="Brooke Clark" userId="a6199922-84af-41de-854d-1f6b8468c0d4" providerId="ADAL" clId="{85086B8D-1217-CB41-81E4-08A1F7D3E40B}" dt="2024-04-11T17:28:54.830" v="47"/>
      <pc:docMkLst>
        <pc:docMk/>
      </pc:docMkLst>
      <pc:sldChg chg="modSp mod">
        <pc:chgData name="Brooke Clark" userId="a6199922-84af-41de-854d-1f6b8468c0d4" providerId="ADAL" clId="{85086B8D-1217-CB41-81E4-08A1F7D3E40B}" dt="2024-04-11T10:48:49.901" v="25" actId="12"/>
        <pc:sldMkLst>
          <pc:docMk/>
          <pc:sldMk cId="0" sldId="272"/>
        </pc:sldMkLst>
        <pc:spChg chg="mod">
          <ac:chgData name="Brooke Clark" userId="a6199922-84af-41de-854d-1f6b8468c0d4" providerId="ADAL" clId="{85086B8D-1217-CB41-81E4-08A1F7D3E40B}" dt="2024-04-11T10:48:49.901" v="25" actId="12"/>
          <ac:spMkLst>
            <pc:docMk/>
            <pc:sldMk cId="0" sldId="272"/>
            <ac:spMk id="318" creationId="{00000000-0000-0000-0000-000000000000}"/>
          </ac:spMkLst>
        </pc:spChg>
      </pc:sldChg>
      <pc:sldChg chg="addSp delSp modSp mod">
        <pc:chgData name="Brooke Clark" userId="a6199922-84af-41de-854d-1f6b8468c0d4" providerId="ADAL" clId="{85086B8D-1217-CB41-81E4-08A1F7D3E40B}" dt="2024-04-11T10:49:11.730" v="27"/>
        <pc:sldMkLst>
          <pc:docMk/>
          <pc:sldMk cId="0" sldId="286"/>
        </pc:sldMkLst>
        <pc:spChg chg="add mod">
          <ac:chgData name="Brooke Clark" userId="a6199922-84af-41de-854d-1f6b8468c0d4" providerId="ADAL" clId="{85086B8D-1217-CB41-81E4-08A1F7D3E40B}" dt="2024-04-11T10:49:11.730" v="27"/>
          <ac:spMkLst>
            <pc:docMk/>
            <pc:sldMk cId="0" sldId="286"/>
            <ac:spMk id="2" creationId="{6BBF6E70-71BB-E1B7-E0A0-3C72C45BBF71}"/>
          </ac:spMkLst>
        </pc:spChg>
        <pc:spChg chg="del">
          <ac:chgData name="Brooke Clark" userId="a6199922-84af-41de-854d-1f6b8468c0d4" providerId="ADAL" clId="{85086B8D-1217-CB41-81E4-08A1F7D3E40B}" dt="2024-04-11T10:49:11.415" v="26" actId="478"/>
          <ac:spMkLst>
            <pc:docMk/>
            <pc:sldMk cId="0" sldId="286"/>
            <ac:spMk id="487" creationId="{00000000-0000-0000-0000-000000000000}"/>
          </ac:spMkLst>
        </pc:spChg>
      </pc:sldChg>
      <pc:sldChg chg="addSp modSp mod">
        <pc:chgData name="Brooke Clark" userId="a6199922-84af-41de-854d-1f6b8468c0d4" providerId="ADAL" clId="{85086B8D-1217-CB41-81E4-08A1F7D3E40B}" dt="2024-04-11T16:26:15.380" v="33" actId="404"/>
        <pc:sldMkLst>
          <pc:docMk/>
          <pc:sldMk cId="0" sldId="292"/>
        </pc:sldMkLst>
        <pc:spChg chg="add mod">
          <ac:chgData name="Brooke Clark" userId="a6199922-84af-41de-854d-1f6b8468c0d4" providerId="ADAL" clId="{85086B8D-1217-CB41-81E4-08A1F7D3E40B}" dt="2024-04-11T16:26:15.380" v="33" actId="404"/>
          <ac:spMkLst>
            <pc:docMk/>
            <pc:sldMk cId="0" sldId="292"/>
            <ac:spMk id="2" creationId="{4F390940-1927-F7F1-2281-86F6F0BEC8A9}"/>
          </ac:spMkLst>
        </pc:spChg>
      </pc:sldChg>
      <pc:sldChg chg="addSp modSp">
        <pc:chgData name="Brooke Clark" userId="a6199922-84af-41de-854d-1f6b8468c0d4" providerId="ADAL" clId="{85086B8D-1217-CB41-81E4-08A1F7D3E40B}" dt="2024-04-11T10:50:11.384" v="29"/>
        <pc:sldMkLst>
          <pc:docMk/>
          <pc:sldMk cId="0" sldId="293"/>
        </pc:sldMkLst>
        <pc:spChg chg="add mod">
          <ac:chgData name="Brooke Clark" userId="a6199922-84af-41de-854d-1f6b8468c0d4" providerId="ADAL" clId="{85086B8D-1217-CB41-81E4-08A1F7D3E40B}" dt="2024-04-11T10:50:11.384" v="29"/>
          <ac:spMkLst>
            <pc:docMk/>
            <pc:sldMk cId="0" sldId="293"/>
            <ac:spMk id="2" creationId="{81727A6B-8F8D-16FD-DBAF-CC41139D9D1B}"/>
          </ac:spMkLst>
        </pc:spChg>
      </pc:sldChg>
      <pc:sldChg chg="modSp mod">
        <pc:chgData name="Brooke Clark" userId="a6199922-84af-41de-854d-1f6b8468c0d4" providerId="ADAL" clId="{85086B8D-1217-CB41-81E4-08A1F7D3E40B}" dt="2024-04-11T16:26:19.396" v="36" actId="404"/>
        <pc:sldMkLst>
          <pc:docMk/>
          <pc:sldMk cId="0" sldId="294"/>
        </pc:sldMkLst>
        <pc:spChg chg="mod">
          <ac:chgData name="Brooke Clark" userId="a6199922-84af-41de-854d-1f6b8468c0d4" providerId="ADAL" clId="{85086B8D-1217-CB41-81E4-08A1F7D3E40B}" dt="2024-04-11T16:26:19.396" v="36" actId="404"/>
          <ac:spMkLst>
            <pc:docMk/>
            <pc:sldMk cId="0" sldId="294"/>
            <ac:spMk id="554" creationId="{00000000-0000-0000-0000-000000000000}"/>
          </ac:spMkLst>
        </pc:spChg>
      </pc:sldChg>
      <pc:sldChg chg="modSp mod">
        <pc:chgData name="Brooke Clark" userId="a6199922-84af-41de-854d-1f6b8468c0d4" providerId="ADAL" clId="{85086B8D-1217-CB41-81E4-08A1F7D3E40B}" dt="2024-04-11T16:26:24.150" v="38" actId="404"/>
        <pc:sldMkLst>
          <pc:docMk/>
          <pc:sldMk cId="0" sldId="295"/>
        </pc:sldMkLst>
        <pc:spChg chg="mod">
          <ac:chgData name="Brooke Clark" userId="a6199922-84af-41de-854d-1f6b8468c0d4" providerId="ADAL" clId="{85086B8D-1217-CB41-81E4-08A1F7D3E40B}" dt="2024-04-11T16:26:24.150" v="38" actId="404"/>
          <ac:spMkLst>
            <pc:docMk/>
            <pc:sldMk cId="0" sldId="295"/>
            <ac:spMk id="561" creationId="{00000000-0000-0000-0000-000000000000}"/>
          </ac:spMkLst>
        </pc:spChg>
      </pc:sldChg>
      <pc:sldChg chg="modSp mod">
        <pc:chgData name="Brooke Clark" userId="a6199922-84af-41de-854d-1f6b8468c0d4" providerId="ADAL" clId="{85086B8D-1217-CB41-81E4-08A1F7D3E40B}" dt="2024-04-11T16:26:34.622" v="39" actId="403"/>
        <pc:sldMkLst>
          <pc:docMk/>
          <pc:sldMk cId="0" sldId="296"/>
        </pc:sldMkLst>
        <pc:spChg chg="mod">
          <ac:chgData name="Brooke Clark" userId="a6199922-84af-41de-854d-1f6b8468c0d4" providerId="ADAL" clId="{85086B8D-1217-CB41-81E4-08A1F7D3E40B}" dt="2024-04-11T16:26:34.622" v="39" actId="403"/>
          <ac:spMkLst>
            <pc:docMk/>
            <pc:sldMk cId="0" sldId="296"/>
            <ac:spMk id="577" creationId="{00000000-0000-0000-0000-000000000000}"/>
          </ac:spMkLst>
        </pc:spChg>
      </pc:sldChg>
      <pc:sldChg chg="modSp mod">
        <pc:chgData name="Brooke Clark" userId="a6199922-84af-41de-854d-1f6b8468c0d4" providerId="ADAL" clId="{85086B8D-1217-CB41-81E4-08A1F7D3E40B}" dt="2024-04-11T16:26:37.836" v="40" actId="403"/>
        <pc:sldMkLst>
          <pc:docMk/>
          <pc:sldMk cId="0" sldId="297"/>
        </pc:sldMkLst>
        <pc:spChg chg="mod">
          <ac:chgData name="Brooke Clark" userId="a6199922-84af-41de-854d-1f6b8468c0d4" providerId="ADAL" clId="{85086B8D-1217-CB41-81E4-08A1F7D3E40B}" dt="2024-04-11T16:26:37.836" v="40" actId="403"/>
          <ac:spMkLst>
            <pc:docMk/>
            <pc:sldMk cId="0" sldId="297"/>
            <ac:spMk id="596" creationId="{00000000-0000-0000-0000-000000000000}"/>
          </ac:spMkLst>
        </pc:spChg>
      </pc:sldChg>
      <pc:sldChg chg="del">
        <pc:chgData name="Brooke Clark" userId="a6199922-84af-41de-854d-1f6b8468c0d4" providerId="ADAL" clId="{85086B8D-1217-CB41-81E4-08A1F7D3E40B}" dt="2024-04-11T09:45:25.892" v="21" actId="2696"/>
        <pc:sldMkLst>
          <pc:docMk/>
          <pc:sldMk cId="612053754" sldId="306"/>
        </pc:sldMkLst>
      </pc:sldChg>
      <pc:sldChg chg="delSp mod">
        <pc:chgData name="Brooke Clark" userId="a6199922-84af-41de-854d-1f6b8468c0d4" providerId="ADAL" clId="{85086B8D-1217-CB41-81E4-08A1F7D3E40B}" dt="2024-04-11T17:28:48.941" v="46" actId="21"/>
        <pc:sldMkLst>
          <pc:docMk/>
          <pc:sldMk cId="0" sldId="316"/>
        </pc:sldMkLst>
        <pc:picChg chg="del">
          <ac:chgData name="Brooke Clark" userId="a6199922-84af-41de-854d-1f6b8468c0d4" providerId="ADAL" clId="{85086B8D-1217-CB41-81E4-08A1F7D3E40B}" dt="2024-04-11T17:28:48.941" v="46" actId="21"/>
          <ac:picMkLst>
            <pc:docMk/>
            <pc:sldMk cId="0" sldId="316"/>
            <ac:picMk id="175" creationId="{00000000-0000-0000-0000-000000000000}"/>
          </ac:picMkLst>
        </pc:picChg>
      </pc:sldChg>
      <pc:sldChg chg="del">
        <pc:chgData name="Brooke Clark" userId="a6199922-84af-41de-854d-1f6b8468c0d4" providerId="ADAL" clId="{85086B8D-1217-CB41-81E4-08A1F7D3E40B}" dt="2024-04-10T19:05:23.745" v="13" actId="2696"/>
        <pc:sldMkLst>
          <pc:docMk/>
          <pc:sldMk cId="0" sldId="324"/>
        </pc:sldMkLst>
      </pc:sldChg>
      <pc:sldChg chg="del">
        <pc:chgData name="Brooke Clark" userId="a6199922-84af-41de-854d-1f6b8468c0d4" providerId="ADAL" clId="{85086B8D-1217-CB41-81E4-08A1F7D3E40B}" dt="2024-04-10T19:05:29.030" v="14" actId="2696"/>
        <pc:sldMkLst>
          <pc:docMk/>
          <pc:sldMk cId="707582181" sldId="337"/>
        </pc:sldMkLst>
      </pc:sldChg>
      <pc:sldChg chg="del">
        <pc:chgData name="Brooke Clark" userId="a6199922-84af-41de-854d-1f6b8468c0d4" providerId="ADAL" clId="{85086B8D-1217-CB41-81E4-08A1F7D3E40B}" dt="2024-04-10T19:05:21.155" v="12" actId="2696"/>
        <pc:sldMkLst>
          <pc:docMk/>
          <pc:sldMk cId="710602172" sldId="338"/>
        </pc:sldMkLst>
      </pc:sldChg>
      <pc:sldChg chg="addSp delSp modSp mod">
        <pc:chgData name="Brooke Clark" userId="a6199922-84af-41de-854d-1f6b8468c0d4" providerId="ADAL" clId="{85086B8D-1217-CB41-81E4-08A1F7D3E40B}" dt="2024-04-10T19:05:12.632" v="11" actId="478"/>
        <pc:sldMkLst>
          <pc:docMk/>
          <pc:sldMk cId="1052610068" sldId="4258"/>
        </pc:sldMkLst>
        <pc:spChg chg="add del mod">
          <ac:chgData name="Brooke Clark" userId="a6199922-84af-41de-854d-1f6b8468c0d4" providerId="ADAL" clId="{85086B8D-1217-CB41-81E4-08A1F7D3E40B}" dt="2024-04-10T19:05:12.200" v="10" actId="11529"/>
          <ac:spMkLst>
            <pc:docMk/>
            <pc:sldMk cId="1052610068" sldId="4258"/>
            <ac:spMk id="2" creationId="{41752FB4-FC7A-4983-4881-7D095F490B99}"/>
          </ac:spMkLst>
        </pc:spChg>
        <pc:picChg chg="add del">
          <ac:chgData name="Brooke Clark" userId="a6199922-84af-41de-854d-1f6b8468c0d4" providerId="ADAL" clId="{85086B8D-1217-CB41-81E4-08A1F7D3E40B}" dt="2024-04-10T19:05:12.632" v="11" actId="478"/>
          <ac:picMkLst>
            <pc:docMk/>
            <pc:sldMk cId="1052610068" sldId="4258"/>
            <ac:picMk id="141" creationId="{00000000-0000-0000-0000-000000000000}"/>
          </ac:picMkLst>
        </pc:picChg>
      </pc:sldChg>
      <pc:sldChg chg="add">
        <pc:chgData name="Brooke Clark" userId="a6199922-84af-41de-854d-1f6b8468c0d4" providerId="ADAL" clId="{85086B8D-1217-CB41-81E4-08A1F7D3E40B}" dt="2024-04-11T17:09:05.906" v="43"/>
        <pc:sldMkLst>
          <pc:docMk/>
          <pc:sldMk cId="56167088" sldId="4260"/>
        </pc:sldMkLst>
      </pc:sldChg>
      <pc:sldChg chg="add del">
        <pc:chgData name="Brooke Clark" userId="a6199922-84af-41de-854d-1f6b8468c0d4" providerId="ADAL" clId="{85086B8D-1217-CB41-81E4-08A1F7D3E40B}" dt="2024-04-11T17:09:05.760" v="42"/>
        <pc:sldMkLst>
          <pc:docMk/>
          <pc:sldMk cId="976161777" sldId="4260"/>
        </pc:sldMkLst>
      </pc:sldChg>
      <pc:sldChg chg="new del">
        <pc:chgData name="Brooke Clark" userId="a6199922-84af-41de-854d-1f6b8468c0d4" providerId="ADAL" clId="{85086B8D-1217-CB41-81E4-08A1F7D3E40B}" dt="2024-04-10T19:06:10.596" v="18" actId="680"/>
        <pc:sldMkLst>
          <pc:docMk/>
          <pc:sldMk cId="1728096136" sldId="4260"/>
        </pc:sldMkLst>
      </pc:sldChg>
      <pc:sldChg chg="new del">
        <pc:chgData name="Brooke Clark" userId="a6199922-84af-41de-854d-1f6b8468c0d4" providerId="ADAL" clId="{85086B8D-1217-CB41-81E4-08A1F7D3E40B}" dt="2024-04-11T17:09:44.751" v="45" actId="680"/>
        <pc:sldMkLst>
          <pc:docMk/>
          <pc:sldMk cId="291661604" sldId="4261"/>
        </pc:sldMkLst>
      </pc:sldChg>
      <pc:sldMasterChg chg="modSldLayout">
        <pc:chgData name="Brooke Clark" userId="a6199922-84af-41de-854d-1f6b8468c0d4" providerId="ADAL" clId="{85086B8D-1217-CB41-81E4-08A1F7D3E40B}" dt="2024-04-11T17:28:54.830" v="47"/>
        <pc:sldMasterMkLst>
          <pc:docMk/>
          <pc:sldMasterMk cId="0" sldId="2147483681"/>
        </pc:sldMasterMkLst>
        <pc:sldLayoutChg chg="addSp modSp">
          <pc:chgData name="Brooke Clark" userId="a6199922-84af-41de-854d-1f6b8468c0d4" providerId="ADAL" clId="{85086B8D-1217-CB41-81E4-08A1F7D3E40B}" dt="2024-04-11T17:28:54.830" v="47"/>
          <pc:sldLayoutMkLst>
            <pc:docMk/>
            <pc:sldMasterMk cId="0" sldId="2147483681"/>
            <pc:sldLayoutMk cId="0" sldId="2147483655"/>
          </pc:sldLayoutMkLst>
          <pc:picChg chg="add mod">
            <ac:chgData name="Brooke Clark" userId="a6199922-84af-41de-854d-1f6b8468c0d4" providerId="ADAL" clId="{85086B8D-1217-CB41-81E4-08A1F7D3E40B}" dt="2024-04-11T17:28:54.830" v="47"/>
            <ac:picMkLst>
              <pc:docMk/>
              <pc:sldMasterMk cId="0" sldId="2147483681"/>
              <pc:sldLayoutMk cId="0" sldId="2147483655"/>
              <ac:picMk id="2" creationId="{6A3CC3FE-2BF7-0C53-2333-3427935C2547}"/>
            </ac:picMkLst>
          </pc:picChg>
        </pc:sldLayoutChg>
      </pc:sldMasterChg>
      <pc:sldMasterChg chg="delSldLayout">
        <pc:chgData name="Brooke Clark" userId="a6199922-84af-41de-854d-1f6b8468c0d4" providerId="ADAL" clId="{85086B8D-1217-CB41-81E4-08A1F7D3E40B}" dt="2024-04-10T19:05:23.745" v="13" actId="2696"/>
        <pc:sldMasterMkLst>
          <pc:docMk/>
          <pc:sldMasterMk cId="1425420909" sldId="2147483683"/>
        </pc:sldMasterMkLst>
        <pc:sldLayoutChg chg="del">
          <pc:chgData name="Brooke Clark" userId="a6199922-84af-41de-854d-1f6b8468c0d4" providerId="ADAL" clId="{85086B8D-1217-CB41-81E4-08A1F7D3E40B}" dt="2024-04-10T19:05:23.745" v="13" actId="2696"/>
          <pc:sldLayoutMkLst>
            <pc:docMk/>
            <pc:sldMasterMk cId="1425420909" sldId="2147483683"/>
            <pc:sldLayoutMk cId="2603360536" sldId="214748370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f307dbfddd_0_10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f307dbfddd_0_10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f4c1079d55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f4c1079d55_0_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f307dbfddd_0_10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f307dbfddd_0_10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2662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f4c1079d55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f4c1079d55_0_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4100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f4c1079d55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f4c1079d55_0_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7921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c08a446d6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c08a446d6a_0_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3547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bde4566a6f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bde4566a6f_0_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bde4566a6f_0_2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2bde4566a6f_0_2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2bde4566a6f_0_2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bde4566a6f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bde4566a6f_0_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514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f4c1079d55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1f4c1079d55_0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g1f4c1079d55_0_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f4c1079d55_1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1f4c1079d55_1_1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g1f4c1079d55_1_1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853226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f4c1079d55_0_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g1f4c1079d55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bde4566a6f_0_2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2bde4566a6f_0_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f4c1079d55_0_5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f4c1079d55_0_5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g1f4c1079d55_0_5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f4c1079d55_0_5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f4c1079d55_0_5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g1f4c1079d55_0_5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f4c1079d55_1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f4c1079d55_1_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g1f4c1079d55_1_7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1f4c1079d55_1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1f4c1079d55_1_1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g1f4c1079d55_1_1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f4c1079d55_1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1f4c1079d55_1_1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g1f4c1079d55_1_1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1f4c1079d55_1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f4c1079d55_1_1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g1f4c1079d55_1_1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1f4c1079d55_0_4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1f4c1079d55_0_4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g1f4c1079d55_0_47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1f4c1079d55_0_4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1f4c1079d55_0_4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g1f4c1079d55_0_48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1f4c1079d55_0_4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1f4c1079d55_0_4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g1f4c1079d55_0_4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1f4c1079d55_0_2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1f4c1079d55_0_2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g1f4c1079d55_0_23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1f4c1079d55_0_3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1f4c1079d55_0_3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g1f4c1079d55_0_37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1f4c1079d55_0_2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1f4c1079d55_0_2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g1f4c1079d55_0_2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1f4c1079d55_0_4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1f4c1079d55_0_4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g1f4c1079d55_0_4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1f4c1079d55_0_5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1f4c1079d55_0_5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g1f4c1079d55_0_50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1f4c1079d55_0_4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1f4c1079d55_0_4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g1f4c1079d55_0_4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1f4c1079d55_0_4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1f4c1079d55_0_4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8" name="Google Shape;538;g1f4c1079d55_0_4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2be243312a4_0_11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4" name="Google Shape;544;g2be243312a4_0_1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1f4c1079d55_0_2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1f4c1079d55_0_2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g1f4c1079d55_0_25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1f4c1079d55_0_3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1f4c1079d55_0_3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g1f4c1079d55_0_3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1f4c1079d55_0_3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1f4c1079d55_0_3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4" name="Google Shape;594;g1f4c1079d55_0_3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1f307dbfddd_0_9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1f307dbfddd_0_9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1f307dbfddd_0_9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1f307dbfddd_0_9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44940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415600" y="2480500"/>
            <a:ext cx="11360700" cy="1768500"/>
          </a:xfrm>
          <a:prstGeom prst="rect">
            <a:avLst/>
          </a:prstGeom>
        </p:spPr>
        <p:txBody>
          <a:bodyPr spcFirstLastPara="1" wrap="square" lIns="121900" tIns="121900" rIns="121900" bIns="121900" anchor="b" anchorCtr="0">
            <a:noAutofit/>
          </a:bodyPr>
          <a:lstStyle>
            <a:lvl1pPr lvl="0" algn="ctr">
              <a:spcBef>
                <a:spcPts val="0"/>
              </a:spcBef>
              <a:spcAft>
                <a:spcPts val="0"/>
              </a:spcAft>
              <a:buClr>
                <a:schemeClr val="lt1"/>
              </a:buClr>
              <a:buSzPts val="6900"/>
              <a:buNone/>
              <a:defRPr sz="6900" b="1">
                <a:solidFill>
                  <a:schemeClr val="lt1"/>
                </a:solidFill>
              </a:defRPr>
            </a:lvl1pPr>
            <a:lvl2pPr lvl="1" algn="ctr">
              <a:spcBef>
                <a:spcPts val="0"/>
              </a:spcBef>
              <a:spcAft>
                <a:spcPts val="0"/>
              </a:spcAft>
              <a:buClr>
                <a:schemeClr val="lt1"/>
              </a:buClr>
              <a:buSzPts val="6900"/>
              <a:buNone/>
              <a:defRPr sz="6900" b="1">
                <a:solidFill>
                  <a:schemeClr val="lt1"/>
                </a:solidFill>
              </a:defRPr>
            </a:lvl2pPr>
            <a:lvl3pPr lvl="2" algn="ctr">
              <a:spcBef>
                <a:spcPts val="0"/>
              </a:spcBef>
              <a:spcAft>
                <a:spcPts val="0"/>
              </a:spcAft>
              <a:buClr>
                <a:schemeClr val="lt1"/>
              </a:buClr>
              <a:buSzPts val="6900"/>
              <a:buNone/>
              <a:defRPr sz="6900" b="1">
                <a:solidFill>
                  <a:schemeClr val="lt1"/>
                </a:solidFill>
              </a:defRPr>
            </a:lvl3pPr>
            <a:lvl4pPr lvl="3" algn="ctr">
              <a:spcBef>
                <a:spcPts val="0"/>
              </a:spcBef>
              <a:spcAft>
                <a:spcPts val="0"/>
              </a:spcAft>
              <a:buClr>
                <a:schemeClr val="lt1"/>
              </a:buClr>
              <a:buSzPts val="6900"/>
              <a:buNone/>
              <a:defRPr sz="6900" b="1">
                <a:solidFill>
                  <a:schemeClr val="lt1"/>
                </a:solidFill>
              </a:defRPr>
            </a:lvl4pPr>
            <a:lvl5pPr lvl="4" algn="ctr">
              <a:spcBef>
                <a:spcPts val="0"/>
              </a:spcBef>
              <a:spcAft>
                <a:spcPts val="0"/>
              </a:spcAft>
              <a:buClr>
                <a:schemeClr val="lt1"/>
              </a:buClr>
              <a:buSzPts val="6900"/>
              <a:buNone/>
              <a:defRPr sz="6900" b="1">
                <a:solidFill>
                  <a:schemeClr val="lt1"/>
                </a:solidFill>
              </a:defRPr>
            </a:lvl5pPr>
            <a:lvl6pPr lvl="5" algn="ctr">
              <a:spcBef>
                <a:spcPts val="0"/>
              </a:spcBef>
              <a:spcAft>
                <a:spcPts val="0"/>
              </a:spcAft>
              <a:buClr>
                <a:schemeClr val="lt1"/>
              </a:buClr>
              <a:buSzPts val="6900"/>
              <a:buNone/>
              <a:defRPr sz="6900" b="1">
                <a:solidFill>
                  <a:schemeClr val="lt1"/>
                </a:solidFill>
              </a:defRPr>
            </a:lvl6pPr>
            <a:lvl7pPr lvl="6" algn="ctr">
              <a:spcBef>
                <a:spcPts val="0"/>
              </a:spcBef>
              <a:spcAft>
                <a:spcPts val="0"/>
              </a:spcAft>
              <a:buClr>
                <a:schemeClr val="lt1"/>
              </a:buClr>
              <a:buSzPts val="6900"/>
              <a:buNone/>
              <a:defRPr sz="6900" b="1">
                <a:solidFill>
                  <a:schemeClr val="lt1"/>
                </a:solidFill>
              </a:defRPr>
            </a:lvl7pPr>
            <a:lvl8pPr lvl="7" algn="ctr">
              <a:spcBef>
                <a:spcPts val="0"/>
              </a:spcBef>
              <a:spcAft>
                <a:spcPts val="0"/>
              </a:spcAft>
              <a:buClr>
                <a:schemeClr val="lt1"/>
              </a:buClr>
              <a:buSzPts val="6900"/>
              <a:buNone/>
              <a:defRPr sz="6900" b="1">
                <a:solidFill>
                  <a:schemeClr val="lt1"/>
                </a:solidFill>
              </a:defRPr>
            </a:lvl8pPr>
            <a:lvl9pPr lvl="8" algn="ctr">
              <a:spcBef>
                <a:spcPts val="0"/>
              </a:spcBef>
              <a:spcAft>
                <a:spcPts val="0"/>
              </a:spcAft>
              <a:buClr>
                <a:schemeClr val="lt1"/>
              </a:buClr>
              <a:buSzPts val="6900"/>
              <a:buNone/>
              <a:defRPr sz="6900" b="1">
                <a:solidFill>
                  <a:schemeClr val="lt1"/>
                </a:solidFill>
              </a:defRPr>
            </a:lvl9pPr>
          </a:lstStyle>
          <a:p>
            <a:endParaRPr dirty="0"/>
          </a:p>
        </p:txBody>
      </p:sp>
      <p:sp>
        <p:nvSpPr>
          <p:cNvPr id="15" name="Google Shape;15;p2"/>
          <p:cNvSpPr txBox="1">
            <a:spLocks noGrp="1"/>
          </p:cNvSpPr>
          <p:nvPr>
            <p:ph type="subTitle" idx="1"/>
          </p:nvPr>
        </p:nvSpPr>
        <p:spPr>
          <a:xfrm>
            <a:off x="415600" y="4704854"/>
            <a:ext cx="11360700" cy="1056900"/>
          </a:xfrm>
          <a:prstGeom prst="rect">
            <a:avLst/>
          </a:prstGeom>
        </p:spPr>
        <p:txBody>
          <a:bodyPr spcFirstLastPara="1" wrap="square" lIns="121900" tIns="121900" rIns="121900" bIns="121900" anchor="t" anchorCtr="0">
            <a:noAutofit/>
          </a:bodyPr>
          <a:lstStyle>
            <a:lvl1pPr lvl="0" algn="ctr">
              <a:lnSpc>
                <a:spcPct val="100000"/>
              </a:lnSpc>
              <a:spcBef>
                <a:spcPts val="0"/>
              </a:spcBef>
              <a:spcAft>
                <a:spcPts val="0"/>
              </a:spcAft>
              <a:buClr>
                <a:schemeClr val="lt1"/>
              </a:buClr>
              <a:buSzPts val="3700"/>
              <a:buNone/>
              <a:defRPr sz="3700">
                <a:solidFill>
                  <a:schemeClr val="lt1"/>
                </a:solidFill>
              </a:defRPr>
            </a:lvl1pPr>
            <a:lvl2pPr lvl="1" algn="ctr">
              <a:lnSpc>
                <a:spcPct val="100000"/>
              </a:lnSpc>
              <a:spcBef>
                <a:spcPts val="0"/>
              </a:spcBef>
              <a:spcAft>
                <a:spcPts val="0"/>
              </a:spcAft>
              <a:buClr>
                <a:schemeClr val="lt1"/>
              </a:buClr>
              <a:buSzPts val="3700"/>
              <a:buNone/>
              <a:defRPr sz="3700">
                <a:solidFill>
                  <a:schemeClr val="lt1"/>
                </a:solidFill>
              </a:defRPr>
            </a:lvl2pPr>
            <a:lvl3pPr lvl="2" algn="ctr">
              <a:lnSpc>
                <a:spcPct val="100000"/>
              </a:lnSpc>
              <a:spcBef>
                <a:spcPts val="0"/>
              </a:spcBef>
              <a:spcAft>
                <a:spcPts val="0"/>
              </a:spcAft>
              <a:buClr>
                <a:schemeClr val="lt1"/>
              </a:buClr>
              <a:buSzPts val="3700"/>
              <a:buNone/>
              <a:defRPr sz="3700">
                <a:solidFill>
                  <a:schemeClr val="lt1"/>
                </a:solidFill>
              </a:defRPr>
            </a:lvl3pPr>
            <a:lvl4pPr lvl="3" algn="ctr">
              <a:lnSpc>
                <a:spcPct val="100000"/>
              </a:lnSpc>
              <a:spcBef>
                <a:spcPts val="0"/>
              </a:spcBef>
              <a:spcAft>
                <a:spcPts val="0"/>
              </a:spcAft>
              <a:buClr>
                <a:schemeClr val="lt1"/>
              </a:buClr>
              <a:buSzPts val="3700"/>
              <a:buNone/>
              <a:defRPr sz="3700">
                <a:solidFill>
                  <a:schemeClr val="lt1"/>
                </a:solidFill>
              </a:defRPr>
            </a:lvl4pPr>
            <a:lvl5pPr lvl="4" algn="ctr">
              <a:lnSpc>
                <a:spcPct val="100000"/>
              </a:lnSpc>
              <a:spcBef>
                <a:spcPts val="0"/>
              </a:spcBef>
              <a:spcAft>
                <a:spcPts val="0"/>
              </a:spcAft>
              <a:buClr>
                <a:schemeClr val="lt1"/>
              </a:buClr>
              <a:buSzPts val="3700"/>
              <a:buNone/>
              <a:defRPr sz="3700">
                <a:solidFill>
                  <a:schemeClr val="lt1"/>
                </a:solidFill>
              </a:defRPr>
            </a:lvl5pPr>
            <a:lvl6pPr lvl="5" algn="ctr">
              <a:lnSpc>
                <a:spcPct val="100000"/>
              </a:lnSpc>
              <a:spcBef>
                <a:spcPts val="0"/>
              </a:spcBef>
              <a:spcAft>
                <a:spcPts val="0"/>
              </a:spcAft>
              <a:buClr>
                <a:schemeClr val="lt1"/>
              </a:buClr>
              <a:buSzPts val="3700"/>
              <a:buNone/>
              <a:defRPr sz="3700">
                <a:solidFill>
                  <a:schemeClr val="lt1"/>
                </a:solidFill>
              </a:defRPr>
            </a:lvl6pPr>
            <a:lvl7pPr lvl="6" algn="ctr">
              <a:lnSpc>
                <a:spcPct val="100000"/>
              </a:lnSpc>
              <a:spcBef>
                <a:spcPts val="0"/>
              </a:spcBef>
              <a:spcAft>
                <a:spcPts val="0"/>
              </a:spcAft>
              <a:buClr>
                <a:schemeClr val="lt1"/>
              </a:buClr>
              <a:buSzPts val="3700"/>
              <a:buNone/>
              <a:defRPr sz="3700">
                <a:solidFill>
                  <a:schemeClr val="lt1"/>
                </a:solidFill>
              </a:defRPr>
            </a:lvl7pPr>
            <a:lvl8pPr lvl="7" algn="ctr">
              <a:lnSpc>
                <a:spcPct val="100000"/>
              </a:lnSpc>
              <a:spcBef>
                <a:spcPts val="0"/>
              </a:spcBef>
              <a:spcAft>
                <a:spcPts val="0"/>
              </a:spcAft>
              <a:buClr>
                <a:schemeClr val="lt1"/>
              </a:buClr>
              <a:buSzPts val="3700"/>
              <a:buNone/>
              <a:defRPr sz="3700">
                <a:solidFill>
                  <a:schemeClr val="lt1"/>
                </a:solidFill>
              </a:defRPr>
            </a:lvl8pPr>
            <a:lvl9pPr lvl="8" algn="ctr">
              <a:lnSpc>
                <a:spcPct val="100000"/>
              </a:lnSpc>
              <a:spcBef>
                <a:spcPts val="0"/>
              </a:spcBef>
              <a:spcAft>
                <a:spcPts val="0"/>
              </a:spcAft>
              <a:buClr>
                <a:schemeClr val="lt1"/>
              </a:buClr>
              <a:buSzPts val="3700"/>
              <a:buNone/>
              <a:defRPr sz="3700">
                <a:solidFill>
                  <a:schemeClr val="lt1"/>
                </a:solidFill>
              </a:defRPr>
            </a:lvl9pPr>
          </a:lstStyle>
          <a:p>
            <a:endParaRPr dirty="0"/>
          </a:p>
        </p:txBody>
      </p:sp>
      <p:sp>
        <p:nvSpPr>
          <p:cNvPr id="16" name="Google Shape;16;p2"/>
          <p:cNvSpPr/>
          <p:nvPr/>
        </p:nvSpPr>
        <p:spPr>
          <a:xfrm>
            <a:off x="829475" y="4347525"/>
            <a:ext cx="10230300" cy="184200"/>
          </a:xfrm>
          <a:prstGeom prst="rect">
            <a:avLst/>
          </a:prstGeom>
          <a:solidFill>
            <a:srgbClr val="0979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 name="Google Shape;17;p2"/>
          <p:cNvSpPr/>
          <p:nvPr/>
        </p:nvSpPr>
        <p:spPr>
          <a:xfrm>
            <a:off x="9789275" y="4347525"/>
            <a:ext cx="1270500" cy="184200"/>
          </a:xfrm>
          <a:prstGeom prst="rect">
            <a:avLst/>
          </a:prstGeom>
          <a:solidFill>
            <a:srgbClr val="CCE3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 name="Google Shape;18;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TITLE_1">
    <p:bg>
      <p:bgPr>
        <a:blipFill>
          <a:blip r:embed="rId2">
            <a:alphaModFix/>
          </a:blip>
          <a:stretch>
            <a:fillRect/>
          </a:stretch>
        </a:blip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415600" y="2480500"/>
            <a:ext cx="11360700" cy="2232300"/>
          </a:xfrm>
          <a:prstGeom prst="rect">
            <a:avLst/>
          </a:prstGeom>
        </p:spPr>
        <p:txBody>
          <a:bodyPr spcFirstLastPara="1" wrap="square" lIns="121900" tIns="121900" rIns="121900" bIns="121900" anchor="b" anchorCtr="0">
            <a:noAutofit/>
          </a:bodyPr>
          <a:lstStyle>
            <a:lvl1pPr lvl="0" algn="ctr" rtl="0">
              <a:spcBef>
                <a:spcPts val="0"/>
              </a:spcBef>
              <a:spcAft>
                <a:spcPts val="0"/>
              </a:spcAft>
              <a:buClr>
                <a:schemeClr val="lt1"/>
              </a:buClr>
              <a:buSzPts val="6900"/>
              <a:buNone/>
              <a:defRPr sz="6900" b="1">
                <a:solidFill>
                  <a:schemeClr val="lt1"/>
                </a:solidFill>
              </a:defRPr>
            </a:lvl1pPr>
            <a:lvl2pPr lvl="1" algn="ctr" rtl="0">
              <a:spcBef>
                <a:spcPts val="0"/>
              </a:spcBef>
              <a:spcAft>
                <a:spcPts val="0"/>
              </a:spcAft>
              <a:buClr>
                <a:schemeClr val="lt1"/>
              </a:buClr>
              <a:buSzPts val="6900"/>
              <a:buNone/>
              <a:defRPr sz="6900" b="1">
                <a:solidFill>
                  <a:schemeClr val="lt1"/>
                </a:solidFill>
              </a:defRPr>
            </a:lvl2pPr>
            <a:lvl3pPr lvl="2" algn="ctr" rtl="0">
              <a:spcBef>
                <a:spcPts val="0"/>
              </a:spcBef>
              <a:spcAft>
                <a:spcPts val="0"/>
              </a:spcAft>
              <a:buClr>
                <a:schemeClr val="lt1"/>
              </a:buClr>
              <a:buSzPts val="6900"/>
              <a:buNone/>
              <a:defRPr sz="6900" b="1">
                <a:solidFill>
                  <a:schemeClr val="lt1"/>
                </a:solidFill>
              </a:defRPr>
            </a:lvl3pPr>
            <a:lvl4pPr lvl="3" algn="ctr" rtl="0">
              <a:spcBef>
                <a:spcPts val="0"/>
              </a:spcBef>
              <a:spcAft>
                <a:spcPts val="0"/>
              </a:spcAft>
              <a:buClr>
                <a:schemeClr val="lt1"/>
              </a:buClr>
              <a:buSzPts val="6900"/>
              <a:buNone/>
              <a:defRPr sz="6900" b="1">
                <a:solidFill>
                  <a:schemeClr val="lt1"/>
                </a:solidFill>
              </a:defRPr>
            </a:lvl4pPr>
            <a:lvl5pPr lvl="4" algn="ctr" rtl="0">
              <a:spcBef>
                <a:spcPts val="0"/>
              </a:spcBef>
              <a:spcAft>
                <a:spcPts val="0"/>
              </a:spcAft>
              <a:buClr>
                <a:schemeClr val="lt1"/>
              </a:buClr>
              <a:buSzPts val="6900"/>
              <a:buNone/>
              <a:defRPr sz="6900" b="1">
                <a:solidFill>
                  <a:schemeClr val="lt1"/>
                </a:solidFill>
              </a:defRPr>
            </a:lvl5pPr>
            <a:lvl6pPr lvl="5" algn="ctr" rtl="0">
              <a:spcBef>
                <a:spcPts val="0"/>
              </a:spcBef>
              <a:spcAft>
                <a:spcPts val="0"/>
              </a:spcAft>
              <a:buClr>
                <a:schemeClr val="lt1"/>
              </a:buClr>
              <a:buSzPts val="6900"/>
              <a:buNone/>
              <a:defRPr sz="6900" b="1">
                <a:solidFill>
                  <a:schemeClr val="lt1"/>
                </a:solidFill>
              </a:defRPr>
            </a:lvl6pPr>
            <a:lvl7pPr lvl="6" algn="ctr" rtl="0">
              <a:spcBef>
                <a:spcPts val="0"/>
              </a:spcBef>
              <a:spcAft>
                <a:spcPts val="0"/>
              </a:spcAft>
              <a:buClr>
                <a:schemeClr val="lt1"/>
              </a:buClr>
              <a:buSzPts val="6900"/>
              <a:buNone/>
              <a:defRPr sz="6900" b="1">
                <a:solidFill>
                  <a:schemeClr val="lt1"/>
                </a:solidFill>
              </a:defRPr>
            </a:lvl7pPr>
            <a:lvl8pPr lvl="7" algn="ctr" rtl="0">
              <a:spcBef>
                <a:spcPts val="0"/>
              </a:spcBef>
              <a:spcAft>
                <a:spcPts val="0"/>
              </a:spcAft>
              <a:buClr>
                <a:schemeClr val="lt1"/>
              </a:buClr>
              <a:buSzPts val="6900"/>
              <a:buNone/>
              <a:defRPr sz="6900" b="1">
                <a:solidFill>
                  <a:schemeClr val="lt1"/>
                </a:solidFill>
              </a:defRPr>
            </a:lvl8pPr>
            <a:lvl9pPr lvl="8" algn="ctr" rtl="0">
              <a:spcBef>
                <a:spcPts val="0"/>
              </a:spcBef>
              <a:spcAft>
                <a:spcPts val="0"/>
              </a:spcAft>
              <a:buClr>
                <a:schemeClr val="lt1"/>
              </a:buClr>
              <a:buSzPts val="6900"/>
              <a:buNone/>
              <a:defRPr sz="6900" b="1">
                <a:solidFill>
                  <a:schemeClr val="lt1"/>
                </a:solidFill>
              </a:defRPr>
            </a:lvl9pPr>
          </a:lstStyle>
          <a:p>
            <a:endParaRPr/>
          </a:p>
        </p:txBody>
      </p:sp>
      <p:sp>
        <p:nvSpPr>
          <p:cNvPr id="21" name="Google Shape;21;p3"/>
          <p:cNvSpPr txBox="1">
            <a:spLocks noGrp="1"/>
          </p:cNvSpPr>
          <p:nvPr>
            <p:ph type="subTitle" idx="1"/>
          </p:nvPr>
        </p:nvSpPr>
        <p:spPr>
          <a:xfrm>
            <a:off x="415600" y="4762267"/>
            <a:ext cx="11360700" cy="1056900"/>
          </a:xfrm>
          <a:prstGeom prst="rect">
            <a:avLst/>
          </a:prstGeom>
        </p:spPr>
        <p:txBody>
          <a:bodyPr spcFirstLastPara="1" wrap="square" lIns="121900" tIns="121900" rIns="121900" bIns="121900" anchor="t" anchorCtr="0">
            <a:noAutofit/>
          </a:bodyPr>
          <a:lstStyle>
            <a:lvl1pPr lvl="0" algn="ctr" rtl="0">
              <a:lnSpc>
                <a:spcPct val="100000"/>
              </a:lnSpc>
              <a:spcBef>
                <a:spcPts val="0"/>
              </a:spcBef>
              <a:spcAft>
                <a:spcPts val="0"/>
              </a:spcAft>
              <a:buClr>
                <a:schemeClr val="lt1"/>
              </a:buClr>
              <a:buSzPts val="3700"/>
              <a:buNone/>
              <a:defRPr sz="3700">
                <a:solidFill>
                  <a:schemeClr val="lt1"/>
                </a:solidFill>
              </a:defRPr>
            </a:lvl1pPr>
            <a:lvl2pPr lvl="1" algn="ctr" rtl="0">
              <a:lnSpc>
                <a:spcPct val="100000"/>
              </a:lnSpc>
              <a:spcBef>
                <a:spcPts val="0"/>
              </a:spcBef>
              <a:spcAft>
                <a:spcPts val="0"/>
              </a:spcAft>
              <a:buClr>
                <a:schemeClr val="lt1"/>
              </a:buClr>
              <a:buSzPts val="3700"/>
              <a:buNone/>
              <a:defRPr sz="3700">
                <a:solidFill>
                  <a:schemeClr val="lt1"/>
                </a:solidFill>
              </a:defRPr>
            </a:lvl2pPr>
            <a:lvl3pPr lvl="2" algn="ctr" rtl="0">
              <a:lnSpc>
                <a:spcPct val="100000"/>
              </a:lnSpc>
              <a:spcBef>
                <a:spcPts val="0"/>
              </a:spcBef>
              <a:spcAft>
                <a:spcPts val="0"/>
              </a:spcAft>
              <a:buClr>
                <a:schemeClr val="lt1"/>
              </a:buClr>
              <a:buSzPts val="3700"/>
              <a:buNone/>
              <a:defRPr sz="3700">
                <a:solidFill>
                  <a:schemeClr val="lt1"/>
                </a:solidFill>
              </a:defRPr>
            </a:lvl3pPr>
            <a:lvl4pPr lvl="3" algn="ctr" rtl="0">
              <a:lnSpc>
                <a:spcPct val="100000"/>
              </a:lnSpc>
              <a:spcBef>
                <a:spcPts val="0"/>
              </a:spcBef>
              <a:spcAft>
                <a:spcPts val="0"/>
              </a:spcAft>
              <a:buClr>
                <a:schemeClr val="lt1"/>
              </a:buClr>
              <a:buSzPts val="3700"/>
              <a:buNone/>
              <a:defRPr sz="3700">
                <a:solidFill>
                  <a:schemeClr val="lt1"/>
                </a:solidFill>
              </a:defRPr>
            </a:lvl4pPr>
            <a:lvl5pPr lvl="4" algn="ctr" rtl="0">
              <a:lnSpc>
                <a:spcPct val="100000"/>
              </a:lnSpc>
              <a:spcBef>
                <a:spcPts val="0"/>
              </a:spcBef>
              <a:spcAft>
                <a:spcPts val="0"/>
              </a:spcAft>
              <a:buClr>
                <a:schemeClr val="lt1"/>
              </a:buClr>
              <a:buSzPts val="3700"/>
              <a:buNone/>
              <a:defRPr sz="3700">
                <a:solidFill>
                  <a:schemeClr val="lt1"/>
                </a:solidFill>
              </a:defRPr>
            </a:lvl5pPr>
            <a:lvl6pPr lvl="5" algn="ctr" rtl="0">
              <a:lnSpc>
                <a:spcPct val="100000"/>
              </a:lnSpc>
              <a:spcBef>
                <a:spcPts val="0"/>
              </a:spcBef>
              <a:spcAft>
                <a:spcPts val="0"/>
              </a:spcAft>
              <a:buClr>
                <a:schemeClr val="lt1"/>
              </a:buClr>
              <a:buSzPts val="3700"/>
              <a:buNone/>
              <a:defRPr sz="3700">
                <a:solidFill>
                  <a:schemeClr val="lt1"/>
                </a:solidFill>
              </a:defRPr>
            </a:lvl6pPr>
            <a:lvl7pPr lvl="6" algn="ctr" rtl="0">
              <a:lnSpc>
                <a:spcPct val="100000"/>
              </a:lnSpc>
              <a:spcBef>
                <a:spcPts val="0"/>
              </a:spcBef>
              <a:spcAft>
                <a:spcPts val="0"/>
              </a:spcAft>
              <a:buClr>
                <a:schemeClr val="lt1"/>
              </a:buClr>
              <a:buSzPts val="3700"/>
              <a:buNone/>
              <a:defRPr sz="3700">
                <a:solidFill>
                  <a:schemeClr val="lt1"/>
                </a:solidFill>
              </a:defRPr>
            </a:lvl7pPr>
            <a:lvl8pPr lvl="7" algn="ctr" rtl="0">
              <a:lnSpc>
                <a:spcPct val="100000"/>
              </a:lnSpc>
              <a:spcBef>
                <a:spcPts val="0"/>
              </a:spcBef>
              <a:spcAft>
                <a:spcPts val="0"/>
              </a:spcAft>
              <a:buClr>
                <a:schemeClr val="lt1"/>
              </a:buClr>
              <a:buSzPts val="3700"/>
              <a:buNone/>
              <a:defRPr sz="3700">
                <a:solidFill>
                  <a:schemeClr val="lt1"/>
                </a:solidFill>
              </a:defRPr>
            </a:lvl8pPr>
            <a:lvl9pPr lvl="8" algn="ctr" rtl="0">
              <a:lnSpc>
                <a:spcPct val="100000"/>
              </a:lnSpc>
              <a:spcBef>
                <a:spcPts val="0"/>
              </a:spcBef>
              <a:spcAft>
                <a:spcPts val="0"/>
              </a:spcAft>
              <a:buClr>
                <a:schemeClr val="lt1"/>
              </a:buClr>
              <a:buSzPts val="3700"/>
              <a:buNone/>
              <a:defRPr sz="3700">
                <a:solidFill>
                  <a:schemeClr val="lt1"/>
                </a:solidFill>
              </a:defRPr>
            </a:lvl9pPr>
          </a:lstStyle>
          <a:p>
            <a:endParaRPr/>
          </a:p>
        </p:txBody>
      </p:sp>
      <p:sp>
        <p:nvSpPr>
          <p:cNvPr id="22" name="Google Shape;22;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1">
  <p:cSld name="TITLE_1_1">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415600" y="2480500"/>
            <a:ext cx="11360700" cy="2232300"/>
          </a:xfrm>
          <a:prstGeom prst="rect">
            <a:avLst/>
          </a:prstGeom>
        </p:spPr>
        <p:txBody>
          <a:bodyPr spcFirstLastPara="1" wrap="square" lIns="121900" tIns="121900" rIns="121900" bIns="121900" anchor="b" anchorCtr="0">
            <a:noAutofit/>
          </a:bodyPr>
          <a:lstStyle>
            <a:lvl1pPr lvl="0" algn="ctr" rtl="0">
              <a:spcBef>
                <a:spcPts val="0"/>
              </a:spcBef>
              <a:spcAft>
                <a:spcPts val="0"/>
              </a:spcAft>
              <a:buClr>
                <a:srgbClr val="0A7AF5"/>
              </a:buClr>
              <a:buSzPts val="4800"/>
              <a:buNone/>
              <a:defRPr sz="4800" b="1">
                <a:solidFill>
                  <a:srgbClr val="0A7AF5"/>
                </a:solidFill>
              </a:defRPr>
            </a:lvl1pPr>
            <a:lvl2pPr lvl="1" algn="ctr" rtl="0">
              <a:spcBef>
                <a:spcPts val="0"/>
              </a:spcBef>
              <a:spcAft>
                <a:spcPts val="0"/>
              </a:spcAft>
              <a:buClr>
                <a:srgbClr val="0A7AF5"/>
              </a:buClr>
              <a:buSzPts val="4800"/>
              <a:buNone/>
              <a:defRPr sz="4800" b="1">
                <a:solidFill>
                  <a:srgbClr val="0A7AF5"/>
                </a:solidFill>
              </a:defRPr>
            </a:lvl2pPr>
            <a:lvl3pPr lvl="2" algn="ctr" rtl="0">
              <a:spcBef>
                <a:spcPts val="0"/>
              </a:spcBef>
              <a:spcAft>
                <a:spcPts val="0"/>
              </a:spcAft>
              <a:buClr>
                <a:srgbClr val="0A7AF5"/>
              </a:buClr>
              <a:buSzPts val="4800"/>
              <a:buNone/>
              <a:defRPr sz="4800" b="1">
                <a:solidFill>
                  <a:srgbClr val="0A7AF5"/>
                </a:solidFill>
              </a:defRPr>
            </a:lvl3pPr>
            <a:lvl4pPr lvl="3" algn="ctr" rtl="0">
              <a:spcBef>
                <a:spcPts val="0"/>
              </a:spcBef>
              <a:spcAft>
                <a:spcPts val="0"/>
              </a:spcAft>
              <a:buClr>
                <a:srgbClr val="0A7AF5"/>
              </a:buClr>
              <a:buSzPts val="4800"/>
              <a:buNone/>
              <a:defRPr sz="4800" b="1">
                <a:solidFill>
                  <a:srgbClr val="0A7AF5"/>
                </a:solidFill>
              </a:defRPr>
            </a:lvl4pPr>
            <a:lvl5pPr lvl="4" algn="ctr" rtl="0">
              <a:spcBef>
                <a:spcPts val="0"/>
              </a:spcBef>
              <a:spcAft>
                <a:spcPts val="0"/>
              </a:spcAft>
              <a:buClr>
                <a:srgbClr val="0A7AF5"/>
              </a:buClr>
              <a:buSzPts val="4800"/>
              <a:buNone/>
              <a:defRPr sz="4800" b="1">
                <a:solidFill>
                  <a:srgbClr val="0A7AF5"/>
                </a:solidFill>
              </a:defRPr>
            </a:lvl5pPr>
            <a:lvl6pPr lvl="5" algn="ctr" rtl="0">
              <a:spcBef>
                <a:spcPts val="0"/>
              </a:spcBef>
              <a:spcAft>
                <a:spcPts val="0"/>
              </a:spcAft>
              <a:buClr>
                <a:srgbClr val="0A7AF5"/>
              </a:buClr>
              <a:buSzPts val="4800"/>
              <a:buNone/>
              <a:defRPr sz="4800" b="1">
                <a:solidFill>
                  <a:srgbClr val="0A7AF5"/>
                </a:solidFill>
              </a:defRPr>
            </a:lvl6pPr>
            <a:lvl7pPr lvl="6" algn="ctr" rtl="0">
              <a:spcBef>
                <a:spcPts val="0"/>
              </a:spcBef>
              <a:spcAft>
                <a:spcPts val="0"/>
              </a:spcAft>
              <a:buClr>
                <a:srgbClr val="0A7AF5"/>
              </a:buClr>
              <a:buSzPts val="4800"/>
              <a:buNone/>
              <a:defRPr sz="4800" b="1">
                <a:solidFill>
                  <a:srgbClr val="0A7AF5"/>
                </a:solidFill>
              </a:defRPr>
            </a:lvl7pPr>
            <a:lvl8pPr lvl="7" algn="ctr" rtl="0">
              <a:spcBef>
                <a:spcPts val="0"/>
              </a:spcBef>
              <a:spcAft>
                <a:spcPts val="0"/>
              </a:spcAft>
              <a:buClr>
                <a:srgbClr val="0A7AF5"/>
              </a:buClr>
              <a:buSzPts val="4800"/>
              <a:buNone/>
              <a:defRPr sz="4800" b="1">
                <a:solidFill>
                  <a:srgbClr val="0A7AF5"/>
                </a:solidFill>
              </a:defRPr>
            </a:lvl8pPr>
            <a:lvl9pPr lvl="8" algn="ctr" rtl="0">
              <a:spcBef>
                <a:spcPts val="0"/>
              </a:spcBef>
              <a:spcAft>
                <a:spcPts val="0"/>
              </a:spcAft>
              <a:buClr>
                <a:srgbClr val="0A7AF5"/>
              </a:buClr>
              <a:buSzPts val="4800"/>
              <a:buNone/>
              <a:defRPr sz="4800" b="1">
                <a:solidFill>
                  <a:srgbClr val="0A7AF5"/>
                </a:solidFill>
              </a:defRPr>
            </a:lvl9pPr>
          </a:lstStyle>
          <a:p>
            <a:endParaRPr/>
          </a:p>
        </p:txBody>
      </p:sp>
      <p:sp>
        <p:nvSpPr>
          <p:cNvPr id="25" name="Google Shape;25;p4"/>
          <p:cNvSpPr txBox="1">
            <a:spLocks noGrp="1"/>
          </p:cNvSpPr>
          <p:nvPr>
            <p:ph type="subTitle" idx="1"/>
          </p:nvPr>
        </p:nvSpPr>
        <p:spPr>
          <a:xfrm>
            <a:off x="415600" y="4762267"/>
            <a:ext cx="11360700" cy="1056900"/>
          </a:xfrm>
          <a:prstGeom prst="rect">
            <a:avLst/>
          </a:prstGeom>
        </p:spPr>
        <p:txBody>
          <a:bodyPr spcFirstLastPara="1" wrap="square" lIns="121900" tIns="121900" rIns="121900" bIns="121900" anchor="t" anchorCtr="0">
            <a:noAutofit/>
          </a:bodyPr>
          <a:lstStyle>
            <a:lvl1pPr lvl="0" algn="ctr" rtl="0">
              <a:lnSpc>
                <a:spcPct val="100000"/>
              </a:lnSpc>
              <a:spcBef>
                <a:spcPts val="0"/>
              </a:spcBef>
              <a:spcAft>
                <a:spcPts val="0"/>
              </a:spcAft>
              <a:buClr>
                <a:schemeClr val="lt1"/>
              </a:buClr>
              <a:buSzPts val="2400"/>
              <a:buNone/>
              <a:defRPr>
                <a:solidFill>
                  <a:schemeClr val="lt1"/>
                </a:solidFill>
              </a:defRPr>
            </a:lvl1pPr>
            <a:lvl2pPr lvl="1" algn="ctr" rtl="0">
              <a:lnSpc>
                <a:spcPct val="100000"/>
              </a:lnSpc>
              <a:spcBef>
                <a:spcPts val="0"/>
              </a:spcBef>
              <a:spcAft>
                <a:spcPts val="0"/>
              </a:spcAft>
              <a:buClr>
                <a:schemeClr val="lt1"/>
              </a:buClr>
              <a:buSzPts val="2400"/>
              <a:buNone/>
              <a:defRPr sz="2400">
                <a:solidFill>
                  <a:schemeClr val="lt1"/>
                </a:solidFill>
              </a:defRPr>
            </a:lvl2pPr>
            <a:lvl3pPr lvl="2" algn="ctr" rtl="0">
              <a:lnSpc>
                <a:spcPct val="100000"/>
              </a:lnSpc>
              <a:spcBef>
                <a:spcPts val="0"/>
              </a:spcBef>
              <a:spcAft>
                <a:spcPts val="0"/>
              </a:spcAft>
              <a:buClr>
                <a:schemeClr val="lt1"/>
              </a:buClr>
              <a:buSzPts val="2400"/>
              <a:buNone/>
              <a:defRPr sz="2400">
                <a:solidFill>
                  <a:schemeClr val="lt1"/>
                </a:solidFill>
              </a:defRPr>
            </a:lvl3pPr>
            <a:lvl4pPr lvl="3" algn="ctr" rtl="0">
              <a:lnSpc>
                <a:spcPct val="100000"/>
              </a:lnSpc>
              <a:spcBef>
                <a:spcPts val="0"/>
              </a:spcBef>
              <a:spcAft>
                <a:spcPts val="0"/>
              </a:spcAft>
              <a:buClr>
                <a:schemeClr val="lt1"/>
              </a:buClr>
              <a:buSzPts val="2400"/>
              <a:buNone/>
              <a:defRPr sz="2400">
                <a:solidFill>
                  <a:schemeClr val="lt1"/>
                </a:solidFill>
              </a:defRPr>
            </a:lvl4pPr>
            <a:lvl5pPr lvl="4" algn="ctr" rtl="0">
              <a:lnSpc>
                <a:spcPct val="100000"/>
              </a:lnSpc>
              <a:spcBef>
                <a:spcPts val="0"/>
              </a:spcBef>
              <a:spcAft>
                <a:spcPts val="0"/>
              </a:spcAft>
              <a:buClr>
                <a:schemeClr val="lt1"/>
              </a:buClr>
              <a:buSzPts val="2400"/>
              <a:buNone/>
              <a:defRPr sz="2400">
                <a:solidFill>
                  <a:schemeClr val="lt1"/>
                </a:solidFill>
              </a:defRPr>
            </a:lvl5pPr>
            <a:lvl6pPr lvl="5" algn="ctr" rtl="0">
              <a:lnSpc>
                <a:spcPct val="100000"/>
              </a:lnSpc>
              <a:spcBef>
                <a:spcPts val="0"/>
              </a:spcBef>
              <a:spcAft>
                <a:spcPts val="0"/>
              </a:spcAft>
              <a:buClr>
                <a:schemeClr val="lt1"/>
              </a:buClr>
              <a:buSzPts val="2400"/>
              <a:buNone/>
              <a:defRPr sz="2400">
                <a:solidFill>
                  <a:schemeClr val="lt1"/>
                </a:solidFill>
              </a:defRPr>
            </a:lvl6pPr>
            <a:lvl7pPr lvl="6" algn="ctr" rtl="0">
              <a:lnSpc>
                <a:spcPct val="100000"/>
              </a:lnSpc>
              <a:spcBef>
                <a:spcPts val="0"/>
              </a:spcBef>
              <a:spcAft>
                <a:spcPts val="0"/>
              </a:spcAft>
              <a:buClr>
                <a:schemeClr val="lt1"/>
              </a:buClr>
              <a:buSzPts val="2400"/>
              <a:buNone/>
              <a:defRPr sz="2400">
                <a:solidFill>
                  <a:schemeClr val="lt1"/>
                </a:solidFill>
              </a:defRPr>
            </a:lvl7pPr>
            <a:lvl8pPr lvl="7" algn="ctr" rtl="0">
              <a:lnSpc>
                <a:spcPct val="100000"/>
              </a:lnSpc>
              <a:spcBef>
                <a:spcPts val="0"/>
              </a:spcBef>
              <a:spcAft>
                <a:spcPts val="0"/>
              </a:spcAft>
              <a:buClr>
                <a:schemeClr val="lt1"/>
              </a:buClr>
              <a:buSzPts val="2400"/>
              <a:buNone/>
              <a:defRPr sz="2400">
                <a:solidFill>
                  <a:schemeClr val="lt1"/>
                </a:solidFill>
              </a:defRPr>
            </a:lvl8pPr>
            <a:lvl9pPr lvl="8" algn="ctr" rtl="0">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26" name="Google Shape;26;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1 1 1">
  <p:cSld name="TITLE_1_1_1">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5"/>
          <p:cNvSpPr txBox="1">
            <a:spLocks noGrp="1"/>
          </p:cNvSpPr>
          <p:nvPr>
            <p:ph type="ctrTitle"/>
          </p:nvPr>
        </p:nvSpPr>
        <p:spPr>
          <a:xfrm>
            <a:off x="415600" y="2480500"/>
            <a:ext cx="11360700" cy="2232300"/>
          </a:xfrm>
          <a:prstGeom prst="rect">
            <a:avLst/>
          </a:prstGeom>
        </p:spPr>
        <p:txBody>
          <a:bodyPr spcFirstLastPara="1" wrap="square" lIns="121900" tIns="121900" rIns="121900" bIns="121900" anchor="b" anchorCtr="0">
            <a:noAutofit/>
          </a:bodyPr>
          <a:lstStyle>
            <a:lvl1pPr lvl="0" algn="ctr" rtl="0">
              <a:spcBef>
                <a:spcPts val="0"/>
              </a:spcBef>
              <a:spcAft>
                <a:spcPts val="0"/>
              </a:spcAft>
              <a:buClr>
                <a:srgbClr val="0A7AF5"/>
              </a:buClr>
              <a:buSzPts val="4800"/>
              <a:buNone/>
              <a:defRPr sz="4800" b="1">
                <a:solidFill>
                  <a:srgbClr val="0A7AF5"/>
                </a:solidFill>
              </a:defRPr>
            </a:lvl1pPr>
            <a:lvl2pPr lvl="1" algn="ctr" rtl="0">
              <a:spcBef>
                <a:spcPts val="0"/>
              </a:spcBef>
              <a:spcAft>
                <a:spcPts val="0"/>
              </a:spcAft>
              <a:buClr>
                <a:srgbClr val="0A7AF5"/>
              </a:buClr>
              <a:buSzPts val="4800"/>
              <a:buNone/>
              <a:defRPr sz="4800" b="1">
                <a:solidFill>
                  <a:srgbClr val="0A7AF5"/>
                </a:solidFill>
              </a:defRPr>
            </a:lvl2pPr>
            <a:lvl3pPr lvl="2" algn="ctr" rtl="0">
              <a:spcBef>
                <a:spcPts val="0"/>
              </a:spcBef>
              <a:spcAft>
                <a:spcPts val="0"/>
              </a:spcAft>
              <a:buClr>
                <a:srgbClr val="0A7AF5"/>
              </a:buClr>
              <a:buSzPts val="4800"/>
              <a:buNone/>
              <a:defRPr sz="4800" b="1">
                <a:solidFill>
                  <a:srgbClr val="0A7AF5"/>
                </a:solidFill>
              </a:defRPr>
            </a:lvl3pPr>
            <a:lvl4pPr lvl="3" algn="ctr" rtl="0">
              <a:spcBef>
                <a:spcPts val="0"/>
              </a:spcBef>
              <a:spcAft>
                <a:spcPts val="0"/>
              </a:spcAft>
              <a:buClr>
                <a:srgbClr val="0A7AF5"/>
              </a:buClr>
              <a:buSzPts val="4800"/>
              <a:buNone/>
              <a:defRPr sz="4800" b="1">
                <a:solidFill>
                  <a:srgbClr val="0A7AF5"/>
                </a:solidFill>
              </a:defRPr>
            </a:lvl4pPr>
            <a:lvl5pPr lvl="4" algn="ctr" rtl="0">
              <a:spcBef>
                <a:spcPts val="0"/>
              </a:spcBef>
              <a:spcAft>
                <a:spcPts val="0"/>
              </a:spcAft>
              <a:buClr>
                <a:srgbClr val="0A7AF5"/>
              </a:buClr>
              <a:buSzPts val="4800"/>
              <a:buNone/>
              <a:defRPr sz="4800" b="1">
                <a:solidFill>
                  <a:srgbClr val="0A7AF5"/>
                </a:solidFill>
              </a:defRPr>
            </a:lvl5pPr>
            <a:lvl6pPr lvl="5" algn="ctr" rtl="0">
              <a:spcBef>
                <a:spcPts val="0"/>
              </a:spcBef>
              <a:spcAft>
                <a:spcPts val="0"/>
              </a:spcAft>
              <a:buClr>
                <a:srgbClr val="0A7AF5"/>
              </a:buClr>
              <a:buSzPts val="4800"/>
              <a:buNone/>
              <a:defRPr sz="4800" b="1">
                <a:solidFill>
                  <a:srgbClr val="0A7AF5"/>
                </a:solidFill>
              </a:defRPr>
            </a:lvl6pPr>
            <a:lvl7pPr lvl="6" algn="ctr" rtl="0">
              <a:spcBef>
                <a:spcPts val="0"/>
              </a:spcBef>
              <a:spcAft>
                <a:spcPts val="0"/>
              </a:spcAft>
              <a:buClr>
                <a:srgbClr val="0A7AF5"/>
              </a:buClr>
              <a:buSzPts val="4800"/>
              <a:buNone/>
              <a:defRPr sz="4800" b="1">
                <a:solidFill>
                  <a:srgbClr val="0A7AF5"/>
                </a:solidFill>
              </a:defRPr>
            </a:lvl7pPr>
            <a:lvl8pPr lvl="7" algn="ctr" rtl="0">
              <a:spcBef>
                <a:spcPts val="0"/>
              </a:spcBef>
              <a:spcAft>
                <a:spcPts val="0"/>
              </a:spcAft>
              <a:buClr>
                <a:srgbClr val="0A7AF5"/>
              </a:buClr>
              <a:buSzPts val="4800"/>
              <a:buNone/>
              <a:defRPr sz="4800" b="1">
                <a:solidFill>
                  <a:srgbClr val="0A7AF5"/>
                </a:solidFill>
              </a:defRPr>
            </a:lvl8pPr>
            <a:lvl9pPr lvl="8" algn="ctr" rtl="0">
              <a:spcBef>
                <a:spcPts val="0"/>
              </a:spcBef>
              <a:spcAft>
                <a:spcPts val="0"/>
              </a:spcAft>
              <a:buClr>
                <a:srgbClr val="0A7AF5"/>
              </a:buClr>
              <a:buSzPts val="4800"/>
              <a:buNone/>
              <a:defRPr sz="4800" b="1">
                <a:solidFill>
                  <a:srgbClr val="0A7AF5"/>
                </a:solidFill>
              </a:defRPr>
            </a:lvl9pPr>
          </a:lstStyle>
          <a:p>
            <a:endParaRPr dirty="0"/>
          </a:p>
        </p:txBody>
      </p:sp>
      <p:sp>
        <p:nvSpPr>
          <p:cNvPr id="29" name="Google Shape;29;p5"/>
          <p:cNvSpPr txBox="1">
            <a:spLocks noGrp="1"/>
          </p:cNvSpPr>
          <p:nvPr>
            <p:ph type="subTitle" idx="1"/>
          </p:nvPr>
        </p:nvSpPr>
        <p:spPr>
          <a:xfrm>
            <a:off x="415600" y="4762267"/>
            <a:ext cx="11360700" cy="1056900"/>
          </a:xfrm>
          <a:prstGeom prst="rect">
            <a:avLst/>
          </a:prstGeom>
        </p:spPr>
        <p:txBody>
          <a:bodyPr spcFirstLastPara="1" wrap="square" lIns="121900" tIns="121900" rIns="121900" bIns="121900" anchor="t" anchorCtr="0">
            <a:noAutofit/>
          </a:bodyPr>
          <a:lstStyle>
            <a:lvl1pPr lvl="0" algn="ctr" rtl="0">
              <a:lnSpc>
                <a:spcPct val="100000"/>
              </a:lnSpc>
              <a:spcBef>
                <a:spcPts val="0"/>
              </a:spcBef>
              <a:spcAft>
                <a:spcPts val="0"/>
              </a:spcAft>
              <a:buClr>
                <a:schemeClr val="dk1"/>
              </a:buClr>
              <a:buSzPts val="2400"/>
              <a:buNone/>
              <a:defRPr>
                <a:solidFill>
                  <a:schemeClr val="dk1"/>
                </a:solidFill>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30" name="Google Shape;30;p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2">
  <p:cSld name="TITLE_2_1">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33" name="Google Shape;33;p6"/>
          <p:cNvPicPr preferRelativeResize="0"/>
          <p:nvPr/>
        </p:nvPicPr>
        <p:blipFill>
          <a:blip r:embed="rId3">
            <a:alphaModFix/>
          </a:blip>
          <a:stretch>
            <a:fillRect/>
          </a:stretch>
        </p:blipFill>
        <p:spPr>
          <a:xfrm>
            <a:off x="371625" y="6277535"/>
            <a:ext cx="1769975" cy="42790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1">
  <p:cSld name="TITLE_2_1_4">
    <p:bg>
      <p:bgPr>
        <a:blipFill>
          <a:blip r:embed="rId2">
            <a:alphaModFix/>
          </a:blip>
          <a:stretch>
            <a:fillRect/>
          </a:stretch>
        </a:blipFill>
        <a:effectLst/>
      </p:bgPr>
    </p:bg>
    <p:spTree>
      <p:nvGrpSpPr>
        <p:cNvPr id="1" name="Shape 34"/>
        <p:cNvGrpSpPr/>
        <p:nvPr/>
      </p:nvGrpSpPr>
      <p:grpSpPr>
        <a:xfrm>
          <a:off x="0" y="0"/>
          <a:ext cx="0" cy="0"/>
          <a:chOff x="0" y="0"/>
          <a:chExt cx="0" cy="0"/>
        </a:xfrm>
      </p:grpSpPr>
      <p:sp>
        <p:nvSpPr>
          <p:cNvPr id="35" name="Google Shape;35;p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2 1 1">
  <p:cSld name="TITLE_2_1_4_1">
    <p:bg>
      <p:bgPr>
        <a:solidFill>
          <a:schemeClr val="lt1"/>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pic>
        <p:nvPicPr>
          <p:cNvPr id="38" name="Google Shape;38;p8"/>
          <p:cNvPicPr preferRelativeResize="0"/>
          <p:nvPr/>
        </p:nvPicPr>
        <p:blipFill>
          <a:blip r:embed="rId2">
            <a:alphaModFix/>
          </a:blip>
          <a:stretch>
            <a:fillRect/>
          </a:stretch>
        </p:blipFill>
        <p:spPr>
          <a:xfrm>
            <a:off x="371625" y="6125131"/>
            <a:ext cx="1769975" cy="42790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1 1" preserve="1">
  <p:cSld name="1_Background 2 1 1">
    <p:bg>
      <p:bgPr>
        <a:solidFill>
          <a:schemeClr val="lt1"/>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2860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3">
  <p:cSld name="TITLE_2_1_1">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pic>
        <p:nvPicPr>
          <p:cNvPr id="2" name="Google Shape;175;p32" descr="A white letters on a black background&#10;&#10;Description automatically generated">
            <a:extLst>
              <a:ext uri="{FF2B5EF4-FFF2-40B4-BE49-F238E27FC236}">
                <a16:creationId xmlns:a16="http://schemas.microsoft.com/office/drawing/2014/main" id="{6A3CC3FE-2BF7-0C53-2333-3427935C2547}"/>
              </a:ext>
            </a:extLst>
          </p:cNvPr>
          <p:cNvPicPr preferRelativeResize="0"/>
          <p:nvPr userDrawn="1"/>
        </p:nvPicPr>
        <p:blipFill rotWithShape="1">
          <a:blip r:embed="rId3">
            <a:alphaModFix/>
          </a:blip>
          <a:srcRect r="73264" b="-715"/>
          <a:stretch/>
        </p:blipFill>
        <p:spPr>
          <a:xfrm>
            <a:off x="10575083" y="5472537"/>
            <a:ext cx="1312338" cy="119764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5">
  <p:cSld name="TITLE_2_1_3">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pic>
        <p:nvPicPr>
          <p:cNvPr id="43" name="Google Shape;43;p10"/>
          <p:cNvPicPr preferRelativeResize="0"/>
          <p:nvPr/>
        </p:nvPicPr>
        <p:blipFill>
          <a:blip r:embed="rId3">
            <a:alphaModFix/>
          </a:blip>
          <a:stretch>
            <a:fillRect/>
          </a:stretch>
        </p:blipFill>
        <p:spPr>
          <a:xfrm>
            <a:off x="371625" y="6233985"/>
            <a:ext cx="1769975" cy="4279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5 1">
  <p:cSld name="TITLE_2_1_3_3">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5 1 1">
  <p:cSld name="TITLE_2_1_3_3_1">
    <p:bg>
      <p:bgPr>
        <a:solidFill>
          <a:schemeClr val="dk1"/>
        </a:solidFill>
        <a:effectLst/>
      </p:bgPr>
    </p:bg>
    <p:spTree>
      <p:nvGrpSpPr>
        <p:cNvPr id="1" name="Shape 46"/>
        <p:cNvGrpSpPr/>
        <p:nvPr/>
      </p:nvGrpSpPr>
      <p:grpSpPr>
        <a:xfrm>
          <a:off x="0" y="0"/>
          <a:ext cx="0" cy="0"/>
          <a:chOff x="0" y="0"/>
          <a:chExt cx="0" cy="0"/>
        </a:xfrm>
      </p:grpSpPr>
      <p:sp>
        <p:nvSpPr>
          <p:cNvPr id="47" name="Google Shape;47;p1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pic>
        <p:nvPicPr>
          <p:cNvPr id="48" name="Google Shape;48;p12"/>
          <p:cNvPicPr preferRelativeResize="0"/>
          <p:nvPr/>
        </p:nvPicPr>
        <p:blipFill>
          <a:blip r:embed="rId2">
            <a:alphaModFix/>
          </a:blip>
          <a:stretch>
            <a:fillRect/>
          </a:stretch>
        </p:blipFill>
        <p:spPr>
          <a:xfrm>
            <a:off x="371625" y="6125125"/>
            <a:ext cx="1769975" cy="4279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Half &amp; Half 1">
  <p:cSld name="TITLE_2_1_3_1">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13"/>
          <p:cNvSpPr/>
          <p:nvPr/>
        </p:nvSpPr>
        <p:spPr>
          <a:xfrm>
            <a:off x="6090125" y="0"/>
            <a:ext cx="6102000" cy="6858000"/>
          </a:xfrm>
          <a:prstGeom prst="rect">
            <a:avLst/>
          </a:prstGeom>
          <a:solidFill>
            <a:schemeClr val="lt2"/>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 name="Google Shape;51;p1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alf &amp; Half 2">
  <p:cSld name="TITLE_2_1_3_2">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1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
        <p:nvSpPr>
          <p:cNvPr id="54" name="Google Shape;54;p14"/>
          <p:cNvSpPr/>
          <p:nvPr/>
        </p:nvSpPr>
        <p:spPr>
          <a:xfrm>
            <a:off x="0" y="0"/>
            <a:ext cx="6102000" cy="6858000"/>
          </a:xfrm>
          <a:prstGeom prst="rect">
            <a:avLst/>
          </a:prstGeom>
          <a:solidFill>
            <a:schemeClr val="lt2"/>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5"/>
        <p:cNvGrpSpPr/>
        <p:nvPr/>
      </p:nvGrpSpPr>
      <p:grpSpPr>
        <a:xfrm>
          <a:off x="0" y="0"/>
          <a:ext cx="0" cy="0"/>
          <a:chOff x="0" y="0"/>
          <a:chExt cx="0" cy="0"/>
        </a:xfrm>
      </p:grpSpPr>
      <p:sp>
        <p:nvSpPr>
          <p:cNvPr id="56" name="Google Shape;56;p15"/>
          <p:cNvSpPr/>
          <p:nvPr/>
        </p:nvSpPr>
        <p:spPr>
          <a:xfrm>
            <a:off x="2800" y="-167"/>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solidFill>
                <a:schemeClr val="lt1"/>
              </a:solidFill>
              <a:latin typeface="Open Sans"/>
              <a:ea typeface="Open Sans"/>
              <a:cs typeface="Open Sans"/>
              <a:sym typeface="Open Sans"/>
            </a:endParaRPr>
          </a:p>
        </p:txBody>
      </p:sp>
      <p:sp>
        <p:nvSpPr>
          <p:cNvPr id="57" name="Google Shape;57;p15"/>
          <p:cNvSpPr txBox="1">
            <a:spLocks noGrp="1"/>
          </p:cNvSpPr>
          <p:nvPr>
            <p:ph type="title"/>
          </p:nvPr>
        </p:nvSpPr>
        <p:spPr>
          <a:xfrm>
            <a:off x="354000" y="814867"/>
            <a:ext cx="5393700" cy="967200"/>
          </a:xfrm>
          <a:prstGeom prst="rect">
            <a:avLst/>
          </a:prstGeom>
        </p:spPr>
        <p:txBody>
          <a:bodyPr spcFirstLastPara="1" wrap="square" lIns="121900" tIns="121900" rIns="121900" bIns="121900" anchor="b" anchorCtr="0">
            <a:noAutofit/>
          </a:bodyPr>
          <a:lstStyle>
            <a:lvl1pPr lvl="0">
              <a:spcBef>
                <a:spcPts val="0"/>
              </a:spcBef>
              <a:spcAft>
                <a:spcPts val="0"/>
              </a:spcAft>
              <a:buClr>
                <a:srgbClr val="0979F3"/>
              </a:buClr>
              <a:buSzPts val="5600"/>
              <a:buNone/>
              <a:defRPr sz="5600" b="1">
                <a:solidFill>
                  <a:srgbClr val="0979F3"/>
                </a:solidFill>
              </a:defRPr>
            </a:lvl1pPr>
            <a:lvl2pPr lvl="1" algn="ctr">
              <a:spcBef>
                <a:spcPts val="0"/>
              </a:spcBef>
              <a:spcAft>
                <a:spcPts val="0"/>
              </a:spcAft>
              <a:buClr>
                <a:schemeClr val="lt1"/>
              </a:buClr>
              <a:buSzPts val="5600"/>
              <a:buNone/>
              <a:defRPr sz="5600">
                <a:solidFill>
                  <a:schemeClr val="lt1"/>
                </a:solidFill>
              </a:defRPr>
            </a:lvl2pPr>
            <a:lvl3pPr lvl="2" algn="ctr">
              <a:spcBef>
                <a:spcPts val="0"/>
              </a:spcBef>
              <a:spcAft>
                <a:spcPts val="0"/>
              </a:spcAft>
              <a:buClr>
                <a:schemeClr val="lt1"/>
              </a:buClr>
              <a:buSzPts val="5600"/>
              <a:buNone/>
              <a:defRPr sz="5600">
                <a:solidFill>
                  <a:schemeClr val="lt1"/>
                </a:solidFill>
              </a:defRPr>
            </a:lvl3pPr>
            <a:lvl4pPr lvl="3" algn="ctr">
              <a:spcBef>
                <a:spcPts val="0"/>
              </a:spcBef>
              <a:spcAft>
                <a:spcPts val="0"/>
              </a:spcAft>
              <a:buClr>
                <a:schemeClr val="lt1"/>
              </a:buClr>
              <a:buSzPts val="5600"/>
              <a:buNone/>
              <a:defRPr sz="5600">
                <a:solidFill>
                  <a:schemeClr val="lt1"/>
                </a:solidFill>
              </a:defRPr>
            </a:lvl4pPr>
            <a:lvl5pPr lvl="4" algn="ctr">
              <a:spcBef>
                <a:spcPts val="0"/>
              </a:spcBef>
              <a:spcAft>
                <a:spcPts val="0"/>
              </a:spcAft>
              <a:buClr>
                <a:schemeClr val="lt1"/>
              </a:buClr>
              <a:buSzPts val="5600"/>
              <a:buNone/>
              <a:defRPr sz="5600">
                <a:solidFill>
                  <a:schemeClr val="lt1"/>
                </a:solidFill>
              </a:defRPr>
            </a:lvl5pPr>
            <a:lvl6pPr lvl="5" algn="ctr">
              <a:spcBef>
                <a:spcPts val="0"/>
              </a:spcBef>
              <a:spcAft>
                <a:spcPts val="0"/>
              </a:spcAft>
              <a:buClr>
                <a:schemeClr val="lt1"/>
              </a:buClr>
              <a:buSzPts val="5600"/>
              <a:buNone/>
              <a:defRPr sz="5600">
                <a:solidFill>
                  <a:schemeClr val="lt1"/>
                </a:solidFill>
              </a:defRPr>
            </a:lvl6pPr>
            <a:lvl7pPr lvl="6" algn="ctr">
              <a:spcBef>
                <a:spcPts val="0"/>
              </a:spcBef>
              <a:spcAft>
                <a:spcPts val="0"/>
              </a:spcAft>
              <a:buClr>
                <a:schemeClr val="lt1"/>
              </a:buClr>
              <a:buSzPts val="5600"/>
              <a:buNone/>
              <a:defRPr sz="5600">
                <a:solidFill>
                  <a:schemeClr val="lt1"/>
                </a:solidFill>
              </a:defRPr>
            </a:lvl7pPr>
            <a:lvl8pPr lvl="7" algn="ctr">
              <a:spcBef>
                <a:spcPts val="0"/>
              </a:spcBef>
              <a:spcAft>
                <a:spcPts val="0"/>
              </a:spcAft>
              <a:buClr>
                <a:schemeClr val="lt1"/>
              </a:buClr>
              <a:buSzPts val="5600"/>
              <a:buNone/>
              <a:defRPr sz="5600">
                <a:solidFill>
                  <a:schemeClr val="lt1"/>
                </a:solidFill>
              </a:defRPr>
            </a:lvl8pPr>
            <a:lvl9pPr lvl="8" algn="ctr">
              <a:spcBef>
                <a:spcPts val="0"/>
              </a:spcBef>
              <a:spcAft>
                <a:spcPts val="0"/>
              </a:spcAft>
              <a:buClr>
                <a:schemeClr val="lt1"/>
              </a:buClr>
              <a:buSzPts val="5600"/>
              <a:buNone/>
              <a:defRPr sz="5600">
                <a:solidFill>
                  <a:schemeClr val="lt1"/>
                </a:solidFill>
              </a:defRPr>
            </a:lvl9pPr>
          </a:lstStyle>
          <a:p>
            <a:endParaRPr/>
          </a:p>
        </p:txBody>
      </p:sp>
      <p:sp>
        <p:nvSpPr>
          <p:cNvPr id="58" name="Google Shape;58;p15"/>
          <p:cNvSpPr txBox="1">
            <a:spLocks noGrp="1"/>
          </p:cNvSpPr>
          <p:nvPr>
            <p:ph type="subTitle" idx="1"/>
          </p:nvPr>
        </p:nvSpPr>
        <p:spPr>
          <a:xfrm>
            <a:off x="354000" y="1782067"/>
            <a:ext cx="5393700" cy="642000"/>
          </a:xfrm>
          <a:prstGeom prst="rect">
            <a:avLst/>
          </a:prstGeom>
        </p:spPr>
        <p:txBody>
          <a:bodyPr spcFirstLastPara="1" wrap="square" lIns="121900" tIns="121900" rIns="121900" bIns="121900" anchor="t" anchorCtr="0">
            <a:noAutofit/>
          </a:bodyPr>
          <a:lstStyle>
            <a:lvl1pPr lvl="0">
              <a:lnSpc>
                <a:spcPct val="100000"/>
              </a:lnSpc>
              <a:spcBef>
                <a:spcPts val="0"/>
              </a:spcBef>
              <a:spcAft>
                <a:spcPts val="0"/>
              </a:spcAft>
              <a:buClr>
                <a:schemeClr val="lt1"/>
              </a:buClr>
              <a:buSzPts val="2400"/>
              <a:buNone/>
              <a:defRPr>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59" name="Google Shape;59;p15"/>
          <p:cNvSpPr txBox="1">
            <a:spLocks noGrp="1"/>
          </p:cNvSpPr>
          <p:nvPr>
            <p:ph type="body" idx="2"/>
          </p:nvPr>
        </p:nvSpPr>
        <p:spPr>
          <a:xfrm>
            <a:off x="354000" y="2837500"/>
            <a:ext cx="5115900" cy="3056100"/>
          </a:xfrm>
          <a:prstGeom prst="rect">
            <a:avLst/>
          </a:prstGeom>
        </p:spPr>
        <p:txBody>
          <a:bodyPr spcFirstLastPara="1" wrap="square" lIns="121900" tIns="121900" rIns="121900" bIns="121900" anchor="ctr" anchorCtr="0">
            <a:noAutofit/>
          </a:bodyPr>
          <a:lstStyle>
            <a:lvl1pPr marL="457200" lvl="0" indent="-381000">
              <a:spcBef>
                <a:spcPts val="0"/>
              </a:spcBef>
              <a:spcAft>
                <a:spcPts val="0"/>
              </a:spcAft>
              <a:buClr>
                <a:schemeClr val="lt1"/>
              </a:buClr>
              <a:buSzPts val="2400"/>
              <a:buChar char="●"/>
              <a:defRPr>
                <a:solidFill>
                  <a:schemeClr val="lt1"/>
                </a:solidFill>
              </a:defRPr>
            </a:lvl1pPr>
            <a:lvl2pPr marL="914400" lvl="1" indent="-349250">
              <a:spcBef>
                <a:spcPts val="0"/>
              </a:spcBef>
              <a:spcAft>
                <a:spcPts val="0"/>
              </a:spcAft>
              <a:buClr>
                <a:schemeClr val="lt1"/>
              </a:buClr>
              <a:buSzPts val="1900"/>
              <a:buChar char="○"/>
              <a:defRPr>
                <a:solidFill>
                  <a:schemeClr val="lt1"/>
                </a:solidFill>
              </a:defRPr>
            </a:lvl2pPr>
            <a:lvl3pPr marL="1371600" lvl="2" indent="-349250">
              <a:spcBef>
                <a:spcPts val="0"/>
              </a:spcBef>
              <a:spcAft>
                <a:spcPts val="0"/>
              </a:spcAft>
              <a:buClr>
                <a:schemeClr val="lt1"/>
              </a:buClr>
              <a:buSzPts val="1900"/>
              <a:buChar char="■"/>
              <a:defRPr>
                <a:solidFill>
                  <a:schemeClr val="lt1"/>
                </a:solidFill>
              </a:defRPr>
            </a:lvl3pPr>
            <a:lvl4pPr marL="1828800" lvl="3" indent="-349250">
              <a:spcBef>
                <a:spcPts val="0"/>
              </a:spcBef>
              <a:spcAft>
                <a:spcPts val="0"/>
              </a:spcAft>
              <a:buClr>
                <a:schemeClr val="lt1"/>
              </a:buClr>
              <a:buSzPts val="1900"/>
              <a:buChar char="●"/>
              <a:defRPr>
                <a:solidFill>
                  <a:schemeClr val="lt1"/>
                </a:solidFill>
              </a:defRPr>
            </a:lvl4pPr>
            <a:lvl5pPr marL="2286000" lvl="4" indent="-349250">
              <a:spcBef>
                <a:spcPts val="0"/>
              </a:spcBef>
              <a:spcAft>
                <a:spcPts val="0"/>
              </a:spcAft>
              <a:buClr>
                <a:schemeClr val="lt1"/>
              </a:buClr>
              <a:buSzPts val="1900"/>
              <a:buChar char="○"/>
              <a:defRPr>
                <a:solidFill>
                  <a:schemeClr val="lt1"/>
                </a:solidFill>
              </a:defRPr>
            </a:lvl5pPr>
            <a:lvl6pPr marL="2743200" lvl="5" indent="-349250">
              <a:spcBef>
                <a:spcPts val="0"/>
              </a:spcBef>
              <a:spcAft>
                <a:spcPts val="0"/>
              </a:spcAft>
              <a:buClr>
                <a:schemeClr val="lt1"/>
              </a:buClr>
              <a:buSzPts val="1900"/>
              <a:buChar char="■"/>
              <a:defRPr>
                <a:solidFill>
                  <a:schemeClr val="lt1"/>
                </a:solidFill>
              </a:defRPr>
            </a:lvl6pPr>
            <a:lvl7pPr marL="3200400" lvl="6" indent="-349250">
              <a:spcBef>
                <a:spcPts val="0"/>
              </a:spcBef>
              <a:spcAft>
                <a:spcPts val="0"/>
              </a:spcAft>
              <a:buClr>
                <a:schemeClr val="lt1"/>
              </a:buClr>
              <a:buSzPts val="1900"/>
              <a:buChar char="●"/>
              <a:defRPr>
                <a:solidFill>
                  <a:schemeClr val="lt1"/>
                </a:solidFill>
              </a:defRPr>
            </a:lvl7pPr>
            <a:lvl8pPr marL="3657600" lvl="7" indent="-349250">
              <a:spcBef>
                <a:spcPts val="0"/>
              </a:spcBef>
              <a:spcAft>
                <a:spcPts val="0"/>
              </a:spcAft>
              <a:buClr>
                <a:schemeClr val="lt1"/>
              </a:buClr>
              <a:buSzPts val="1900"/>
              <a:buChar char="○"/>
              <a:defRPr>
                <a:solidFill>
                  <a:schemeClr val="lt1"/>
                </a:solidFill>
              </a:defRPr>
            </a:lvl8pPr>
            <a:lvl9pPr marL="4114800" lvl="8" indent="-349250">
              <a:spcBef>
                <a:spcPts val="0"/>
              </a:spcBef>
              <a:spcAft>
                <a:spcPts val="0"/>
              </a:spcAft>
              <a:buClr>
                <a:schemeClr val="lt1"/>
              </a:buClr>
              <a:buSzPts val="1900"/>
              <a:buChar char="■"/>
              <a:defRPr>
                <a:solidFill>
                  <a:schemeClr val="lt1"/>
                </a:solidFill>
              </a:defRPr>
            </a:lvl9pPr>
          </a:lstStyle>
          <a:p>
            <a:endParaRPr/>
          </a:p>
        </p:txBody>
      </p:sp>
      <p:sp>
        <p:nvSpPr>
          <p:cNvPr id="60" name="Google Shape;60;p1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hoto Right - Dark 1">
  <p:cSld name="About Us">
    <p:bg>
      <p:bgPr>
        <a:solidFill>
          <a:schemeClr val="dk1"/>
        </a:solidFill>
        <a:effectLst/>
      </p:bgPr>
    </p:bg>
    <p:spTree>
      <p:nvGrpSpPr>
        <p:cNvPr id="1" name="Shape 61"/>
        <p:cNvGrpSpPr/>
        <p:nvPr/>
      </p:nvGrpSpPr>
      <p:grpSpPr>
        <a:xfrm>
          <a:off x="0" y="0"/>
          <a:ext cx="0" cy="0"/>
          <a:chOff x="0" y="0"/>
          <a:chExt cx="0" cy="0"/>
        </a:xfrm>
      </p:grpSpPr>
      <p:pic>
        <p:nvPicPr>
          <p:cNvPr id="62" name="Google Shape;62;p16"/>
          <p:cNvPicPr preferRelativeResize="0"/>
          <p:nvPr/>
        </p:nvPicPr>
        <p:blipFill>
          <a:blip r:embed="rId2">
            <a:alphaModFix/>
          </a:blip>
          <a:stretch>
            <a:fillRect/>
          </a:stretch>
        </p:blipFill>
        <p:spPr>
          <a:xfrm>
            <a:off x="7944675" y="-7500"/>
            <a:ext cx="4271752" cy="6857999"/>
          </a:xfrm>
          <a:prstGeom prst="rect">
            <a:avLst/>
          </a:prstGeom>
          <a:noFill/>
          <a:ln>
            <a:noFill/>
          </a:ln>
        </p:spPr>
      </p:pic>
      <p:sp>
        <p:nvSpPr>
          <p:cNvPr id="63" name="Google Shape;63;p16"/>
          <p:cNvSpPr txBox="1">
            <a:spLocks noGrp="1"/>
          </p:cNvSpPr>
          <p:nvPr>
            <p:ph type="sldNum" idx="12"/>
          </p:nvPr>
        </p:nvSpPr>
        <p:spPr>
          <a:xfrm>
            <a:off x="11390685" y="6233661"/>
            <a:ext cx="731700" cy="524700"/>
          </a:xfrm>
          <a:prstGeom prst="rect">
            <a:avLst/>
          </a:prstGeom>
        </p:spPr>
        <p:txBody>
          <a:bodyPr spcFirstLastPara="1" wrap="square" lIns="121900" tIns="121900" rIns="121900" bIns="121900" anchor="ctr" anchorCtr="0">
            <a:noAutofit/>
          </a:bodyPr>
          <a:lstStyle>
            <a:lvl1pPr lvl="0" algn="r" rtl="0">
              <a:buNone/>
              <a:defRPr sz="1300">
                <a:solidFill>
                  <a:schemeClr val="lt1"/>
                </a:solidFill>
                <a:latin typeface="Avenir"/>
                <a:ea typeface="Avenir"/>
                <a:cs typeface="Avenir"/>
                <a:sym typeface="Avenir"/>
              </a:defRPr>
            </a:lvl1pPr>
            <a:lvl2pPr lvl="1" algn="r" rtl="0">
              <a:buNone/>
              <a:defRPr sz="1300">
                <a:solidFill>
                  <a:schemeClr val="lt1"/>
                </a:solidFill>
                <a:latin typeface="Avenir"/>
                <a:ea typeface="Avenir"/>
                <a:cs typeface="Avenir"/>
                <a:sym typeface="Avenir"/>
              </a:defRPr>
            </a:lvl2pPr>
            <a:lvl3pPr lvl="2" algn="r" rtl="0">
              <a:buNone/>
              <a:defRPr sz="1300">
                <a:solidFill>
                  <a:schemeClr val="lt1"/>
                </a:solidFill>
                <a:latin typeface="Avenir"/>
                <a:ea typeface="Avenir"/>
                <a:cs typeface="Avenir"/>
                <a:sym typeface="Avenir"/>
              </a:defRPr>
            </a:lvl3pPr>
            <a:lvl4pPr lvl="3" algn="r" rtl="0">
              <a:buNone/>
              <a:defRPr sz="1300">
                <a:solidFill>
                  <a:schemeClr val="lt1"/>
                </a:solidFill>
                <a:latin typeface="Avenir"/>
                <a:ea typeface="Avenir"/>
                <a:cs typeface="Avenir"/>
                <a:sym typeface="Avenir"/>
              </a:defRPr>
            </a:lvl4pPr>
            <a:lvl5pPr lvl="4" algn="r" rtl="0">
              <a:buNone/>
              <a:defRPr sz="1300">
                <a:solidFill>
                  <a:schemeClr val="lt1"/>
                </a:solidFill>
                <a:latin typeface="Avenir"/>
                <a:ea typeface="Avenir"/>
                <a:cs typeface="Avenir"/>
                <a:sym typeface="Avenir"/>
              </a:defRPr>
            </a:lvl5pPr>
            <a:lvl6pPr lvl="5" algn="r" rtl="0">
              <a:buNone/>
              <a:defRPr sz="1300">
                <a:solidFill>
                  <a:schemeClr val="lt1"/>
                </a:solidFill>
                <a:latin typeface="Avenir"/>
                <a:ea typeface="Avenir"/>
                <a:cs typeface="Avenir"/>
                <a:sym typeface="Avenir"/>
              </a:defRPr>
            </a:lvl6pPr>
            <a:lvl7pPr lvl="6" algn="r" rtl="0">
              <a:buNone/>
              <a:defRPr sz="1300">
                <a:solidFill>
                  <a:schemeClr val="lt1"/>
                </a:solidFill>
                <a:latin typeface="Avenir"/>
                <a:ea typeface="Avenir"/>
                <a:cs typeface="Avenir"/>
                <a:sym typeface="Avenir"/>
              </a:defRPr>
            </a:lvl7pPr>
            <a:lvl8pPr lvl="7" algn="r" rtl="0">
              <a:buNone/>
              <a:defRPr sz="1300">
                <a:solidFill>
                  <a:schemeClr val="lt1"/>
                </a:solidFill>
                <a:latin typeface="Avenir"/>
                <a:ea typeface="Avenir"/>
                <a:cs typeface="Avenir"/>
                <a:sym typeface="Avenir"/>
              </a:defRPr>
            </a:lvl8pPr>
            <a:lvl9pPr lvl="8" algn="r" rtl="0">
              <a:buNone/>
              <a:defRPr sz="1300">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hoto Left - Dark 1">
  <p:cSld name="About Us_3">
    <p:bg>
      <p:bgPr>
        <a:solidFill>
          <a:schemeClr val="dk1"/>
        </a:solidFill>
        <a:effectLst/>
      </p:bgPr>
    </p:bg>
    <p:spTree>
      <p:nvGrpSpPr>
        <p:cNvPr id="1" name="Shape 70"/>
        <p:cNvGrpSpPr/>
        <p:nvPr/>
      </p:nvGrpSpPr>
      <p:grpSpPr>
        <a:xfrm>
          <a:off x="0" y="0"/>
          <a:ext cx="0" cy="0"/>
          <a:chOff x="0" y="0"/>
          <a:chExt cx="0" cy="0"/>
        </a:xfrm>
      </p:grpSpPr>
      <p:pic>
        <p:nvPicPr>
          <p:cNvPr id="71" name="Google Shape;71;p20"/>
          <p:cNvPicPr preferRelativeResize="0"/>
          <p:nvPr/>
        </p:nvPicPr>
        <p:blipFill>
          <a:blip r:embed="rId2">
            <a:alphaModFix/>
          </a:blip>
          <a:stretch>
            <a:fillRect/>
          </a:stretch>
        </p:blipFill>
        <p:spPr>
          <a:xfrm>
            <a:off x="0" y="0"/>
            <a:ext cx="4271752" cy="685799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hoto Right - Dark 3 1">
  <p:cSld name="About Us_2_1_3">
    <p:bg>
      <p:bgPr>
        <a:solidFill>
          <a:schemeClr val="dk1"/>
        </a:solidFill>
        <a:effectLst/>
      </p:bgPr>
    </p:bg>
    <p:spTree>
      <p:nvGrpSpPr>
        <p:cNvPr id="1" name="Shape 74"/>
        <p:cNvGrpSpPr/>
        <p:nvPr/>
      </p:nvGrpSpPr>
      <p:grpSpPr>
        <a:xfrm>
          <a:off x="0" y="0"/>
          <a:ext cx="0" cy="0"/>
          <a:chOff x="0" y="0"/>
          <a:chExt cx="0" cy="0"/>
        </a:xfrm>
      </p:grpSpPr>
      <p:pic>
        <p:nvPicPr>
          <p:cNvPr id="75" name="Google Shape;75;p22"/>
          <p:cNvPicPr preferRelativeResize="0"/>
          <p:nvPr/>
        </p:nvPicPr>
        <p:blipFill rotWithShape="1">
          <a:blip r:embed="rId2">
            <a:alphaModFix/>
          </a:blip>
          <a:srcRect r="67530"/>
          <a:stretch/>
        </p:blipFill>
        <p:spPr>
          <a:xfrm>
            <a:off x="0" y="0"/>
            <a:ext cx="3958632" cy="6858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se Study">
  <p:cSld name="About Us_3_1">
    <p:bg>
      <p:bgPr>
        <a:solidFill>
          <a:schemeClr val="dk1"/>
        </a:solidFill>
        <a:effectLst/>
      </p:bgPr>
    </p:bg>
    <p:spTree>
      <p:nvGrpSpPr>
        <p:cNvPr id="1" name="Shape 78"/>
        <p:cNvGrpSpPr/>
        <p:nvPr/>
      </p:nvGrpSpPr>
      <p:grpSpPr>
        <a:xfrm>
          <a:off x="0" y="0"/>
          <a:ext cx="0" cy="0"/>
          <a:chOff x="0" y="0"/>
          <a:chExt cx="0" cy="0"/>
        </a:xfrm>
      </p:grpSpPr>
      <p:pic>
        <p:nvPicPr>
          <p:cNvPr id="79" name="Google Shape;79;p24"/>
          <p:cNvPicPr preferRelativeResize="0"/>
          <p:nvPr/>
        </p:nvPicPr>
        <p:blipFill rotWithShape="1">
          <a:blip r:embed="rId2">
            <a:alphaModFix/>
          </a:blip>
          <a:srcRect l="1116" r="69730"/>
          <a:stretch/>
        </p:blipFill>
        <p:spPr>
          <a:xfrm>
            <a:off x="-77750" y="0"/>
            <a:ext cx="3554323"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se Study 2">
  <p:cSld name="About Us_2_2_1">
    <p:bg>
      <p:bgPr>
        <a:solidFill>
          <a:schemeClr val="dk1"/>
        </a:solidFill>
        <a:effectLst/>
      </p:bgPr>
    </p:bg>
    <p:spTree>
      <p:nvGrpSpPr>
        <p:cNvPr id="1" name="Shape 80"/>
        <p:cNvGrpSpPr/>
        <p:nvPr/>
      </p:nvGrpSpPr>
      <p:grpSpPr>
        <a:xfrm>
          <a:off x="0" y="0"/>
          <a:ext cx="0" cy="0"/>
          <a:chOff x="0" y="0"/>
          <a:chExt cx="0" cy="0"/>
        </a:xfrm>
      </p:grpSpPr>
      <p:pic>
        <p:nvPicPr>
          <p:cNvPr id="81" name="Google Shape;81;p25"/>
          <p:cNvPicPr preferRelativeResize="0"/>
          <p:nvPr/>
        </p:nvPicPr>
        <p:blipFill rotWithShape="1">
          <a:blip r:embed="rId2">
            <a:alphaModFix/>
          </a:blip>
          <a:srcRect l="37146" r="33614"/>
          <a:stretch/>
        </p:blipFill>
        <p:spPr>
          <a:xfrm>
            <a:off x="0" y="0"/>
            <a:ext cx="3564874" cy="68580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se Study 3">
  <p:cSld name="About Us_2_2_1_1">
    <p:bg>
      <p:bgPr>
        <a:solidFill>
          <a:schemeClr val="dk1"/>
        </a:solidFill>
        <a:effectLst/>
      </p:bgPr>
    </p:bg>
    <p:spTree>
      <p:nvGrpSpPr>
        <p:cNvPr id="1" name="Shape 82"/>
        <p:cNvGrpSpPr/>
        <p:nvPr/>
      </p:nvGrpSpPr>
      <p:grpSpPr>
        <a:xfrm>
          <a:off x="0" y="0"/>
          <a:ext cx="0" cy="0"/>
          <a:chOff x="0" y="0"/>
          <a:chExt cx="0" cy="0"/>
        </a:xfrm>
      </p:grpSpPr>
      <p:pic>
        <p:nvPicPr>
          <p:cNvPr id="83" name="Google Shape;83;p26"/>
          <p:cNvPicPr preferRelativeResize="0"/>
          <p:nvPr/>
        </p:nvPicPr>
        <p:blipFill rotWithShape="1">
          <a:blip r:embed="rId2">
            <a:alphaModFix/>
          </a:blip>
          <a:srcRect l="67459" r="2179"/>
          <a:stretch/>
        </p:blipFill>
        <p:spPr>
          <a:xfrm>
            <a:off x="0" y="0"/>
            <a:ext cx="3701650" cy="68580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hoto Right - Light 1">
  <p:cSld name="About Us_1">
    <p:bg>
      <p:bgPr>
        <a:solidFill>
          <a:schemeClr val="lt1"/>
        </a:solidFill>
        <a:effectLst/>
      </p:bgPr>
    </p:bg>
    <p:spTree>
      <p:nvGrpSpPr>
        <p:cNvPr id="1" name="Shape 84"/>
        <p:cNvGrpSpPr/>
        <p:nvPr/>
      </p:nvGrpSpPr>
      <p:grpSpPr>
        <a:xfrm>
          <a:off x="0" y="0"/>
          <a:ext cx="0" cy="0"/>
          <a:chOff x="0" y="0"/>
          <a:chExt cx="0" cy="0"/>
        </a:xfrm>
      </p:grpSpPr>
      <p:pic>
        <p:nvPicPr>
          <p:cNvPr id="85" name="Google Shape;85;p27"/>
          <p:cNvPicPr preferRelativeResize="0"/>
          <p:nvPr/>
        </p:nvPicPr>
        <p:blipFill>
          <a:blip r:embed="rId2">
            <a:alphaModFix/>
          </a:blip>
          <a:stretch>
            <a:fillRect/>
          </a:stretch>
        </p:blipFill>
        <p:spPr>
          <a:xfrm>
            <a:off x="7915039" y="0"/>
            <a:ext cx="4271744" cy="68579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hoto Left - Light 1">
  <p:cSld name="About Us_1_4">
    <p:bg>
      <p:bgPr>
        <a:solidFill>
          <a:schemeClr val="lt1"/>
        </a:solidFill>
        <a:effectLst/>
      </p:bgPr>
    </p:bg>
    <p:spTree>
      <p:nvGrpSpPr>
        <p:cNvPr id="1" name="Shape 92"/>
        <p:cNvGrpSpPr/>
        <p:nvPr/>
      </p:nvGrpSpPr>
      <p:grpSpPr>
        <a:xfrm>
          <a:off x="0" y="0"/>
          <a:ext cx="0" cy="0"/>
          <a:chOff x="0" y="0"/>
          <a:chExt cx="0" cy="0"/>
        </a:xfrm>
      </p:grpSpPr>
      <p:pic>
        <p:nvPicPr>
          <p:cNvPr id="93" name="Google Shape;93;p31"/>
          <p:cNvPicPr preferRelativeResize="0"/>
          <p:nvPr/>
        </p:nvPicPr>
        <p:blipFill>
          <a:blip r:embed="rId2">
            <a:alphaModFix/>
          </a:blip>
          <a:stretch>
            <a:fillRect/>
          </a:stretch>
        </p:blipFill>
        <p:spPr>
          <a:xfrm>
            <a:off x="-11" y="0"/>
            <a:ext cx="4271744" cy="6857999"/>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hoto Left - Light 3">
  <p:cSld name="About Us_1_2_1">
    <p:bg>
      <p:bgPr>
        <a:solidFill>
          <a:schemeClr val="lt1"/>
        </a:solidFill>
        <a:effectLst/>
      </p:bgPr>
    </p:bg>
    <p:spTree>
      <p:nvGrpSpPr>
        <p:cNvPr id="1" name="Shape 96"/>
        <p:cNvGrpSpPr/>
        <p:nvPr/>
      </p:nvGrpSpPr>
      <p:grpSpPr>
        <a:xfrm>
          <a:off x="0" y="0"/>
          <a:ext cx="0" cy="0"/>
          <a:chOff x="0" y="0"/>
          <a:chExt cx="0" cy="0"/>
        </a:xfrm>
      </p:grpSpPr>
      <p:pic>
        <p:nvPicPr>
          <p:cNvPr id="97" name="Google Shape;97;p33"/>
          <p:cNvPicPr preferRelativeResize="0"/>
          <p:nvPr/>
        </p:nvPicPr>
        <p:blipFill rotWithShape="1">
          <a:blip r:embed="rId2">
            <a:alphaModFix/>
          </a:blip>
          <a:srcRect r="67530"/>
          <a:stretch/>
        </p:blipFill>
        <p:spPr>
          <a:xfrm>
            <a:off x="0" y="0"/>
            <a:ext cx="3958632"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a:spcBef>
                <a:spcPts val="0"/>
              </a:spcBef>
              <a:spcAft>
                <a:spcPts val="0"/>
              </a:spcAft>
              <a:buClr>
                <a:schemeClr val="dk1"/>
              </a:buClr>
              <a:buSzPts val="3700"/>
              <a:buFont typeface="Montserrat SemiBold"/>
              <a:buNone/>
              <a:defRPr sz="3700">
                <a:solidFill>
                  <a:schemeClr val="dk1"/>
                </a:solidFill>
                <a:latin typeface="Montserrat SemiBold"/>
                <a:ea typeface="Montserrat SemiBold"/>
                <a:cs typeface="Montserrat SemiBold"/>
                <a:sym typeface="Montserrat SemiBold"/>
              </a:defRPr>
            </a:lvl1pPr>
            <a:lvl2pPr lvl="1">
              <a:spcBef>
                <a:spcPts val="0"/>
              </a:spcBef>
              <a:spcAft>
                <a:spcPts val="0"/>
              </a:spcAft>
              <a:buClr>
                <a:schemeClr val="dk1"/>
              </a:buClr>
              <a:buSzPts val="3700"/>
              <a:buFont typeface="Montserrat SemiBold"/>
              <a:buNone/>
              <a:defRPr sz="3700">
                <a:solidFill>
                  <a:schemeClr val="dk1"/>
                </a:solidFill>
                <a:latin typeface="Montserrat SemiBold"/>
                <a:ea typeface="Montserrat SemiBold"/>
                <a:cs typeface="Montserrat SemiBold"/>
                <a:sym typeface="Montserrat SemiBold"/>
              </a:defRPr>
            </a:lvl2pPr>
            <a:lvl3pPr lvl="2">
              <a:spcBef>
                <a:spcPts val="0"/>
              </a:spcBef>
              <a:spcAft>
                <a:spcPts val="0"/>
              </a:spcAft>
              <a:buClr>
                <a:schemeClr val="dk1"/>
              </a:buClr>
              <a:buSzPts val="3700"/>
              <a:buFont typeface="Montserrat SemiBold"/>
              <a:buNone/>
              <a:defRPr sz="3700">
                <a:solidFill>
                  <a:schemeClr val="dk1"/>
                </a:solidFill>
                <a:latin typeface="Montserrat SemiBold"/>
                <a:ea typeface="Montserrat SemiBold"/>
                <a:cs typeface="Montserrat SemiBold"/>
                <a:sym typeface="Montserrat SemiBold"/>
              </a:defRPr>
            </a:lvl3pPr>
            <a:lvl4pPr lvl="3">
              <a:spcBef>
                <a:spcPts val="0"/>
              </a:spcBef>
              <a:spcAft>
                <a:spcPts val="0"/>
              </a:spcAft>
              <a:buClr>
                <a:schemeClr val="dk1"/>
              </a:buClr>
              <a:buSzPts val="3700"/>
              <a:buFont typeface="Montserrat SemiBold"/>
              <a:buNone/>
              <a:defRPr sz="3700">
                <a:solidFill>
                  <a:schemeClr val="dk1"/>
                </a:solidFill>
                <a:latin typeface="Montserrat SemiBold"/>
                <a:ea typeface="Montserrat SemiBold"/>
                <a:cs typeface="Montserrat SemiBold"/>
                <a:sym typeface="Montserrat SemiBold"/>
              </a:defRPr>
            </a:lvl4pPr>
            <a:lvl5pPr lvl="4">
              <a:spcBef>
                <a:spcPts val="0"/>
              </a:spcBef>
              <a:spcAft>
                <a:spcPts val="0"/>
              </a:spcAft>
              <a:buClr>
                <a:schemeClr val="dk1"/>
              </a:buClr>
              <a:buSzPts val="3700"/>
              <a:buFont typeface="Montserrat SemiBold"/>
              <a:buNone/>
              <a:defRPr sz="3700">
                <a:solidFill>
                  <a:schemeClr val="dk1"/>
                </a:solidFill>
                <a:latin typeface="Montserrat SemiBold"/>
                <a:ea typeface="Montserrat SemiBold"/>
                <a:cs typeface="Montserrat SemiBold"/>
                <a:sym typeface="Montserrat SemiBold"/>
              </a:defRPr>
            </a:lvl5pPr>
            <a:lvl6pPr lvl="5">
              <a:spcBef>
                <a:spcPts val="0"/>
              </a:spcBef>
              <a:spcAft>
                <a:spcPts val="0"/>
              </a:spcAft>
              <a:buClr>
                <a:schemeClr val="dk1"/>
              </a:buClr>
              <a:buSzPts val="3700"/>
              <a:buFont typeface="Montserrat SemiBold"/>
              <a:buNone/>
              <a:defRPr sz="3700">
                <a:solidFill>
                  <a:schemeClr val="dk1"/>
                </a:solidFill>
                <a:latin typeface="Montserrat SemiBold"/>
                <a:ea typeface="Montserrat SemiBold"/>
                <a:cs typeface="Montserrat SemiBold"/>
                <a:sym typeface="Montserrat SemiBold"/>
              </a:defRPr>
            </a:lvl6pPr>
            <a:lvl7pPr lvl="6">
              <a:spcBef>
                <a:spcPts val="0"/>
              </a:spcBef>
              <a:spcAft>
                <a:spcPts val="0"/>
              </a:spcAft>
              <a:buClr>
                <a:schemeClr val="dk1"/>
              </a:buClr>
              <a:buSzPts val="3700"/>
              <a:buFont typeface="Montserrat SemiBold"/>
              <a:buNone/>
              <a:defRPr sz="3700">
                <a:solidFill>
                  <a:schemeClr val="dk1"/>
                </a:solidFill>
                <a:latin typeface="Montserrat SemiBold"/>
                <a:ea typeface="Montserrat SemiBold"/>
                <a:cs typeface="Montserrat SemiBold"/>
                <a:sym typeface="Montserrat SemiBold"/>
              </a:defRPr>
            </a:lvl7pPr>
            <a:lvl8pPr lvl="7">
              <a:spcBef>
                <a:spcPts val="0"/>
              </a:spcBef>
              <a:spcAft>
                <a:spcPts val="0"/>
              </a:spcAft>
              <a:buClr>
                <a:schemeClr val="dk1"/>
              </a:buClr>
              <a:buSzPts val="3700"/>
              <a:buFont typeface="Montserrat SemiBold"/>
              <a:buNone/>
              <a:defRPr sz="3700">
                <a:solidFill>
                  <a:schemeClr val="dk1"/>
                </a:solidFill>
                <a:latin typeface="Montserrat SemiBold"/>
                <a:ea typeface="Montserrat SemiBold"/>
                <a:cs typeface="Montserrat SemiBold"/>
                <a:sym typeface="Montserrat SemiBold"/>
              </a:defRPr>
            </a:lvl8pPr>
            <a:lvl9pPr lvl="8">
              <a:spcBef>
                <a:spcPts val="0"/>
              </a:spcBef>
              <a:spcAft>
                <a:spcPts val="0"/>
              </a:spcAft>
              <a:buClr>
                <a:schemeClr val="dk1"/>
              </a:buClr>
              <a:buSzPts val="3700"/>
              <a:buFont typeface="Montserrat SemiBold"/>
              <a:buNone/>
              <a:defRPr sz="3700">
                <a:solidFill>
                  <a:schemeClr val="dk1"/>
                </a:solidFill>
                <a:latin typeface="Montserrat SemiBold"/>
                <a:ea typeface="Montserrat SemiBold"/>
                <a:cs typeface="Montserrat SemiBold"/>
                <a:sym typeface="Montserrat SemiBold"/>
              </a:defRPr>
            </a:lvl9pPr>
          </a:lstStyle>
          <a:p>
            <a:endParaRPr/>
          </a:p>
        </p:txBody>
      </p:sp>
      <p:sp>
        <p:nvSpPr>
          <p:cNvPr id="11" name="Google Shape;11;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lvl="0" indent="-381000">
              <a:lnSpc>
                <a:spcPct val="115000"/>
              </a:lnSpc>
              <a:spcBef>
                <a:spcPts val="0"/>
              </a:spcBef>
              <a:spcAft>
                <a:spcPts val="0"/>
              </a:spcAft>
              <a:buClr>
                <a:schemeClr val="dk2"/>
              </a:buClr>
              <a:buSzPts val="2400"/>
              <a:buFont typeface="Open Sans"/>
              <a:buChar char="●"/>
              <a:defRPr sz="2400">
                <a:solidFill>
                  <a:schemeClr val="dk2"/>
                </a:solidFill>
                <a:latin typeface="Open Sans"/>
                <a:ea typeface="Open Sans"/>
                <a:cs typeface="Open Sans"/>
                <a:sym typeface="Open Sans"/>
              </a:defRPr>
            </a:lvl1pPr>
            <a:lvl2pPr marL="914400" lvl="1" indent="-34925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2pPr>
            <a:lvl3pPr marL="1371600" lvl="2" indent="-34925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3pPr>
            <a:lvl4pPr marL="1828800" lvl="3" indent="-34925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4pPr>
            <a:lvl5pPr marL="2286000" lvl="4" indent="-34925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5pPr>
            <a:lvl6pPr marL="2743200" lvl="5" indent="-34925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6pPr>
            <a:lvl7pPr marL="3200400" lvl="6" indent="-34925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7pPr>
            <a:lvl8pPr marL="3657600" lvl="7" indent="-34925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8pPr>
            <a:lvl9pPr marL="4114800" lvl="8" indent="-34925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9pPr>
          </a:lstStyle>
          <a:p>
            <a:endParaRPr/>
          </a:p>
        </p:txBody>
      </p:sp>
      <p:sp>
        <p:nvSpPr>
          <p:cNvPr id="12" name="Google Shape;12;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lgn="r">
              <a:buNone/>
              <a:defRPr sz="1300">
                <a:solidFill>
                  <a:schemeClr val="dk2"/>
                </a:solidFill>
                <a:latin typeface="Avenir"/>
                <a:ea typeface="Avenir"/>
                <a:cs typeface="Avenir"/>
                <a:sym typeface="Avenir"/>
              </a:defRPr>
            </a:lvl1pPr>
            <a:lvl2pPr lvl="1" algn="r">
              <a:buNone/>
              <a:defRPr sz="1300">
                <a:solidFill>
                  <a:schemeClr val="dk2"/>
                </a:solidFill>
                <a:latin typeface="Avenir"/>
                <a:ea typeface="Avenir"/>
                <a:cs typeface="Avenir"/>
                <a:sym typeface="Avenir"/>
              </a:defRPr>
            </a:lvl2pPr>
            <a:lvl3pPr lvl="2" algn="r">
              <a:buNone/>
              <a:defRPr sz="1300">
                <a:solidFill>
                  <a:schemeClr val="dk2"/>
                </a:solidFill>
                <a:latin typeface="Avenir"/>
                <a:ea typeface="Avenir"/>
                <a:cs typeface="Avenir"/>
                <a:sym typeface="Avenir"/>
              </a:defRPr>
            </a:lvl3pPr>
            <a:lvl4pPr lvl="3" algn="r">
              <a:buNone/>
              <a:defRPr sz="1300">
                <a:solidFill>
                  <a:schemeClr val="dk2"/>
                </a:solidFill>
                <a:latin typeface="Avenir"/>
                <a:ea typeface="Avenir"/>
                <a:cs typeface="Avenir"/>
                <a:sym typeface="Avenir"/>
              </a:defRPr>
            </a:lvl4pPr>
            <a:lvl5pPr lvl="4" algn="r">
              <a:buNone/>
              <a:defRPr sz="1300">
                <a:solidFill>
                  <a:schemeClr val="dk2"/>
                </a:solidFill>
                <a:latin typeface="Avenir"/>
                <a:ea typeface="Avenir"/>
                <a:cs typeface="Avenir"/>
                <a:sym typeface="Avenir"/>
              </a:defRPr>
            </a:lvl5pPr>
            <a:lvl6pPr lvl="5" algn="r">
              <a:buNone/>
              <a:defRPr sz="1300">
                <a:solidFill>
                  <a:schemeClr val="dk2"/>
                </a:solidFill>
                <a:latin typeface="Avenir"/>
                <a:ea typeface="Avenir"/>
                <a:cs typeface="Avenir"/>
                <a:sym typeface="Avenir"/>
              </a:defRPr>
            </a:lvl6pPr>
            <a:lvl7pPr lvl="6" algn="r">
              <a:buNone/>
              <a:defRPr sz="1300">
                <a:solidFill>
                  <a:schemeClr val="dk2"/>
                </a:solidFill>
                <a:latin typeface="Avenir"/>
                <a:ea typeface="Avenir"/>
                <a:cs typeface="Avenir"/>
                <a:sym typeface="Avenir"/>
              </a:defRPr>
            </a:lvl7pPr>
            <a:lvl8pPr lvl="7" algn="r">
              <a:buNone/>
              <a:defRPr sz="1300">
                <a:solidFill>
                  <a:schemeClr val="dk2"/>
                </a:solidFill>
                <a:latin typeface="Avenir"/>
                <a:ea typeface="Avenir"/>
                <a:cs typeface="Avenir"/>
                <a:sym typeface="Avenir"/>
              </a:defRPr>
            </a:lvl8pPr>
            <a:lvl9pPr lvl="8" algn="r">
              <a:buNone/>
              <a:defRPr sz="1300">
                <a:solidFill>
                  <a:schemeClr val="dk2"/>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82"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6" r:id="rId17"/>
    <p:sldLayoutId id="2147483668" r:id="rId18"/>
    <p:sldLayoutId id="2147483670" r:id="rId19"/>
    <p:sldLayoutId id="2147483671" r:id="rId20"/>
    <p:sldLayoutId id="2147483672" r:id="rId21"/>
    <p:sldLayoutId id="2147483673" r:id="rId22"/>
    <p:sldLayoutId id="2147483677" r:id="rId23"/>
    <p:sldLayoutId id="2147483679"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16.png"/><Relationship Id="rId4" Type="http://schemas.openxmlformats.org/officeDocument/2006/relationships/hyperlink" Target="https://xd.adobe.com/view/ada96b6f-78e5-4195-880c-210d181da05e-f8fa/screen/eccd2173-2b16-410a-866e-00424ee73ed2/?fullscreen"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hyperlink" Target="mailto:name@nomissolution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5"/>
          <p:cNvSpPr txBox="1">
            <a:spLocks noGrp="1"/>
          </p:cNvSpPr>
          <p:nvPr>
            <p:ph type="ctrTitle"/>
          </p:nvPr>
        </p:nvSpPr>
        <p:spPr>
          <a:xfrm>
            <a:off x="415600" y="2480500"/>
            <a:ext cx="11360700" cy="22323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dirty="0">
                <a:solidFill>
                  <a:schemeClr val="accent1"/>
                </a:solidFill>
                <a:latin typeface="Montserrat"/>
                <a:ea typeface="Montserrat"/>
                <a:cs typeface="Montserrat"/>
                <a:sym typeface="Montserrat"/>
              </a:rPr>
              <a:t>PRESENTATION TITLE (MONTSERRAT BOLD 48)</a:t>
            </a:r>
            <a:endParaRPr dirty="0">
              <a:solidFill>
                <a:schemeClr val="accent1"/>
              </a:solidFill>
              <a:latin typeface="Montserrat"/>
              <a:ea typeface="Montserrat"/>
              <a:cs typeface="Montserrat"/>
              <a:sym typeface="Montserrat"/>
            </a:endParaRPr>
          </a:p>
        </p:txBody>
      </p:sp>
      <p:sp>
        <p:nvSpPr>
          <p:cNvPr id="105" name="Google Shape;105;p35"/>
          <p:cNvSpPr txBox="1">
            <a:spLocks noGrp="1"/>
          </p:cNvSpPr>
          <p:nvPr>
            <p:ph type="subTitle" idx="1"/>
          </p:nvPr>
        </p:nvSpPr>
        <p:spPr>
          <a:xfrm>
            <a:off x="415600" y="4762267"/>
            <a:ext cx="11360700" cy="10569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2400">
                <a:latin typeface="Open Sans"/>
                <a:ea typeface="Open Sans"/>
                <a:cs typeface="Open Sans"/>
                <a:sym typeface="Open Sans"/>
              </a:rPr>
              <a:t>Month XX, 202X (Open Sans 24)</a:t>
            </a:r>
            <a:endParaRPr sz="2400">
              <a:latin typeface="Open Sans"/>
              <a:ea typeface="Open Sans"/>
              <a:cs typeface="Open Sans"/>
              <a:sym typeface="Open Sans"/>
            </a:endParaRPr>
          </a:p>
        </p:txBody>
      </p:sp>
      <p:pic>
        <p:nvPicPr>
          <p:cNvPr id="3" name="Picture 2" descr="A blue letters on a black background&#10;&#10;Description automatically generated">
            <a:extLst>
              <a:ext uri="{FF2B5EF4-FFF2-40B4-BE49-F238E27FC236}">
                <a16:creationId xmlns:a16="http://schemas.microsoft.com/office/drawing/2014/main" id="{B983A266-3D6C-934F-FA9B-0694761B880E}"/>
              </a:ext>
            </a:extLst>
          </p:cNvPr>
          <p:cNvPicPr>
            <a:picLocks noChangeAspect="1"/>
          </p:cNvPicPr>
          <p:nvPr/>
        </p:nvPicPr>
        <p:blipFill>
          <a:blip r:embed="rId3"/>
          <a:stretch>
            <a:fillRect/>
          </a:stretch>
        </p:blipFill>
        <p:spPr>
          <a:xfrm>
            <a:off x="4723913" y="1318479"/>
            <a:ext cx="2744175" cy="6586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6"/>
          <p:cNvSpPr txBox="1">
            <a:spLocks noGrp="1"/>
          </p:cNvSpPr>
          <p:nvPr>
            <p:ph type="ctrTitle"/>
          </p:nvPr>
        </p:nvSpPr>
        <p:spPr>
          <a:xfrm>
            <a:off x="415600" y="2480500"/>
            <a:ext cx="11360700" cy="22323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a:solidFill>
                  <a:schemeClr val="accent1"/>
                </a:solidFill>
                <a:latin typeface="Montserrat"/>
                <a:ea typeface="Montserrat"/>
                <a:cs typeface="Montserrat"/>
                <a:sym typeface="Montserrat"/>
              </a:rPr>
              <a:t>PRESENTATION</a:t>
            </a:r>
            <a:endParaRPr dirty="0">
              <a:solidFill>
                <a:schemeClr val="accent1"/>
              </a:solidFill>
              <a:latin typeface="Montserrat"/>
              <a:ea typeface="Montserrat"/>
              <a:cs typeface="Montserrat"/>
              <a:sym typeface="Montserrat"/>
            </a:endParaRPr>
          </a:p>
          <a:p>
            <a:pPr marL="0" lvl="0" indent="0" algn="ctr" rtl="0">
              <a:spcBef>
                <a:spcPts val="0"/>
              </a:spcBef>
              <a:spcAft>
                <a:spcPts val="0"/>
              </a:spcAft>
              <a:buNone/>
            </a:pPr>
            <a:r>
              <a:rPr lang="en-US" dirty="0">
                <a:solidFill>
                  <a:schemeClr val="accent1"/>
                </a:solidFill>
                <a:latin typeface="Montserrat"/>
                <a:ea typeface="Montserrat"/>
                <a:cs typeface="Montserrat"/>
                <a:sym typeface="Montserrat"/>
              </a:rPr>
              <a:t>TITLE</a:t>
            </a:r>
            <a:endParaRPr dirty="0">
              <a:solidFill>
                <a:schemeClr val="accent1"/>
              </a:solidFill>
              <a:latin typeface="Montserrat"/>
              <a:ea typeface="Montserrat"/>
              <a:cs typeface="Montserrat"/>
              <a:sym typeface="Montserrat"/>
            </a:endParaRPr>
          </a:p>
        </p:txBody>
      </p:sp>
      <p:sp>
        <p:nvSpPr>
          <p:cNvPr id="114" name="Google Shape;114;p36"/>
          <p:cNvSpPr txBox="1">
            <a:spLocks noGrp="1"/>
          </p:cNvSpPr>
          <p:nvPr>
            <p:ph type="subTitle" idx="1"/>
          </p:nvPr>
        </p:nvSpPr>
        <p:spPr>
          <a:xfrm>
            <a:off x="415600" y="4762267"/>
            <a:ext cx="11360700" cy="10569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2400" dirty="0">
                <a:solidFill>
                  <a:srgbClr val="3F3F3F"/>
                </a:solidFill>
                <a:latin typeface="Open Sans"/>
                <a:ea typeface="Open Sans"/>
                <a:cs typeface="Open Sans"/>
                <a:sym typeface="Open Sans"/>
              </a:rPr>
              <a:t>Date (Month XX, 202X)</a:t>
            </a:r>
            <a:endParaRPr sz="2400" dirty="0">
              <a:solidFill>
                <a:srgbClr val="3F3F3F"/>
              </a:solidFill>
              <a:latin typeface="Open Sans"/>
              <a:ea typeface="Open Sans"/>
              <a:cs typeface="Open Sans"/>
              <a:sym typeface="Open Sans"/>
            </a:endParaRPr>
          </a:p>
        </p:txBody>
      </p:sp>
      <p:pic>
        <p:nvPicPr>
          <p:cNvPr id="2" name="Picture 1" descr="A blue letters on a black background&#10;&#10;Description automatically generated">
            <a:extLst>
              <a:ext uri="{FF2B5EF4-FFF2-40B4-BE49-F238E27FC236}">
                <a16:creationId xmlns:a16="http://schemas.microsoft.com/office/drawing/2014/main" id="{E2F6C135-8DAA-08B0-FF1B-1A8680FE17C7}"/>
              </a:ext>
            </a:extLst>
          </p:cNvPr>
          <p:cNvPicPr>
            <a:picLocks noChangeAspect="1"/>
          </p:cNvPicPr>
          <p:nvPr/>
        </p:nvPicPr>
        <p:blipFill>
          <a:blip r:embed="rId3"/>
          <a:stretch>
            <a:fillRect/>
          </a:stretch>
        </p:blipFill>
        <p:spPr>
          <a:xfrm>
            <a:off x="4723913" y="1318479"/>
            <a:ext cx="2744175" cy="6586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5"/>
          <p:cNvSpPr txBox="1">
            <a:spLocks noGrp="1"/>
          </p:cNvSpPr>
          <p:nvPr>
            <p:ph type="ctrTitle"/>
          </p:nvPr>
        </p:nvSpPr>
        <p:spPr>
          <a:xfrm>
            <a:off x="415600" y="2480500"/>
            <a:ext cx="11360700" cy="22323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dirty="0">
                <a:solidFill>
                  <a:schemeClr val="accent1"/>
                </a:solidFill>
                <a:latin typeface="Montserrat"/>
                <a:ea typeface="Montserrat"/>
                <a:cs typeface="Montserrat"/>
                <a:sym typeface="Montserrat"/>
              </a:rPr>
              <a:t>PRESENTATION TITLE (MONTSERRAT BOLD 48)</a:t>
            </a:r>
            <a:endParaRPr dirty="0">
              <a:solidFill>
                <a:schemeClr val="accent1"/>
              </a:solidFill>
              <a:latin typeface="Montserrat"/>
              <a:ea typeface="Montserrat"/>
              <a:cs typeface="Montserrat"/>
              <a:sym typeface="Montserrat"/>
            </a:endParaRPr>
          </a:p>
        </p:txBody>
      </p:sp>
      <p:sp>
        <p:nvSpPr>
          <p:cNvPr id="105" name="Google Shape;105;p35"/>
          <p:cNvSpPr txBox="1">
            <a:spLocks noGrp="1"/>
          </p:cNvSpPr>
          <p:nvPr>
            <p:ph type="subTitle" idx="1"/>
          </p:nvPr>
        </p:nvSpPr>
        <p:spPr>
          <a:xfrm>
            <a:off x="415600" y="4762267"/>
            <a:ext cx="11360700" cy="10569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2400">
                <a:latin typeface="Open Sans"/>
                <a:ea typeface="Open Sans"/>
                <a:cs typeface="Open Sans"/>
                <a:sym typeface="Open Sans"/>
              </a:rPr>
              <a:t>Month XX, 202X (Open Sans 24)</a:t>
            </a:r>
            <a:endParaRPr sz="2400">
              <a:latin typeface="Open Sans"/>
              <a:ea typeface="Open Sans"/>
              <a:cs typeface="Open Sans"/>
              <a:sym typeface="Open Sans"/>
            </a:endParaRPr>
          </a:p>
        </p:txBody>
      </p:sp>
      <p:pic>
        <p:nvPicPr>
          <p:cNvPr id="3" name="Picture 2" descr="A blue letters on a black background&#10;&#10;Description automatically generated">
            <a:extLst>
              <a:ext uri="{FF2B5EF4-FFF2-40B4-BE49-F238E27FC236}">
                <a16:creationId xmlns:a16="http://schemas.microsoft.com/office/drawing/2014/main" id="{B983A266-3D6C-934F-FA9B-0694761B880E}"/>
              </a:ext>
            </a:extLst>
          </p:cNvPr>
          <p:cNvPicPr>
            <a:picLocks noChangeAspect="1"/>
          </p:cNvPicPr>
          <p:nvPr/>
        </p:nvPicPr>
        <p:blipFill>
          <a:blip r:embed="rId3"/>
          <a:stretch>
            <a:fillRect/>
          </a:stretch>
        </p:blipFill>
        <p:spPr>
          <a:xfrm>
            <a:off x="3055748" y="1318479"/>
            <a:ext cx="2744175" cy="658602"/>
          </a:xfrm>
          <a:prstGeom prst="rect">
            <a:avLst/>
          </a:prstGeom>
        </p:spPr>
      </p:pic>
      <p:cxnSp>
        <p:nvCxnSpPr>
          <p:cNvPr id="4" name="Straight Connector 3">
            <a:extLst>
              <a:ext uri="{FF2B5EF4-FFF2-40B4-BE49-F238E27FC236}">
                <a16:creationId xmlns:a16="http://schemas.microsoft.com/office/drawing/2014/main" id="{9796426E-278F-B5FF-309B-2F68BA70D75B}"/>
              </a:ext>
            </a:extLst>
          </p:cNvPr>
          <p:cNvCxnSpPr/>
          <p:nvPr/>
        </p:nvCxnSpPr>
        <p:spPr>
          <a:xfrm>
            <a:off x="6096000" y="1318479"/>
            <a:ext cx="0" cy="65860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31DB4BB-BEFA-E690-7874-CD5A5FCEF934}"/>
              </a:ext>
            </a:extLst>
          </p:cNvPr>
          <p:cNvSpPr/>
          <p:nvPr/>
        </p:nvSpPr>
        <p:spPr>
          <a:xfrm>
            <a:off x="6351373" y="1318479"/>
            <a:ext cx="1804086" cy="658602"/>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Prospect/Customer Logo </a:t>
            </a:r>
          </a:p>
        </p:txBody>
      </p:sp>
    </p:spTree>
    <p:extLst>
      <p:ext uri="{BB962C8B-B14F-4D97-AF65-F5344CB8AC3E}">
        <p14:creationId xmlns:p14="http://schemas.microsoft.com/office/powerpoint/2010/main" val="3995200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6"/>
          <p:cNvSpPr txBox="1">
            <a:spLocks noGrp="1"/>
          </p:cNvSpPr>
          <p:nvPr>
            <p:ph type="ctrTitle"/>
          </p:nvPr>
        </p:nvSpPr>
        <p:spPr>
          <a:xfrm>
            <a:off x="415650" y="2480500"/>
            <a:ext cx="11360700" cy="22323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dirty="0">
                <a:solidFill>
                  <a:schemeClr val="accent1"/>
                </a:solidFill>
                <a:latin typeface="Montserrat"/>
                <a:ea typeface="Montserrat"/>
                <a:cs typeface="Montserrat"/>
                <a:sym typeface="Montserrat"/>
              </a:rPr>
              <a:t>PRESENTATION</a:t>
            </a:r>
            <a:endParaRPr dirty="0">
              <a:solidFill>
                <a:schemeClr val="accent1"/>
              </a:solidFill>
              <a:latin typeface="Montserrat"/>
              <a:ea typeface="Montserrat"/>
              <a:cs typeface="Montserrat"/>
              <a:sym typeface="Montserrat"/>
            </a:endParaRPr>
          </a:p>
          <a:p>
            <a:pPr marL="0" lvl="0" indent="0" algn="ctr" rtl="0">
              <a:spcBef>
                <a:spcPts val="0"/>
              </a:spcBef>
              <a:spcAft>
                <a:spcPts val="0"/>
              </a:spcAft>
              <a:buNone/>
            </a:pPr>
            <a:r>
              <a:rPr lang="en-US" dirty="0">
                <a:solidFill>
                  <a:schemeClr val="accent1"/>
                </a:solidFill>
                <a:latin typeface="Montserrat"/>
                <a:ea typeface="Montserrat"/>
                <a:cs typeface="Montserrat"/>
                <a:sym typeface="Montserrat"/>
              </a:rPr>
              <a:t>TITLE</a:t>
            </a:r>
            <a:endParaRPr dirty="0">
              <a:solidFill>
                <a:schemeClr val="accent1"/>
              </a:solidFill>
              <a:latin typeface="Montserrat"/>
              <a:ea typeface="Montserrat"/>
              <a:cs typeface="Montserrat"/>
              <a:sym typeface="Montserrat"/>
            </a:endParaRPr>
          </a:p>
        </p:txBody>
      </p:sp>
      <p:sp>
        <p:nvSpPr>
          <p:cNvPr id="114" name="Google Shape;114;p36"/>
          <p:cNvSpPr txBox="1">
            <a:spLocks noGrp="1"/>
          </p:cNvSpPr>
          <p:nvPr>
            <p:ph type="subTitle" idx="1"/>
          </p:nvPr>
        </p:nvSpPr>
        <p:spPr>
          <a:xfrm>
            <a:off x="415600" y="4762267"/>
            <a:ext cx="11360700" cy="10569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2400">
                <a:solidFill>
                  <a:srgbClr val="3F3F3F"/>
                </a:solidFill>
                <a:latin typeface="Open Sans"/>
                <a:ea typeface="Open Sans"/>
                <a:cs typeface="Open Sans"/>
                <a:sym typeface="Open Sans"/>
              </a:rPr>
              <a:t>Date (Month XX, 202X)</a:t>
            </a:r>
            <a:endParaRPr sz="2400">
              <a:solidFill>
                <a:srgbClr val="3F3F3F"/>
              </a:solidFill>
              <a:latin typeface="Open Sans"/>
              <a:ea typeface="Open Sans"/>
              <a:cs typeface="Open Sans"/>
              <a:sym typeface="Open Sans"/>
            </a:endParaRPr>
          </a:p>
        </p:txBody>
      </p:sp>
      <p:pic>
        <p:nvPicPr>
          <p:cNvPr id="2" name="Picture 1" descr="A blue letters on a black background&#10;&#10;Description automatically generated">
            <a:extLst>
              <a:ext uri="{FF2B5EF4-FFF2-40B4-BE49-F238E27FC236}">
                <a16:creationId xmlns:a16="http://schemas.microsoft.com/office/drawing/2014/main" id="{E2F6C135-8DAA-08B0-FF1B-1A8680FE17C7}"/>
              </a:ext>
            </a:extLst>
          </p:cNvPr>
          <p:cNvPicPr>
            <a:picLocks noChangeAspect="1"/>
          </p:cNvPicPr>
          <p:nvPr/>
        </p:nvPicPr>
        <p:blipFill>
          <a:blip r:embed="rId3"/>
          <a:stretch>
            <a:fillRect/>
          </a:stretch>
        </p:blipFill>
        <p:spPr>
          <a:xfrm>
            <a:off x="4723913" y="1318479"/>
            <a:ext cx="2744175" cy="658602"/>
          </a:xfrm>
          <a:prstGeom prst="rect">
            <a:avLst/>
          </a:prstGeom>
        </p:spPr>
      </p:pic>
    </p:spTree>
    <p:extLst>
      <p:ext uri="{BB962C8B-B14F-4D97-AF65-F5344CB8AC3E}">
        <p14:creationId xmlns:p14="http://schemas.microsoft.com/office/powerpoint/2010/main" val="1339648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6"/>
          <p:cNvSpPr txBox="1">
            <a:spLocks noGrp="1"/>
          </p:cNvSpPr>
          <p:nvPr>
            <p:ph type="ctrTitle"/>
          </p:nvPr>
        </p:nvSpPr>
        <p:spPr>
          <a:xfrm>
            <a:off x="415600" y="2480500"/>
            <a:ext cx="11360700" cy="22323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a:solidFill>
                  <a:schemeClr val="accent1"/>
                </a:solidFill>
                <a:latin typeface="Montserrat"/>
                <a:ea typeface="Montserrat"/>
                <a:cs typeface="Montserrat"/>
                <a:sym typeface="Montserrat"/>
              </a:rPr>
              <a:t>PRESENTATION</a:t>
            </a:r>
            <a:endParaRPr>
              <a:solidFill>
                <a:schemeClr val="accent1"/>
              </a:solidFill>
              <a:latin typeface="Montserrat"/>
              <a:ea typeface="Montserrat"/>
              <a:cs typeface="Montserrat"/>
              <a:sym typeface="Montserrat"/>
            </a:endParaRPr>
          </a:p>
          <a:p>
            <a:pPr marL="0" lvl="0" indent="0" algn="ctr" rtl="0">
              <a:spcBef>
                <a:spcPts val="0"/>
              </a:spcBef>
              <a:spcAft>
                <a:spcPts val="0"/>
              </a:spcAft>
              <a:buNone/>
            </a:pPr>
            <a:r>
              <a:rPr lang="en-US">
                <a:solidFill>
                  <a:schemeClr val="accent1"/>
                </a:solidFill>
                <a:latin typeface="Montserrat"/>
                <a:ea typeface="Montserrat"/>
                <a:cs typeface="Montserrat"/>
                <a:sym typeface="Montserrat"/>
              </a:rPr>
              <a:t>TITLE</a:t>
            </a:r>
            <a:endParaRPr>
              <a:solidFill>
                <a:schemeClr val="accent1"/>
              </a:solidFill>
              <a:latin typeface="Montserrat"/>
              <a:ea typeface="Montserrat"/>
              <a:cs typeface="Montserrat"/>
              <a:sym typeface="Montserrat"/>
            </a:endParaRPr>
          </a:p>
        </p:txBody>
      </p:sp>
      <p:sp>
        <p:nvSpPr>
          <p:cNvPr id="114" name="Google Shape;114;p36"/>
          <p:cNvSpPr txBox="1">
            <a:spLocks noGrp="1"/>
          </p:cNvSpPr>
          <p:nvPr>
            <p:ph type="subTitle" idx="1"/>
          </p:nvPr>
        </p:nvSpPr>
        <p:spPr>
          <a:xfrm>
            <a:off x="415600" y="4762267"/>
            <a:ext cx="11360700" cy="10569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2400" dirty="0">
                <a:solidFill>
                  <a:srgbClr val="3F3F3F"/>
                </a:solidFill>
                <a:latin typeface="Open Sans"/>
                <a:ea typeface="Open Sans"/>
                <a:cs typeface="Open Sans"/>
                <a:sym typeface="Open Sans"/>
              </a:rPr>
              <a:t>Date (Month XX, 202X)</a:t>
            </a:r>
            <a:endParaRPr sz="2400" dirty="0">
              <a:solidFill>
                <a:srgbClr val="3F3F3F"/>
              </a:solidFill>
              <a:latin typeface="Open Sans"/>
              <a:ea typeface="Open Sans"/>
              <a:cs typeface="Open Sans"/>
              <a:sym typeface="Open Sans"/>
            </a:endParaRPr>
          </a:p>
        </p:txBody>
      </p:sp>
      <p:pic>
        <p:nvPicPr>
          <p:cNvPr id="3" name="Picture 2" descr="A blue letters on a black background&#10;&#10;Description automatically generated">
            <a:extLst>
              <a:ext uri="{FF2B5EF4-FFF2-40B4-BE49-F238E27FC236}">
                <a16:creationId xmlns:a16="http://schemas.microsoft.com/office/drawing/2014/main" id="{AABEA683-9025-2ABD-5BCC-1C2AA0792801}"/>
              </a:ext>
            </a:extLst>
          </p:cNvPr>
          <p:cNvPicPr>
            <a:picLocks noChangeAspect="1"/>
          </p:cNvPicPr>
          <p:nvPr/>
        </p:nvPicPr>
        <p:blipFill>
          <a:blip r:embed="rId3"/>
          <a:stretch>
            <a:fillRect/>
          </a:stretch>
        </p:blipFill>
        <p:spPr>
          <a:xfrm>
            <a:off x="3055748" y="1318479"/>
            <a:ext cx="2744175" cy="658602"/>
          </a:xfrm>
          <a:prstGeom prst="rect">
            <a:avLst/>
          </a:prstGeom>
        </p:spPr>
      </p:pic>
      <p:cxnSp>
        <p:nvCxnSpPr>
          <p:cNvPr id="4" name="Straight Connector 3">
            <a:extLst>
              <a:ext uri="{FF2B5EF4-FFF2-40B4-BE49-F238E27FC236}">
                <a16:creationId xmlns:a16="http://schemas.microsoft.com/office/drawing/2014/main" id="{A2E9DDB1-C9B1-9E72-AD32-B894358FF647}"/>
              </a:ext>
            </a:extLst>
          </p:cNvPr>
          <p:cNvCxnSpPr/>
          <p:nvPr/>
        </p:nvCxnSpPr>
        <p:spPr>
          <a:xfrm>
            <a:off x="6096000" y="1318479"/>
            <a:ext cx="0" cy="65860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0BED4E38-D37C-58D6-7526-5D3D0A695ACB}"/>
              </a:ext>
            </a:extLst>
          </p:cNvPr>
          <p:cNvSpPr/>
          <p:nvPr/>
        </p:nvSpPr>
        <p:spPr>
          <a:xfrm>
            <a:off x="6351373" y="1318479"/>
            <a:ext cx="1804086" cy="65860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Prospect/Customer Logo </a:t>
            </a:r>
          </a:p>
        </p:txBody>
      </p:sp>
    </p:spTree>
    <p:extLst>
      <p:ext uri="{BB962C8B-B14F-4D97-AF65-F5344CB8AC3E}">
        <p14:creationId xmlns:p14="http://schemas.microsoft.com/office/powerpoint/2010/main" val="1623445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37"/>
          <p:cNvSpPr/>
          <p:nvPr/>
        </p:nvSpPr>
        <p:spPr>
          <a:xfrm>
            <a:off x="-11125" y="6120475"/>
            <a:ext cx="12203125" cy="748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venir"/>
              <a:ea typeface="Avenir"/>
              <a:cs typeface="Avenir"/>
              <a:sym typeface="Avenir"/>
            </a:endParaRPr>
          </a:p>
        </p:txBody>
      </p:sp>
      <p:pic>
        <p:nvPicPr>
          <p:cNvPr id="2" name="Picture 1" descr="A blue letters on a black background&#10;&#10;Description automatically generated">
            <a:extLst>
              <a:ext uri="{FF2B5EF4-FFF2-40B4-BE49-F238E27FC236}">
                <a16:creationId xmlns:a16="http://schemas.microsoft.com/office/drawing/2014/main" id="{94AC8B94-60CD-64BB-0C1A-17D713554A16}"/>
              </a:ext>
            </a:extLst>
          </p:cNvPr>
          <p:cNvPicPr>
            <a:picLocks noChangeAspect="1"/>
          </p:cNvPicPr>
          <p:nvPr/>
        </p:nvPicPr>
        <p:blipFill>
          <a:blip r:embed="rId3"/>
          <a:stretch>
            <a:fillRect/>
          </a:stretch>
        </p:blipFill>
        <p:spPr>
          <a:xfrm>
            <a:off x="9913753" y="6255763"/>
            <a:ext cx="1992601" cy="478224"/>
          </a:xfrm>
          <a:prstGeom prst="rect">
            <a:avLst/>
          </a:prstGeom>
        </p:spPr>
      </p:pic>
      <p:sp>
        <p:nvSpPr>
          <p:cNvPr id="7" name="Google Shape;125;p37">
            <a:extLst>
              <a:ext uri="{FF2B5EF4-FFF2-40B4-BE49-F238E27FC236}">
                <a16:creationId xmlns:a16="http://schemas.microsoft.com/office/drawing/2014/main" id="{E6C386F0-50B5-2D0B-0E45-C13F6D0C7491}"/>
              </a:ext>
            </a:extLst>
          </p:cNvPr>
          <p:cNvSpPr txBox="1">
            <a:spLocks noGrp="1"/>
          </p:cNvSpPr>
          <p:nvPr>
            <p:ph type="ctrTitle"/>
          </p:nvPr>
        </p:nvSpPr>
        <p:spPr>
          <a:xfrm>
            <a:off x="415600" y="1578447"/>
            <a:ext cx="11360700" cy="22323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dirty="0">
                <a:solidFill>
                  <a:schemeClr val="accent1"/>
                </a:solidFill>
                <a:latin typeface="Montserrat"/>
                <a:ea typeface="Montserrat"/>
                <a:cs typeface="Montserrat"/>
                <a:sym typeface="Montserrat"/>
              </a:rPr>
              <a:t>PRESENTATION</a:t>
            </a:r>
            <a:endParaRPr dirty="0">
              <a:solidFill>
                <a:schemeClr val="accent1"/>
              </a:solidFill>
              <a:latin typeface="Montserrat"/>
              <a:ea typeface="Montserrat"/>
              <a:cs typeface="Montserrat"/>
              <a:sym typeface="Montserrat"/>
            </a:endParaRPr>
          </a:p>
          <a:p>
            <a:pPr marL="0" lvl="0" indent="0" algn="ctr" rtl="0">
              <a:spcBef>
                <a:spcPts val="0"/>
              </a:spcBef>
              <a:spcAft>
                <a:spcPts val="0"/>
              </a:spcAft>
              <a:buNone/>
            </a:pPr>
            <a:r>
              <a:rPr lang="en-US" dirty="0">
                <a:solidFill>
                  <a:schemeClr val="accent1"/>
                </a:solidFill>
                <a:latin typeface="Montserrat"/>
                <a:ea typeface="Montserrat"/>
                <a:cs typeface="Montserrat"/>
                <a:sym typeface="Montserrat"/>
              </a:rPr>
              <a:t>TITLE</a:t>
            </a:r>
            <a:endParaRPr sz="4800" dirty="0">
              <a:solidFill>
                <a:schemeClr val="accent1"/>
              </a:solidFill>
              <a:latin typeface="Montserrat"/>
              <a:ea typeface="Montserrat"/>
              <a:cs typeface="Montserrat"/>
              <a:sym typeface="Montserrat"/>
            </a:endParaRPr>
          </a:p>
        </p:txBody>
      </p:sp>
      <p:sp>
        <p:nvSpPr>
          <p:cNvPr id="8" name="Google Shape;127;p37">
            <a:extLst>
              <a:ext uri="{FF2B5EF4-FFF2-40B4-BE49-F238E27FC236}">
                <a16:creationId xmlns:a16="http://schemas.microsoft.com/office/drawing/2014/main" id="{36B77479-6D77-98AF-C5FB-F6506B56AF69}"/>
              </a:ext>
            </a:extLst>
          </p:cNvPr>
          <p:cNvSpPr txBox="1">
            <a:spLocks noGrp="1"/>
          </p:cNvSpPr>
          <p:nvPr>
            <p:ph type="subTitle" idx="1"/>
          </p:nvPr>
        </p:nvSpPr>
        <p:spPr>
          <a:xfrm>
            <a:off x="415600" y="3860214"/>
            <a:ext cx="11360700" cy="10569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1800">
                <a:latin typeface="Open Sans"/>
                <a:ea typeface="Open Sans"/>
                <a:cs typeface="Open Sans"/>
                <a:sym typeface="Open Sans"/>
              </a:rPr>
              <a:t>Month XX, 202X</a:t>
            </a:r>
            <a:endParaRPr sz="1800">
              <a:latin typeface="Open Sans"/>
              <a:ea typeface="Open Sans"/>
              <a:cs typeface="Open Sans"/>
              <a:sym typeface="Open Sans"/>
            </a:endParaRPr>
          </a:p>
        </p:txBody>
      </p:sp>
    </p:spTree>
    <p:extLst>
      <p:ext uri="{BB962C8B-B14F-4D97-AF65-F5344CB8AC3E}">
        <p14:creationId xmlns:p14="http://schemas.microsoft.com/office/powerpoint/2010/main" val="1064644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8"/>
          <p:cNvSpPr txBox="1">
            <a:spLocks noGrp="1"/>
          </p:cNvSpPr>
          <p:nvPr>
            <p:ph type="title"/>
          </p:nvPr>
        </p:nvSpPr>
        <p:spPr>
          <a:xfrm>
            <a:off x="354000" y="814867"/>
            <a:ext cx="5393700" cy="9672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US" sz="4800" dirty="0">
                <a:latin typeface="Montserrat"/>
                <a:ea typeface="Montserrat"/>
                <a:cs typeface="Montserrat"/>
                <a:sym typeface="Montserrat"/>
              </a:rPr>
              <a:t>AGENDA</a:t>
            </a:r>
            <a:endParaRPr sz="4800" dirty="0">
              <a:latin typeface="Montserrat"/>
              <a:ea typeface="Montserrat"/>
              <a:cs typeface="Montserrat"/>
              <a:sym typeface="Montserrat"/>
            </a:endParaRPr>
          </a:p>
        </p:txBody>
      </p:sp>
      <p:sp>
        <p:nvSpPr>
          <p:cNvPr id="139" name="Google Shape;139;p38"/>
          <p:cNvSpPr txBox="1">
            <a:spLocks noGrp="1"/>
          </p:cNvSpPr>
          <p:nvPr>
            <p:ph type="subTitle" idx="1"/>
          </p:nvPr>
        </p:nvSpPr>
        <p:spPr>
          <a:xfrm>
            <a:off x="354000" y="1782067"/>
            <a:ext cx="5393700" cy="6420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1900" dirty="0">
                <a:latin typeface="Open Sans"/>
                <a:ea typeface="Open Sans"/>
                <a:cs typeface="Open Sans"/>
                <a:sym typeface="Open Sans"/>
              </a:rPr>
              <a:t>SUBTITLE/GOAL</a:t>
            </a:r>
            <a:endParaRPr sz="1900" dirty="0">
              <a:latin typeface="Open Sans"/>
              <a:ea typeface="Open Sans"/>
              <a:cs typeface="Open Sans"/>
              <a:sym typeface="Open Sans"/>
            </a:endParaRPr>
          </a:p>
        </p:txBody>
      </p:sp>
      <p:sp>
        <p:nvSpPr>
          <p:cNvPr id="140" name="Google Shape;140;p38"/>
          <p:cNvSpPr txBox="1">
            <a:spLocks noGrp="1"/>
          </p:cNvSpPr>
          <p:nvPr>
            <p:ph type="body" idx="2"/>
          </p:nvPr>
        </p:nvSpPr>
        <p:spPr>
          <a:xfrm>
            <a:off x="354000" y="2837500"/>
            <a:ext cx="5115900" cy="3056100"/>
          </a:xfrm>
          <a:prstGeom prst="rect">
            <a:avLst/>
          </a:prstGeom>
        </p:spPr>
        <p:txBody>
          <a:bodyPr spcFirstLastPara="1" wrap="square" lIns="121900" tIns="121900" rIns="121900" bIns="121900" anchor="t" anchorCtr="0">
            <a:noAutofit/>
          </a:bodyPr>
          <a:lstStyle/>
          <a:p>
            <a:pPr marL="609600" lvl="0" indent="-425450" algn="l" rtl="0">
              <a:lnSpc>
                <a:spcPct val="150000"/>
              </a:lnSpc>
              <a:spcBef>
                <a:spcPts val="1600"/>
              </a:spcBef>
              <a:spcAft>
                <a:spcPts val="0"/>
              </a:spcAft>
              <a:buClr>
                <a:srgbClr val="FFFFFF"/>
              </a:buClr>
              <a:buSzPts val="1900"/>
              <a:buFont typeface="Open Sans"/>
              <a:buChar char="●"/>
            </a:pPr>
            <a:r>
              <a:rPr lang="en-US" sz="1900" dirty="0">
                <a:solidFill>
                  <a:srgbClr val="FFFFFF"/>
                </a:solidFill>
                <a:latin typeface="Open Sans"/>
                <a:ea typeface="Open Sans"/>
                <a:cs typeface="Open Sans"/>
                <a:sym typeface="Open Sans"/>
              </a:rPr>
              <a:t>Item 1</a:t>
            </a:r>
            <a:endParaRPr sz="1900" dirty="0">
              <a:solidFill>
                <a:srgbClr val="FFFFFF"/>
              </a:solidFill>
              <a:latin typeface="Open Sans"/>
              <a:ea typeface="Open Sans"/>
              <a:cs typeface="Open Sans"/>
              <a:sym typeface="Open Sans"/>
            </a:endParaRPr>
          </a:p>
          <a:p>
            <a:pPr marL="609600" lvl="0" indent="-425450" algn="l" rtl="0">
              <a:lnSpc>
                <a:spcPct val="150000"/>
              </a:lnSpc>
              <a:spcBef>
                <a:spcPts val="0"/>
              </a:spcBef>
              <a:spcAft>
                <a:spcPts val="0"/>
              </a:spcAft>
              <a:buClr>
                <a:srgbClr val="FFFFFF"/>
              </a:buClr>
              <a:buSzPts val="1900"/>
              <a:buFont typeface="Open Sans"/>
              <a:buChar char="●"/>
            </a:pPr>
            <a:r>
              <a:rPr lang="en-US" sz="1900" dirty="0">
                <a:latin typeface="Open Sans"/>
                <a:ea typeface="Open Sans"/>
                <a:cs typeface="Open Sans"/>
                <a:sym typeface="Open Sans"/>
              </a:rPr>
              <a:t>Item 2</a:t>
            </a:r>
            <a:endParaRPr sz="1900" dirty="0">
              <a:latin typeface="Open Sans"/>
              <a:ea typeface="Open Sans"/>
              <a:cs typeface="Open Sans"/>
              <a:sym typeface="Open Sans"/>
            </a:endParaRPr>
          </a:p>
          <a:p>
            <a:pPr marL="609600" lvl="0" indent="-425450" algn="l" rtl="0">
              <a:lnSpc>
                <a:spcPct val="150000"/>
              </a:lnSpc>
              <a:spcBef>
                <a:spcPts val="0"/>
              </a:spcBef>
              <a:spcAft>
                <a:spcPts val="0"/>
              </a:spcAft>
              <a:buSzPts val="1900"/>
              <a:buFont typeface="Open Sans"/>
              <a:buChar char="●"/>
            </a:pPr>
            <a:r>
              <a:rPr lang="en-US" sz="1900" dirty="0">
                <a:latin typeface="Open Sans"/>
                <a:ea typeface="Open Sans"/>
                <a:cs typeface="Open Sans"/>
                <a:sym typeface="Open Sans"/>
              </a:rPr>
              <a:t>Item 3</a:t>
            </a:r>
            <a:endParaRPr sz="1900" dirty="0">
              <a:latin typeface="Open Sans"/>
              <a:ea typeface="Open Sans"/>
              <a:cs typeface="Open Sans"/>
              <a:sym typeface="Open Sans"/>
            </a:endParaRPr>
          </a:p>
          <a:p>
            <a:pPr marL="609600" lvl="0" indent="-425450" algn="l" rtl="0">
              <a:lnSpc>
                <a:spcPct val="150000"/>
              </a:lnSpc>
              <a:spcBef>
                <a:spcPts val="0"/>
              </a:spcBef>
              <a:spcAft>
                <a:spcPts val="0"/>
              </a:spcAft>
              <a:buSzPts val="1900"/>
              <a:buFont typeface="Open Sans"/>
              <a:buChar char="●"/>
            </a:pPr>
            <a:r>
              <a:rPr lang="en-US" sz="1900" dirty="0">
                <a:latin typeface="Open Sans"/>
                <a:ea typeface="Open Sans"/>
                <a:cs typeface="Open Sans"/>
                <a:sym typeface="Open Sans"/>
              </a:rPr>
              <a:t>Item 4</a:t>
            </a:r>
            <a:endParaRPr sz="1900" dirty="0">
              <a:latin typeface="Open Sans"/>
              <a:ea typeface="Open Sans"/>
              <a:cs typeface="Open Sans"/>
              <a:sym typeface="Open Sans"/>
            </a:endParaRPr>
          </a:p>
          <a:p>
            <a:pPr marL="609600" lvl="0" indent="-425450" algn="l" rtl="0">
              <a:lnSpc>
                <a:spcPct val="150000"/>
              </a:lnSpc>
              <a:spcBef>
                <a:spcPts val="0"/>
              </a:spcBef>
              <a:spcAft>
                <a:spcPts val="0"/>
              </a:spcAft>
              <a:buSzPts val="1900"/>
              <a:buFont typeface="Open Sans"/>
              <a:buChar char="●"/>
            </a:pPr>
            <a:r>
              <a:rPr lang="en-US" sz="1900" dirty="0">
                <a:latin typeface="Open Sans"/>
                <a:ea typeface="Open Sans"/>
                <a:cs typeface="Open Sans"/>
                <a:sym typeface="Open Sans"/>
              </a:rPr>
              <a:t>Item 5</a:t>
            </a:r>
            <a:endParaRPr sz="1900" dirty="0">
              <a:latin typeface="Open Sans"/>
              <a:ea typeface="Open Sans"/>
              <a:cs typeface="Open Sans"/>
              <a:sym typeface="Open Sans"/>
            </a:endParaRPr>
          </a:p>
        </p:txBody>
      </p:sp>
      <p:pic>
        <p:nvPicPr>
          <p:cNvPr id="141" name="Google Shape;141;p38"/>
          <p:cNvPicPr preferRelativeResize="0"/>
          <p:nvPr/>
        </p:nvPicPr>
        <p:blipFill>
          <a:blip r:embed="rId3">
            <a:alphaModFix/>
          </a:blip>
          <a:stretch>
            <a:fillRect/>
          </a:stretch>
        </p:blipFill>
        <p:spPr>
          <a:xfrm>
            <a:off x="6353933" y="1420433"/>
            <a:ext cx="5838067" cy="42788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2"/>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800" b="0" i="0" u="none" strike="noStrike" kern="0" cap="none" spc="0" normalizeH="0" baseline="0" noProof="0">
                <a:ln>
                  <a:noFill/>
                </a:ln>
                <a:solidFill>
                  <a:srgbClr val="000000"/>
                </a:solidFill>
                <a:effectLst/>
                <a:uLnTx/>
                <a:uFillTx/>
                <a:latin typeface="Avenir"/>
                <a:ea typeface="Avenir"/>
                <a:cs typeface="Avenir"/>
                <a:sym typeface="Avenir"/>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800" b="0" i="0" u="none" strike="noStrike" kern="0" cap="none" spc="0" normalizeH="0" baseline="0" noProof="0">
              <a:ln>
                <a:noFill/>
              </a:ln>
              <a:solidFill>
                <a:srgbClr val="000000"/>
              </a:solidFill>
              <a:effectLst/>
              <a:uLnTx/>
              <a:uFillTx/>
              <a:latin typeface="Avenir"/>
              <a:ea typeface="Avenir"/>
              <a:cs typeface="Avenir"/>
              <a:sym typeface="Avenir"/>
            </a:endParaRPr>
          </a:p>
        </p:txBody>
      </p:sp>
      <p:sp>
        <p:nvSpPr>
          <p:cNvPr id="172" name="Google Shape;172;p32"/>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FFFFFF"/>
                </a:solidFill>
                <a:effectLst/>
                <a:uLnTx/>
                <a:uFillTx/>
                <a:latin typeface="Avenir"/>
                <a:ea typeface="Avenir"/>
                <a:cs typeface="Avenir"/>
                <a:sym typeface="Avenir"/>
              </a:rPr>
              <a:t>Copyright © Nomis Solutions, Inc. All rights reserved.</a:t>
            </a: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173" name="Google Shape;173;p32"/>
          <p:cNvSpPr txBox="1">
            <a:spLocks noGrp="1"/>
          </p:cNvSpPr>
          <p:nvPr>
            <p:ph type="title" idx="4294967295"/>
          </p:nvPr>
        </p:nvSpPr>
        <p:spPr>
          <a:xfrm>
            <a:off x="6429375" y="2295400"/>
            <a:ext cx="3849300" cy="9672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2400" b="1">
                <a:solidFill>
                  <a:schemeClr val="accent1"/>
                </a:solidFill>
                <a:latin typeface="Montserrat"/>
                <a:ea typeface="Montserrat"/>
                <a:cs typeface="Montserrat"/>
                <a:sym typeface="Montserrat"/>
              </a:rPr>
              <a:t>OUR MISSION</a:t>
            </a:r>
            <a:endParaRPr sz="2400" b="1">
              <a:solidFill>
                <a:schemeClr val="accent1"/>
              </a:solidFill>
              <a:latin typeface="Montserrat"/>
              <a:ea typeface="Montserrat"/>
              <a:cs typeface="Montserrat"/>
              <a:sym typeface="Montserrat"/>
            </a:endParaRPr>
          </a:p>
        </p:txBody>
      </p:sp>
      <p:sp>
        <p:nvSpPr>
          <p:cNvPr id="174" name="Google Shape;174;p32"/>
          <p:cNvSpPr txBox="1">
            <a:spLocks noGrp="1"/>
          </p:cNvSpPr>
          <p:nvPr>
            <p:ph type="body" idx="4294967295"/>
          </p:nvPr>
        </p:nvSpPr>
        <p:spPr>
          <a:xfrm>
            <a:off x="6429375" y="2961750"/>
            <a:ext cx="4919700" cy="16269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1600">
                <a:solidFill>
                  <a:schemeClr val="lt1"/>
                </a:solidFill>
              </a:rPr>
              <a:t>To help banks, credit unions, and lenders differentiate and grow their brands by developing relationships with customers that are both </a:t>
            </a:r>
            <a:r>
              <a:rPr lang="en-US" sz="1600">
                <a:solidFill>
                  <a:schemeClr val="accent1"/>
                </a:solidFill>
              </a:rPr>
              <a:t>individualized and profitable</a:t>
            </a:r>
            <a:r>
              <a:rPr lang="en-US" sz="1600">
                <a:solidFill>
                  <a:schemeClr val="lt1"/>
                </a:solidFill>
              </a:rPr>
              <a:t>.</a:t>
            </a:r>
            <a:endParaRPr sz="1600">
              <a:solidFill>
                <a:schemeClr val="lt1"/>
              </a:solidFill>
            </a:endParaRPr>
          </a:p>
          <a:p>
            <a:pPr marL="0" lvl="0" indent="0" algn="l" rtl="0">
              <a:spcBef>
                <a:spcPts val="1600"/>
              </a:spcBef>
              <a:spcAft>
                <a:spcPts val="0"/>
              </a:spcAft>
              <a:buNone/>
            </a:pPr>
            <a:endParaRPr sz="1600">
              <a:solidFill>
                <a:schemeClr val="lt1"/>
              </a:solidFill>
            </a:endParaRPr>
          </a:p>
          <a:p>
            <a:pPr marL="0" lvl="0" indent="0" algn="l" rtl="0">
              <a:lnSpc>
                <a:spcPct val="150000"/>
              </a:lnSpc>
              <a:spcBef>
                <a:spcPts val="1600"/>
              </a:spcBef>
              <a:spcAft>
                <a:spcPts val="1600"/>
              </a:spcAft>
              <a:buNone/>
            </a:pPr>
            <a:endParaRPr sz="1600">
              <a:solidFill>
                <a:schemeClr val="lt1"/>
              </a:solidFill>
            </a:endParaRPr>
          </a:p>
        </p:txBody>
      </p:sp>
      <p:sp>
        <p:nvSpPr>
          <p:cNvPr id="176" name="Google Shape;176;p32"/>
          <p:cNvSpPr txBox="1">
            <a:spLocks noGrp="1"/>
          </p:cNvSpPr>
          <p:nvPr>
            <p:ph type="title" idx="4294967295"/>
          </p:nvPr>
        </p:nvSpPr>
        <p:spPr>
          <a:xfrm>
            <a:off x="866775" y="2282375"/>
            <a:ext cx="3849300" cy="9672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2400" b="1">
                <a:solidFill>
                  <a:schemeClr val="accent1"/>
                </a:solidFill>
                <a:latin typeface="Montserrat"/>
                <a:ea typeface="Montserrat"/>
                <a:cs typeface="Montserrat"/>
                <a:sym typeface="Montserrat"/>
              </a:rPr>
              <a:t>WHO WE ARE</a:t>
            </a:r>
            <a:endParaRPr sz="2400" b="1">
              <a:solidFill>
                <a:schemeClr val="accent1"/>
              </a:solidFill>
              <a:latin typeface="Montserrat"/>
              <a:ea typeface="Montserrat"/>
              <a:cs typeface="Montserrat"/>
              <a:sym typeface="Montserrat"/>
            </a:endParaRPr>
          </a:p>
        </p:txBody>
      </p:sp>
      <p:sp>
        <p:nvSpPr>
          <p:cNvPr id="177" name="Google Shape;177;p32"/>
          <p:cNvSpPr txBox="1">
            <a:spLocks noGrp="1"/>
          </p:cNvSpPr>
          <p:nvPr>
            <p:ph type="body" idx="4294967295"/>
          </p:nvPr>
        </p:nvSpPr>
        <p:spPr>
          <a:xfrm>
            <a:off x="866775" y="2948725"/>
            <a:ext cx="4919700" cy="16269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1600">
                <a:solidFill>
                  <a:schemeClr val="dk1"/>
                </a:solidFill>
              </a:rPr>
              <a:t>Nomis is dedicated to improving the </a:t>
            </a:r>
            <a:r>
              <a:rPr lang="en-US" sz="1600">
                <a:solidFill>
                  <a:schemeClr val="accent1"/>
                </a:solidFill>
              </a:rPr>
              <a:t>science and execution of pricing</a:t>
            </a:r>
            <a:r>
              <a:rPr lang="en-US" sz="1600">
                <a:solidFill>
                  <a:schemeClr val="dk1"/>
                </a:solidFill>
              </a:rPr>
              <a:t>. We power a comprehensive set of solutions for setting, managing, and distributing price at leading banks, credit unions, and auto finance companies.  </a:t>
            </a:r>
            <a:endParaRPr sz="1600">
              <a:solidFill>
                <a:schemeClr val="dk1"/>
              </a:solidFill>
            </a:endParaRPr>
          </a:p>
          <a:p>
            <a:pPr marL="0" lvl="0" indent="0" algn="l" rtl="0">
              <a:spcBef>
                <a:spcPts val="1600"/>
              </a:spcBef>
              <a:spcAft>
                <a:spcPts val="0"/>
              </a:spcAft>
              <a:buNone/>
            </a:pPr>
            <a:endParaRPr sz="1600">
              <a:solidFill>
                <a:schemeClr val="dk1"/>
              </a:solidFill>
            </a:endParaRPr>
          </a:p>
          <a:p>
            <a:pPr marL="0" lvl="0" indent="0" algn="l" rtl="0">
              <a:spcBef>
                <a:spcPts val="1600"/>
              </a:spcBef>
              <a:spcAft>
                <a:spcPts val="0"/>
              </a:spcAft>
              <a:buNone/>
            </a:pPr>
            <a:endParaRPr sz="1600">
              <a:solidFill>
                <a:schemeClr val="lt1"/>
              </a:solidFill>
            </a:endParaRPr>
          </a:p>
          <a:p>
            <a:pPr marL="0" lvl="0" indent="0" algn="l" rtl="0">
              <a:lnSpc>
                <a:spcPct val="150000"/>
              </a:lnSpc>
              <a:spcBef>
                <a:spcPts val="1600"/>
              </a:spcBef>
              <a:spcAft>
                <a:spcPts val="1600"/>
              </a:spcAft>
              <a:buNone/>
            </a:pPr>
            <a:endParaRPr sz="16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9"/>
          <p:cNvSpPr txBox="1">
            <a:spLocks noGrp="1"/>
          </p:cNvSpPr>
          <p:nvPr>
            <p:ph type="title"/>
          </p:nvPr>
        </p:nvSpPr>
        <p:spPr>
          <a:xfrm>
            <a:off x="335655" y="2945400"/>
            <a:ext cx="5393700" cy="9672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US">
                <a:latin typeface="Montserrat"/>
                <a:ea typeface="Montserrat"/>
                <a:cs typeface="Montserrat"/>
                <a:sym typeface="Montserrat"/>
              </a:rPr>
              <a:t>DEMO</a:t>
            </a:r>
            <a:endParaRPr>
              <a:latin typeface="Montserrat"/>
              <a:ea typeface="Montserrat"/>
              <a:cs typeface="Montserrat"/>
              <a:sym typeface="Montserrat"/>
            </a:endParaRPr>
          </a:p>
        </p:txBody>
      </p:sp>
      <p:sp>
        <p:nvSpPr>
          <p:cNvPr id="2" name="Google Shape;172;p32">
            <a:extLst>
              <a:ext uri="{FF2B5EF4-FFF2-40B4-BE49-F238E27FC236}">
                <a16:creationId xmlns:a16="http://schemas.microsoft.com/office/drawing/2014/main" id="{263D1DB7-5A92-7E0A-ED3D-53B3F8CC988D}"/>
              </a:ext>
            </a:extLst>
          </p:cNvPr>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FFFFFF"/>
                </a:solidFill>
                <a:effectLst/>
                <a:uLnTx/>
                <a:uFillTx/>
                <a:latin typeface="Avenir"/>
                <a:ea typeface="Avenir"/>
                <a:cs typeface="Avenir"/>
                <a:sym typeface="Avenir"/>
              </a:rPr>
              <a:t>Copyright © Nomis Solutions, Inc. All rights reserved.</a:t>
            </a:r>
            <a:endParaRPr kumimoji="0" sz="1400" b="0" i="0" u="none" strike="noStrike" kern="0" cap="none" spc="0" normalizeH="0" baseline="0" noProof="0">
              <a:ln>
                <a:noFill/>
              </a:ln>
              <a:solidFill>
                <a:srgbClr val="FFFFFF"/>
              </a:solidFill>
              <a:effectLst/>
              <a:uLnTx/>
              <a:uFillTx/>
              <a:latin typeface="Arial"/>
              <a:cs typeface="Arial"/>
              <a:sym typeface="Arial"/>
            </a:endParaRPr>
          </a:p>
        </p:txBody>
      </p:sp>
      <p:pic>
        <p:nvPicPr>
          <p:cNvPr id="8" name="Picture 7" descr="A computer with a blank screen&#10;&#10;Description automatically generated">
            <a:extLst>
              <a:ext uri="{FF2B5EF4-FFF2-40B4-BE49-F238E27FC236}">
                <a16:creationId xmlns:a16="http://schemas.microsoft.com/office/drawing/2014/main" id="{227C504A-1242-2CC1-6632-96EB9EF0A47F}"/>
              </a:ext>
            </a:extLst>
          </p:cNvPr>
          <p:cNvPicPr>
            <a:picLocks noChangeAspect="1"/>
          </p:cNvPicPr>
          <p:nvPr/>
        </p:nvPicPr>
        <p:blipFill rotWithShape="1">
          <a:blip r:embed="rId3"/>
          <a:srcRect l="4131" r="4466"/>
          <a:stretch/>
        </p:blipFill>
        <p:spPr>
          <a:xfrm>
            <a:off x="6182434" y="1608768"/>
            <a:ext cx="5914030" cy="3640463"/>
          </a:xfrm>
          <a:prstGeom prst="rect">
            <a:avLst/>
          </a:prstGeom>
        </p:spPr>
      </p:pic>
      <p:pic>
        <p:nvPicPr>
          <p:cNvPr id="10" name="Picture 9" descr="A screenshot of a graph&#10;&#10;Description automatically generated">
            <a:hlinkClick r:id="rId4"/>
            <a:extLst>
              <a:ext uri="{FF2B5EF4-FFF2-40B4-BE49-F238E27FC236}">
                <a16:creationId xmlns:a16="http://schemas.microsoft.com/office/drawing/2014/main" id="{D2DDA071-CB96-E89A-8D5A-285D223FDF57}"/>
              </a:ext>
            </a:extLst>
          </p:cNvPr>
          <p:cNvPicPr>
            <a:picLocks noChangeAspect="1"/>
          </p:cNvPicPr>
          <p:nvPr/>
        </p:nvPicPr>
        <p:blipFill>
          <a:blip r:embed="rId5"/>
          <a:stretch>
            <a:fillRect/>
          </a:stretch>
        </p:blipFill>
        <p:spPr>
          <a:xfrm>
            <a:off x="6944890" y="1978925"/>
            <a:ext cx="4396400" cy="2747750"/>
          </a:xfrm>
          <a:prstGeom prst="rect">
            <a:avLst/>
          </a:prstGeom>
        </p:spPr>
      </p:pic>
    </p:spTree>
    <p:extLst>
      <p:ext uri="{BB962C8B-B14F-4D97-AF65-F5344CB8AC3E}">
        <p14:creationId xmlns:p14="http://schemas.microsoft.com/office/powerpoint/2010/main" val="3389492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9"/>
          <p:cNvSpPr txBox="1">
            <a:spLocks noGrp="1"/>
          </p:cNvSpPr>
          <p:nvPr>
            <p:ph type="ctrTitle"/>
          </p:nvPr>
        </p:nvSpPr>
        <p:spPr>
          <a:xfrm>
            <a:off x="415600" y="2480500"/>
            <a:ext cx="11360700" cy="17685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sz="4800" dirty="0">
                <a:latin typeface="Montserrat"/>
                <a:ea typeface="Montserrat"/>
                <a:cs typeface="Montserrat"/>
                <a:sym typeface="Montserrat"/>
              </a:rPr>
              <a:t>SECTION DIVIDER</a:t>
            </a:r>
            <a:endParaRPr sz="4800" dirty="0">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7"/>
          <p:cNvSpPr txBox="1">
            <a:spLocks noGrp="1"/>
          </p:cNvSpPr>
          <p:nvPr>
            <p:ph type="title" idx="4294967295"/>
          </p:nvPr>
        </p:nvSpPr>
        <p:spPr>
          <a:xfrm>
            <a:off x="426475" y="329464"/>
            <a:ext cx="7317900" cy="967200"/>
          </a:xfrm>
          <a:prstGeom prst="rect">
            <a:avLst/>
          </a:prstGeom>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4400" b="1" dirty="0">
                <a:solidFill>
                  <a:srgbClr val="3F3F3F"/>
                </a:solidFill>
                <a:latin typeface="Montserrat"/>
                <a:ea typeface="Montserrat"/>
                <a:cs typeface="Montserrat"/>
                <a:sym typeface="Montserrat"/>
              </a:rPr>
              <a:t>TITLE</a:t>
            </a:r>
            <a:endParaRPr sz="4400" b="1" dirty="0">
              <a:solidFill>
                <a:srgbClr val="3F3F3F"/>
              </a:solidFill>
              <a:latin typeface="Montserrat"/>
              <a:ea typeface="Montserrat"/>
              <a:cs typeface="Montserrat"/>
              <a:sym typeface="Montserrat"/>
            </a:endParaRPr>
          </a:p>
        </p:txBody>
      </p:sp>
      <p:sp>
        <p:nvSpPr>
          <p:cNvPr id="409" name="Google Shape;409;p57"/>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800" b="0" i="0" u="none" strike="noStrike" kern="0" cap="none" spc="0" normalizeH="0" baseline="0" noProof="0">
                <a:ln>
                  <a:noFill/>
                </a:ln>
                <a:solidFill>
                  <a:srgbClr val="3F3F3F"/>
                </a:solidFill>
                <a:effectLst/>
                <a:uLnTx/>
                <a:uFillTx/>
                <a:latin typeface="Avenir"/>
                <a:ea typeface="Avenir"/>
                <a:cs typeface="Avenir"/>
                <a:sym typeface="Avenir"/>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800" b="0" i="0" u="none" strike="noStrike" kern="0" cap="none" spc="0" normalizeH="0" baseline="0" noProof="0">
              <a:ln>
                <a:noFill/>
              </a:ln>
              <a:solidFill>
                <a:srgbClr val="3F3F3F"/>
              </a:solidFill>
              <a:effectLst/>
              <a:uLnTx/>
              <a:uFillTx/>
              <a:latin typeface="Avenir"/>
              <a:ea typeface="Avenir"/>
              <a:cs typeface="Avenir"/>
              <a:sym typeface="Avenir"/>
            </a:endParaRPr>
          </a:p>
        </p:txBody>
      </p:sp>
      <p:sp>
        <p:nvSpPr>
          <p:cNvPr id="2" name="Google Shape;511;p68">
            <a:extLst>
              <a:ext uri="{FF2B5EF4-FFF2-40B4-BE49-F238E27FC236}">
                <a16:creationId xmlns:a16="http://schemas.microsoft.com/office/drawing/2014/main" id="{2D35C18D-BAF1-4C9A-5D7F-02CA38546915}"/>
              </a:ext>
            </a:extLst>
          </p:cNvPr>
          <p:cNvSpPr txBox="1"/>
          <p:nvPr/>
        </p:nvSpPr>
        <p:spPr>
          <a:xfrm>
            <a:off x="567512" y="1593950"/>
            <a:ext cx="10722600" cy="347783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979F3"/>
                </a:solidFill>
                <a:effectLst/>
                <a:uLnTx/>
                <a:uFillTx/>
                <a:latin typeface="Montserrat SemiBold"/>
                <a:ea typeface="Montserrat SemiBold"/>
                <a:cs typeface="Montserrat SemiBold"/>
                <a:sym typeface="Montserrat SemiBold"/>
              </a:rPr>
              <a:t>KEY POINT </a:t>
            </a:r>
            <a:endParaRPr kumimoji="0" sz="1400" b="0" i="0" u="none" strike="noStrike" kern="0" cap="none" spc="0" normalizeH="0" baseline="0" noProof="0" dirty="0">
              <a:ln>
                <a:noFill/>
              </a:ln>
              <a:solidFill>
                <a:srgbClr val="3F3F3F"/>
              </a:solidFill>
              <a:effectLst/>
              <a:uLnTx/>
              <a:uFillTx/>
              <a:latin typeface="Montserrat SemiBold"/>
              <a:ea typeface="Montserrat SemiBold"/>
              <a:cs typeface="Montserrat SemiBold"/>
              <a:sym typeface="Montserrat SemiBold"/>
            </a:endParaRPr>
          </a:p>
          <a:p>
            <a:pPr marL="457200" marR="0" lvl="0" indent="-241300" algn="l" defTabSz="914400" rtl="0" eaLnBrk="1" fontAlgn="auto" latinLnBrk="0" hangingPunct="1">
              <a:lnSpc>
                <a:spcPct val="100000"/>
              </a:lnSpc>
              <a:spcBef>
                <a:spcPts val="1000"/>
              </a:spcBef>
              <a:spcAft>
                <a:spcPts val="0"/>
              </a:spcAft>
              <a:buClr>
                <a:srgbClr val="3F3F3F"/>
              </a:buClr>
              <a:buSzPts val="200"/>
              <a:buFont typeface="Open Sans"/>
              <a:buChar char="●"/>
              <a:tabLst/>
              <a:defRPr/>
            </a:pPr>
            <a:endParaRPr kumimoji="0" sz="200" b="1" i="0" u="none" strike="noStrike" kern="0" cap="none" spc="0" normalizeH="0" baseline="0" noProof="0" dirty="0">
              <a:ln>
                <a:noFill/>
              </a:ln>
              <a:solidFill>
                <a:srgbClr val="3F3F3F"/>
              </a:solidFill>
              <a:effectLst/>
              <a:uLnTx/>
              <a:uFillTx/>
              <a:latin typeface="Open Sans"/>
              <a:ea typeface="Open Sans"/>
              <a:cs typeface="Open Sans"/>
              <a:sym typeface="Open Sans"/>
            </a:endParaRPr>
          </a:p>
          <a:p>
            <a:pPr marL="457200" marR="0" lvl="0" indent="-317500" algn="l" defTabSz="914400" rtl="0" eaLnBrk="1" fontAlgn="auto" latinLnBrk="0" hangingPunct="1">
              <a:lnSpc>
                <a:spcPct val="100000"/>
              </a:lnSpc>
              <a:spcBef>
                <a:spcPts val="1000"/>
              </a:spcBef>
              <a:spcAft>
                <a:spcPts val="0"/>
              </a:spcAft>
              <a:buClr>
                <a:srgbClr val="3F3F3F"/>
              </a:buClr>
              <a:buSzPts val="1400"/>
              <a:buFont typeface="Open Sans"/>
              <a:buChar char="●"/>
              <a:tabLst/>
              <a:defRPr/>
            </a:pP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Lorem ipsum dolor sit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amet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consectetur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adipiscing</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elit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sed do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eiusmod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tempor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incididunt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ut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labore et dolore magna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aliqua</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Ut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enim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ad minim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veniam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quis</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nostrud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exercitation. Lorem ipsum dolor sit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amet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consectetur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adipiscing</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elit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sed do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eiusmod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tempor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incididunt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ut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labore et dolore magna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aliqua</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endParaRPr kumimoji="0" sz="1400" b="0" i="0" u="none" strike="noStrike" kern="0" cap="none" spc="0" normalizeH="0" baseline="0" noProof="0" dirty="0">
              <a:ln>
                <a:noFill/>
              </a:ln>
              <a:solidFill>
                <a:srgbClr val="3F3F3F"/>
              </a:solidFill>
              <a:effectLst/>
              <a:uLnTx/>
              <a:uFillTx/>
              <a:latin typeface="Open Sans"/>
              <a:ea typeface="Open Sans"/>
              <a:cs typeface="Open Sans"/>
              <a:sym typeface="Open Sans"/>
            </a:endParaRPr>
          </a:p>
          <a:p>
            <a:pPr marL="457200" marR="0" lvl="0" indent="-317500" algn="l" defTabSz="914400" rtl="0" eaLnBrk="1" fontAlgn="auto" latinLnBrk="0" hangingPunct="1">
              <a:lnSpc>
                <a:spcPct val="100000"/>
              </a:lnSpc>
              <a:spcBef>
                <a:spcPts val="1000"/>
              </a:spcBef>
              <a:spcAft>
                <a:spcPts val="0"/>
              </a:spcAft>
              <a:buClr>
                <a:srgbClr val="3F3F3F"/>
              </a:buClr>
              <a:buSzPts val="1400"/>
              <a:buFont typeface="Open Sans"/>
              <a:buChar char="●"/>
              <a:tabLst/>
              <a:defRPr/>
            </a:pP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Lorem ipsum dolor sit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amet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consectetur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adipiscing</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elit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sed do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eiusmod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tempor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incididunt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ut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labore et dolore magna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aliqua</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Ut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enim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ad minim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veniam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quis</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nostrud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exercitation. </a:t>
            </a:r>
            <a:endParaRPr kumimoji="0" sz="1400" b="0" i="0" u="none" strike="noStrike" kern="0" cap="none" spc="0" normalizeH="0" baseline="0" noProof="0" dirty="0">
              <a:ln>
                <a:noFill/>
              </a:ln>
              <a:solidFill>
                <a:srgbClr val="3F3F3F"/>
              </a:solidFill>
              <a:effectLst/>
              <a:uLnTx/>
              <a:uFillTx/>
              <a:latin typeface="Open Sans"/>
              <a:ea typeface="Open Sans"/>
              <a:cs typeface="Open Sans"/>
              <a:sym typeface="Open Sans"/>
            </a:endParaRPr>
          </a:p>
          <a:p>
            <a:pPr marL="457200" marR="0" lvl="0" indent="-317500" algn="l" defTabSz="914400" rtl="0" eaLnBrk="1" fontAlgn="auto" latinLnBrk="0" hangingPunct="1">
              <a:lnSpc>
                <a:spcPct val="100000"/>
              </a:lnSpc>
              <a:spcBef>
                <a:spcPts val="1000"/>
              </a:spcBef>
              <a:spcAft>
                <a:spcPts val="0"/>
              </a:spcAft>
              <a:buClr>
                <a:srgbClr val="3F3F3F"/>
              </a:buClr>
              <a:buSzPts val="1400"/>
              <a:buFont typeface="Open Sans"/>
              <a:buChar char="●"/>
              <a:tabLst/>
              <a:defRPr/>
            </a:pP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Lorem ipsum dolor sit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amet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consectetur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adipiscing</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elit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sed do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eiusmod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tempor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incididunt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ut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labore et dolore magna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aliqua</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Ut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enim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ad minim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veniam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quis</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nostrud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exercitation. Lorem ipsum dolor sit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amet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consectetur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adipiscing</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elit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sed do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eiusmod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tempor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incididunt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ut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labore et dolore magna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aliqua</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Ut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enim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ad minim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veniam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quis</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nostrud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exercitation. </a:t>
            </a:r>
            <a:endParaRPr kumimoji="0" sz="1400" b="0" i="0" u="none" strike="noStrike" kern="0" cap="none" spc="0" normalizeH="0" baseline="0" noProof="0" dirty="0">
              <a:ln>
                <a:noFill/>
              </a:ln>
              <a:solidFill>
                <a:srgbClr val="3F3F3F"/>
              </a:solidFill>
              <a:effectLst/>
              <a:uLnTx/>
              <a:uFillTx/>
              <a:latin typeface="Open Sans"/>
              <a:ea typeface="Open Sans"/>
              <a:cs typeface="Open Sans"/>
              <a:sym typeface="Open Sans"/>
            </a:endParaRPr>
          </a:p>
          <a:p>
            <a:pPr marL="457200" marR="0" lvl="0" indent="-317500" algn="l" defTabSz="914400" rtl="0" eaLnBrk="1" fontAlgn="auto" latinLnBrk="0" hangingPunct="1">
              <a:lnSpc>
                <a:spcPct val="100000"/>
              </a:lnSpc>
              <a:spcBef>
                <a:spcPts val="1000"/>
              </a:spcBef>
              <a:spcAft>
                <a:spcPts val="0"/>
              </a:spcAft>
              <a:buClr>
                <a:srgbClr val="3F3F3F"/>
              </a:buClr>
              <a:buSzPts val="1400"/>
              <a:buFont typeface="Open Sans"/>
              <a:buChar char="●"/>
              <a:tabLst/>
              <a:defRPr/>
            </a:pP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Lorem ipsum dolor sit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amet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consectetur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adipiscing</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elit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sed do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eiusmod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tempor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incididunt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ut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labore et dolore magna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aliqua</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Ut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enim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ad minim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veniam</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quis</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nostrud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exercitation. </a:t>
            </a:r>
            <a:endParaRPr kumimoji="0" sz="1400" b="0" i="0" u="none" strike="noStrike" kern="0" cap="none" spc="0" normalizeH="0" baseline="0" noProof="0" dirty="0">
              <a:ln>
                <a:noFill/>
              </a:ln>
              <a:solidFill>
                <a:srgbClr val="3F3F3F"/>
              </a:solidFill>
              <a:effectLst/>
              <a:uLnTx/>
              <a:uFillTx/>
              <a:latin typeface="Open Sans"/>
              <a:ea typeface="Open Sans"/>
              <a:cs typeface="Open Sans"/>
              <a:sym typeface="Open Sans"/>
            </a:endParaRPr>
          </a:p>
          <a:p>
            <a:pPr marL="457200" marR="0" lvl="0" indent="-317500" algn="l" defTabSz="914400" rtl="0" eaLnBrk="1" fontAlgn="auto" latinLnBrk="0" hangingPunct="1">
              <a:lnSpc>
                <a:spcPct val="100000"/>
              </a:lnSpc>
              <a:spcBef>
                <a:spcPts val="1000"/>
              </a:spcBef>
              <a:spcAft>
                <a:spcPts val="0"/>
              </a:spcAft>
              <a:buClr>
                <a:srgbClr val="3F3F3F"/>
              </a:buClr>
              <a:buSzPts val="1400"/>
              <a:buFont typeface="Open Sans"/>
              <a:buChar char="●"/>
              <a:tabLst/>
              <a:defRPr/>
            </a:pP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Lorem ipsum dolor sit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amet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consectetur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adipiscing</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elit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sed do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eiusmod</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tempor</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incididunt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a:t>
            </a:r>
            <a:r>
              <a:rPr kumimoji="0" lang="en-US" sz="1400" b="0" i="0" u="none" strike="noStrike" kern="0" cap="none" spc="0" normalizeH="0" baseline="0" noProof="0" dirty="0" err="1">
                <a:ln>
                  <a:noFill/>
                </a:ln>
                <a:solidFill>
                  <a:srgbClr val="3F3F3F"/>
                </a:solidFill>
                <a:effectLst/>
                <a:uLnTx/>
                <a:uFillTx/>
                <a:latin typeface="Open Sans"/>
                <a:ea typeface="Open Sans"/>
                <a:cs typeface="Open Sans"/>
                <a:sym typeface="Open Sans"/>
              </a:rPr>
              <a:t>ut</a:t>
            </a:r>
            <a:r>
              <a:rPr kumimoji="0" lang="en-US" sz="1400" b="0" i="0" u="none" strike="noStrike" kern="0" cap="none" spc="0" normalizeH="0" baseline="0" noProof="0" dirty="0">
                <a:ln>
                  <a:noFill/>
                </a:ln>
                <a:solidFill>
                  <a:srgbClr val="3F3F3F"/>
                </a:solidFill>
                <a:effectLst/>
                <a:uLnTx/>
                <a:uFillTx/>
                <a:latin typeface="Open Sans"/>
                <a:ea typeface="Open Sans"/>
                <a:cs typeface="Open Sans"/>
                <a:sym typeface="Open Sans"/>
              </a:rPr>
              <a:t> labore et dolore magna</a:t>
            </a:r>
            <a:endParaRPr kumimoji="0" sz="1400" b="0" i="0" u="none" strike="noStrike" kern="0" cap="none" spc="0" normalizeH="0" baseline="0" noProof="0" dirty="0">
              <a:ln>
                <a:noFill/>
              </a:ln>
              <a:solidFill>
                <a:srgbClr val="3F3F3F"/>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56167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64"/>
        <p:cNvGrpSpPr/>
        <p:nvPr/>
      </p:nvGrpSpPr>
      <p:grpSpPr>
        <a:xfrm>
          <a:off x="0" y="0"/>
          <a:ext cx="0" cy="0"/>
          <a:chOff x="0" y="0"/>
          <a:chExt cx="0" cy="0"/>
        </a:xfrm>
      </p:grpSpPr>
      <p:sp>
        <p:nvSpPr>
          <p:cNvPr id="165" name="Google Shape;165;p41"/>
          <p:cNvSpPr txBox="1">
            <a:spLocks noGrp="1"/>
          </p:cNvSpPr>
          <p:nvPr>
            <p:ph type="title" idx="4294967295"/>
          </p:nvPr>
        </p:nvSpPr>
        <p:spPr>
          <a:xfrm>
            <a:off x="426475" y="504275"/>
            <a:ext cx="7317900" cy="967200"/>
          </a:xfrm>
          <a:prstGeom prst="rect">
            <a:avLst/>
          </a:prstGeom>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4400" b="1" dirty="0">
                <a:solidFill>
                  <a:schemeClr val="lt1"/>
                </a:solidFill>
                <a:latin typeface="Montserrat"/>
                <a:ea typeface="Montserrat"/>
                <a:cs typeface="Montserrat"/>
                <a:sym typeface="Montserrat"/>
              </a:rPr>
              <a:t>TITLE</a:t>
            </a:r>
            <a:endParaRPr sz="4400" b="1" dirty="0">
              <a:solidFill>
                <a:schemeClr val="lt1"/>
              </a:solidFill>
              <a:latin typeface="Montserrat"/>
              <a:ea typeface="Montserrat"/>
              <a:cs typeface="Montserrat"/>
              <a:sym typeface="Montserrat"/>
            </a:endParaRPr>
          </a:p>
        </p:txBody>
      </p:sp>
      <p:sp>
        <p:nvSpPr>
          <p:cNvPr id="166" name="Google Shape;166;p41"/>
          <p:cNvSpPr txBox="1">
            <a:spLocks noGrp="1"/>
          </p:cNvSpPr>
          <p:nvPr>
            <p:ph type="body" idx="4294967295"/>
          </p:nvPr>
        </p:nvSpPr>
        <p:spPr>
          <a:xfrm>
            <a:off x="478250" y="1357000"/>
            <a:ext cx="6479100" cy="726000"/>
          </a:xfrm>
          <a:prstGeom prst="rect">
            <a:avLst/>
          </a:prstGeom>
        </p:spPr>
        <p:txBody>
          <a:bodyPr spcFirstLastPara="1" wrap="square" lIns="121900" tIns="121900" rIns="121900" bIns="121900" anchor="t" anchorCtr="0">
            <a:noAutofit/>
          </a:bodyPr>
          <a:lstStyle/>
          <a:p>
            <a:pPr marL="114300" lvl="0" indent="0" algn="l" rtl="0">
              <a:lnSpc>
                <a:spcPct val="100000"/>
              </a:lnSpc>
              <a:spcBef>
                <a:spcPts val="0"/>
              </a:spcBef>
              <a:spcAft>
                <a:spcPts val="0"/>
              </a:spcAft>
              <a:buNone/>
            </a:pPr>
            <a:r>
              <a:rPr lang="en-US" sz="1400" dirty="0">
                <a:solidFill>
                  <a:schemeClr val="lt1"/>
                </a:solidFill>
              </a:rPr>
              <a:t>Lorem ipsum dolor sit </a:t>
            </a:r>
            <a:r>
              <a:rPr lang="en-US" sz="1400" dirty="0" err="1">
                <a:solidFill>
                  <a:schemeClr val="lt1"/>
                </a:solidFill>
              </a:rPr>
              <a:t>amet</a:t>
            </a:r>
            <a:r>
              <a:rPr lang="en-US" sz="1400" dirty="0">
                <a:solidFill>
                  <a:schemeClr val="lt1"/>
                </a:solidFill>
              </a:rPr>
              <a:t>, </a:t>
            </a:r>
            <a:r>
              <a:rPr lang="en-US" sz="1400" dirty="0" err="1">
                <a:solidFill>
                  <a:schemeClr val="lt1"/>
                </a:solidFill>
              </a:rPr>
              <a:t>consectetur</a:t>
            </a:r>
            <a:r>
              <a:rPr lang="en-US" sz="1400" dirty="0">
                <a:solidFill>
                  <a:schemeClr val="lt1"/>
                </a:solidFill>
              </a:rPr>
              <a:t> </a:t>
            </a:r>
            <a:r>
              <a:rPr lang="en-US" sz="1400" dirty="0" err="1">
                <a:solidFill>
                  <a:schemeClr val="lt1"/>
                </a:solidFill>
              </a:rPr>
              <a:t>adipiscing</a:t>
            </a:r>
            <a:r>
              <a:rPr lang="en-US" sz="1400" dirty="0">
                <a:solidFill>
                  <a:schemeClr val="lt1"/>
                </a:solidFill>
              </a:rPr>
              <a:t> </a:t>
            </a:r>
            <a:r>
              <a:rPr lang="en-US" sz="1400" dirty="0" err="1">
                <a:solidFill>
                  <a:schemeClr val="lt1"/>
                </a:solidFill>
              </a:rPr>
              <a:t>elit</a:t>
            </a:r>
            <a:r>
              <a:rPr lang="en-US" sz="1400" dirty="0">
                <a:solidFill>
                  <a:schemeClr val="lt1"/>
                </a:solidFill>
              </a:rPr>
              <a:t>, sed do </a:t>
            </a:r>
            <a:r>
              <a:rPr lang="en-US" sz="1400" dirty="0" err="1">
                <a:solidFill>
                  <a:schemeClr val="lt1"/>
                </a:solidFill>
              </a:rPr>
              <a:t>eiusmod</a:t>
            </a:r>
            <a:r>
              <a:rPr lang="en-US" sz="1400" dirty="0">
                <a:solidFill>
                  <a:schemeClr val="lt1"/>
                </a:solidFill>
              </a:rPr>
              <a:t> </a:t>
            </a:r>
            <a:r>
              <a:rPr lang="en-US" sz="1400" dirty="0" err="1">
                <a:solidFill>
                  <a:schemeClr val="lt1"/>
                </a:solidFill>
              </a:rPr>
              <a:t>tempor</a:t>
            </a:r>
            <a:r>
              <a:rPr lang="en-US" sz="1400" dirty="0">
                <a:solidFill>
                  <a:schemeClr val="lt1"/>
                </a:solidFill>
              </a:rPr>
              <a:t> </a:t>
            </a:r>
            <a:r>
              <a:rPr lang="en-US" sz="1400" dirty="0" err="1">
                <a:solidFill>
                  <a:schemeClr val="lt1"/>
                </a:solidFill>
              </a:rPr>
              <a:t>incididunt</a:t>
            </a:r>
            <a:r>
              <a:rPr lang="en-US" sz="1400" dirty="0">
                <a:solidFill>
                  <a:schemeClr val="lt1"/>
                </a:solidFill>
              </a:rPr>
              <a:t> </a:t>
            </a:r>
            <a:r>
              <a:rPr lang="en-US" sz="1400" dirty="0" err="1">
                <a:solidFill>
                  <a:schemeClr val="lt1"/>
                </a:solidFill>
              </a:rPr>
              <a:t>ut</a:t>
            </a:r>
            <a:r>
              <a:rPr lang="en-US" sz="1400" dirty="0">
                <a:solidFill>
                  <a:schemeClr val="lt1"/>
                </a:solidFill>
              </a:rPr>
              <a:t> labore et dolore magna </a:t>
            </a:r>
            <a:r>
              <a:rPr lang="en-US" sz="1400" dirty="0" err="1">
                <a:solidFill>
                  <a:schemeClr val="lt1"/>
                </a:solidFill>
              </a:rPr>
              <a:t>aliqua</a:t>
            </a:r>
            <a:r>
              <a:rPr lang="en-US" sz="1400" dirty="0">
                <a:solidFill>
                  <a:schemeClr val="lt1"/>
                </a:solidFill>
              </a:rPr>
              <a:t>. Ut </a:t>
            </a:r>
            <a:r>
              <a:rPr lang="en-US" sz="1400" dirty="0" err="1">
                <a:solidFill>
                  <a:schemeClr val="lt1"/>
                </a:solidFill>
              </a:rPr>
              <a:t>enim</a:t>
            </a:r>
            <a:r>
              <a:rPr lang="en-US" sz="1400" dirty="0">
                <a:solidFill>
                  <a:schemeClr val="lt1"/>
                </a:solidFill>
              </a:rPr>
              <a:t> ad minim. </a:t>
            </a:r>
            <a:endParaRPr dirty="0">
              <a:solidFill>
                <a:schemeClr val="lt1"/>
              </a:solidFill>
            </a:endParaRPr>
          </a:p>
          <a:p>
            <a:pPr marL="0" lvl="0" indent="0" algn="l" rtl="0">
              <a:lnSpc>
                <a:spcPct val="150000"/>
              </a:lnSpc>
              <a:spcBef>
                <a:spcPts val="1600"/>
              </a:spcBef>
              <a:spcAft>
                <a:spcPts val="1600"/>
              </a:spcAft>
              <a:buNone/>
            </a:pPr>
            <a:endParaRPr dirty="0">
              <a:solidFill>
                <a:schemeClr val="lt1"/>
              </a:solidFill>
            </a:endParaRPr>
          </a:p>
        </p:txBody>
      </p:sp>
      <p:sp>
        <p:nvSpPr>
          <p:cNvPr id="167" name="Google Shape;167;p41"/>
          <p:cNvSpPr txBox="1"/>
          <p:nvPr/>
        </p:nvSpPr>
        <p:spPr>
          <a:xfrm>
            <a:off x="720549" y="2546388"/>
            <a:ext cx="6479100" cy="9888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dirty="0">
                <a:solidFill>
                  <a:srgbClr val="0979F3"/>
                </a:solidFill>
                <a:latin typeface="Montserrat SemiBold"/>
                <a:ea typeface="Montserrat SemiBold"/>
                <a:cs typeface="Montserrat SemiBold"/>
                <a:sym typeface="Montserrat SemiBold"/>
              </a:rPr>
              <a:t>KEY POINT 1</a:t>
            </a:r>
            <a:endParaRPr dirty="0">
              <a:solidFill>
                <a:srgbClr val="0979F3"/>
              </a:solidFill>
              <a:latin typeface="Open Sans SemiBold"/>
              <a:ea typeface="Open Sans SemiBold"/>
              <a:cs typeface="Open Sans SemiBold"/>
              <a:sym typeface="Open Sans SemiBold"/>
            </a:endParaRPr>
          </a:p>
          <a:p>
            <a:pPr marL="114300" marR="0" lvl="0" indent="0" algn="l" rtl="0">
              <a:spcBef>
                <a:spcPts val="0"/>
              </a:spcBef>
              <a:spcAft>
                <a:spcPts val="0"/>
              </a:spcAft>
              <a:buNone/>
            </a:pPr>
            <a:endParaRPr sz="200" b="1" dirty="0">
              <a:solidFill>
                <a:schemeClr val="lt1"/>
              </a:solidFill>
              <a:latin typeface="Open Sans"/>
              <a:ea typeface="Open Sans"/>
              <a:cs typeface="Open Sans"/>
              <a:sym typeface="Open Sans"/>
            </a:endParaRPr>
          </a:p>
          <a:p>
            <a:pPr marL="114300" marR="0" lvl="0" indent="0" algn="l" rtl="0">
              <a:spcBef>
                <a:spcPts val="0"/>
              </a:spcBef>
              <a:spcAft>
                <a:spcPts val="0"/>
              </a:spcAft>
              <a:buNone/>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a:t>
            </a:r>
            <a:r>
              <a:rPr lang="en-US" sz="1400" dirty="0">
                <a:solidFill>
                  <a:schemeClr val="lt1"/>
                </a:solidFill>
                <a:latin typeface="Open Sans"/>
                <a:ea typeface="Open Sans"/>
                <a:cs typeface="Open Sans"/>
                <a:sym typeface="Open Sans"/>
              </a:rPr>
              <a:t>. </a:t>
            </a:r>
            <a:endParaRPr sz="1400" b="1" dirty="0">
              <a:solidFill>
                <a:schemeClr val="lt1"/>
              </a:solidFill>
              <a:latin typeface="Open Sans"/>
              <a:ea typeface="Open Sans"/>
              <a:cs typeface="Open Sans"/>
              <a:sym typeface="Open Sans"/>
            </a:endParaRPr>
          </a:p>
        </p:txBody>
      </p:sp>
      <p:sp>
        <p:nvSpPr>
          <p:cNvPr id="168" name="Google Shape;168;p41"/>
          <p:cNvSpPr txBox="1"/>
          <p:nvPr/>
        </p:nvSpPr>
        <p:spPr>
          <a:xfrm>
            <a:off x="720549" y="3802499"/>
            <a:ext cx="6479100" cy="988800"/>
          </a:xfrm>
          <a:prstGeom prst="rect">
            <a:avLst/>
          </a:prstGeom>
          <a:noFill/>
          <a:ln>
            <a:noFill/>
          </a:ln>
        </p:spPr>
        <p:txBody>
          <a:bodyPr spcFirstLastPara="1" wrap="square" lIns="91425" tIns="45700" rIns="91425" bIns="45700" anchor="t" anchorCtr="0">
            <a:spAutoFit/>
          </a:bodyPr>
          <a:lstStyle/>
          <a:p>
            <a:pPr marL="114300" lvl="0" indent="0" algn="l" rtl="0">
              <a:spcBef>
                <a:spcPts val="0"/>
              </a:spcBef>
              <a:spcAft>
                <a:spcPts val="0"/>
              </a:spcAft>
              <a:buNone/>
            </a:pPr>
            <a:r>
              <a:rPr lang="en-US" dirty="0">
                <a:solidFill>
                  <a:srgbClr val="0979F3"/>
                </a:solidFill>
                <a:latin typeface="Montserrat SemiBold"/>
                <a:ea typeface="Montserrat SemiBold"/>
                <a:cs typeface="Montserrat SemiBold"/>
                <a:sym typeface="Montserrat SemiBold"/>
              </a:rPr>
              <a:t>KEY POINT 2</a:t>
            </a:r>
            <a:endParaRPr dirty="0">
              <a:solidFill>
                <a:schemeClr val="lt1"/>
              </a:solidFill>
              <a:latin typeface="Open Sans"/>
              <a:ea typeface="Open Sans"/>
              <a:cs typeface="Open Sans"/>
              <a:sym typeface="Open Sans"/>
            </a:endParaRPr>
          </a:p>
          <a:p>
            <a:pPr marL="114300" marR="0" lvl="0" indent="0" algn="l" rtl="0">
              <a:spcBef>
                <a:spcPts val="0"/>
              </a:spcBef>
              <a:spcAft>
                <a:spcPts val="0"/>
              </a:spcAft>
              <a:buNone/>
            </a:pPr>
            <a:endParaRPr sz="200" b="1" dirty="0">
              <a:solidFill>
                <a:schemeClr val="lt1"/>
              </a:solidFill>
              <a:latin typeface="Open Sans"/>
              <a:ea typeface="Open Sans"/>
              <a:cs typeface="Open Sans"/>
              <a:sym typeface="Open Sans"/>
            </a:endParaRPr>
          </a:p>
          <a:p>
            <a:pPr marL="114300" marR="0" lvl="0" indent="0" algn="l" rtl="0">
              <a:spcBef>
                <a:spcPts val="0"/>
              </a:spcBef>
              <a:spcAft>
                <a:spcPts val="0"/>
              </a:spcAft>
              <a:buNone/>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a:t>
            </a:r>
            <a:r>
              <a:rPr lang="en-US" sz="1400" dirty="0">
                <a:solidFill>
                  <a:schemeClr val="lt1"/>
                </a:solidFill>
                <a:latin typeface="Open Sans"/>
                <a:ea typeface="Open Sans"/>
                <a:cs typeface="Open Sans"/>
                <a:sym typeface="Open Sans"/>
              </a:rPr>
              <a:t>. </a:t>
            </a:r>
            <a:endParaRPr sz="1400" dirty="0">
              <a:solidFill>
                <a:schemeClr val="lt1"/>
              </a:solidFill>
              <a:latin typeface="Open Sans"/>
              <a:ea typeface="Open Sans"/>
              <a:cs typeface="Open Sans"/>
              <a:sym typeface="Open Sans"/>
            </a:endParaRPr>
          </a:p>
        </p:txBody>
      </p:sp>
      <p:sp>
        <p:nvSpPr>
          <p:cNvPr id="169" name="Google Shape;169;p41"/>
          <p:cNvSpPr txBox="1"/>
          <p:nvPr/>
        </p:nvSpPr>
        <p:spPr>
          <a:xfrm>
            <a:off x="720549" y="5058611"/>
            <a:ext cx="6245400" cy="9888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3</a:t>
            </a:r>
            <a:endParaRPr>
              <a:solidFill>
                <a:schemeClr val="accent1"/>
              </a:solidFill>
              <a:latin typeface="Open Sans SemiBold"/>
              <a:ea typeface="Open Sans SemiBold"/>
              <a:cs typeface="Open Sans SemiBold"/>
              <a:sym typeface="Open Sans SemiBold"/>
            </a:endParaRPr>
          </a:p>
          <a:p>
            <a:pPr marL="114300" marR="0" lvl="0" indent="0" algn="l" rtl="0">
              <a:spcBef>
                <a:spcPts val="0"/>
              </a:spcBef>
              <a:spcAft>
                <a:spcPts val="0"/>
              </a:spcAft>
              <a:buNone/>
            </a:pPr>
            <a:endParaRPr sz="200" b="1">
              <a:solidFill>
                <a:schemeClr val="lt1"/>
              </a:solidFill>
              <a:latin typeface="Open Sans"/>
              <a:ea typeface="Open Sans"/>
              <a:cs typeface="Open Sans"/>
              <a:sym typeface="Open Sans"/>
            </a:endParaRPr>
          </a:p>
          <a:p>
            <a:pPr marL="114300" marR="0" lvl="0" indent="0" algn="l" rtl="0">
              <a:spcBef>
                <a:spcPts val="0"/>
              </a:spcBef>
              <a:spcAft>
                <a:spcPts val="0"/>
              </a:spcAft>
              <a:buNone/>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chemeClr val="lt1"/>
                </a:solidFill>
                <a:latin typeface="Open Sans"/>
                <a:ea typeface="Open Sans"/>
                <a:cs typeface="Open Sans"/>
                <a:sym typeface="Open Sans"/>
              </a:rPr>
              <a:t>. </a:t>
            </a:r>
            <a:endParaRPr>
              <a:solidFill>
                <a:schemeClr val="lt1"/>
              </a:solidFill>
              <a:latin typeface="Open Sans"/>
              <a:ea typeface="Open Sans"/>
              <a:cs typeface="Open Sans"/>
              <a:sym typeface="Open Sans"/>
            </a:endParaRPr>
          </a:p>
        </p:txBody>
      </p:sp>
      <p:sp>
        <p:nvSpPr>
          <p:cNvPr id="170" name="Google Shape;170;p41"/>
          <p:cNvSpPr txBox="1">
            <a:spLocks noGrp="1"/>
          </p:cNvSpPr>
          <p:nvPr>
            <p:ph type="title" idx="4294967295"/>
          </p:nvPr>
        </p:nvSpPr>
        <p:spPr>
          <a:xfrm>
            <a:off x="589220" y="2378071"/>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171" name="Google Shape;171;p41"/>
          <p:cNvSpPr txBox="1">
            <a:spLocks noGrp="1"/>
          </p:cNvSpPr>
          <p:nvPr>
            <p:ph type="title" idx="4294967295"/>
          </p:nvPr>
        </p:nvSpPr>
        <p:spPr>
          <a:xfrm>
            <a:off x="589220" y="3631780"/>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172" name="Google Shape;172;p41"/>
          <p:cNvSpPr txBox="1">
            <a:spLocks noGrp="1"/>
          </p:cNvSpPr>
          <p:nvPr>
            <p:ph type="title" idx="4294967295"/>
          </p:nvPr>
        </p:nvSpPr>
        <p:spPr>
          <a:xfrm>
            <a:off x="589220" y="4879141"/>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173" name="Google Shape;173;p41"/>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12</a:t>
            </a:fld>
            <a:endParaRPr sz="800">
              <a:solidFill>
                <a:schemeClr val="lt1"/>
              </a:solidFill>
              <a:latin typeface="Avenir"/>
              <a:ea typeface="Avenir"/>
              <a:cs typeface="Avenir"/>
              <a:sym typeface="Avenir"/>
            </a:endParaRPr>
          </a:p>
        </p:txBody>
      </p:sp>
      <p:sp>
        <p:nvSpPr>
          <p:cNvPr id="174" name="Google Shape;174;p41"/>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u="none">
                <a:solidFill>
                  <a:schemeClr val="lt1"/>
                </a:solidFill>
                <a:latin typeface="Open Sans"/>
                <a:ea typeface="Open Sans"/>
                <a:cs typeface="Open Sans"/>
                <a:sym typeface="Open Sans"/>
              </a:rPr>
              <a:t>Copyright © Nomis Solutions, Inc. All rights reserved.</a:t>
            </a:r>
            <a:endParaRPr>
              <a:solidFill>
                <a:schemeClr val="lt1"/>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23"/>
        <p:cNvGrpSpPr/>
        <p:nvPr/>
      </p:nvGrpSpPr>
      <p:grpSpPr>
        <a:xfrm>
          <a:off x="0" y="0"/>
          <a:ext cx="0" cy="0"/>
          <a:chOff x="0" y="0"/>
          <a:chExt cx="0" cy="0"/>
        </a:xfrm>
      </p:grpSpPr>
      <p:sp>
        <p:nvSpPr>
          <p:cNvPr id="224" name="Google Shape;224;p45"/>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dk1"/>
                </a:solidFill>
                <a:latin typeface="Avenir"/>
                <a:ea typeface="Avenir"/>
                <a:cs typeface="Avenir"/>
                <a:sym typeface="Avenir"/>
              </a:rPr>
              <a:t>13</a:t>
            </a:fld>
            <a:endParaRPr sz="800">
              <a:solidFill>
                <a:schemeClr val="dk1"/>
              </a:solidFill>
              <a:latin typeface="Avenir"/>
              <a:ea typeface="Avenir"/>
              <a:cs typeface="Avenir"/>
              <a:sym typeface="Avenir"/>
            </a:endParaRPr>
          </a:p>
        </p:txBody>
      </p:sp>
      <p:sp>
        <p:nvSpPr>
          <p:cNvPr id="225" name="Google Shape;225;p45"/>
          <p:cNvSpPr txBox="1">
            <a:spLocks noGrp="1"/>
          </p:cNvSpPr>
          <p:nvPr>
            <p:ph type="title" idx="4294967295"/>
          </p:nvPr>
        </p:nvSpPr>
        <p:spPr>
          <a:xfrm>
            <a:off x="426475" y="504275"/>
            <a:ext cx="7317900" cy="967200"/>
          </a:xfrm>
          <a:prstGeom prst="rect">
            <a:avLst/>
          </a:prstGeom>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4400" b="1" dirty="0">
                <a:solidFill>
                  <a:srgbClr val="3F3F3F"/>
                </a:solidFill>
                <a:latin typeface="Montserrat"/>
                <a:ea typeface="Montserrat"/>
                <a:cs typeface="Montserrat"/>
                <a:sym typeface="Montserrat"/>
              </a:rPr>
              <a:t>TITLE</a:t>
            </a:r>
            <a:endParaRPr sz="4400" b="1" dirty="0">
              <a:solidFill>
                <a:srgbClr val="3F3F3F"/>
              </a:solidFill>
              <a:latin typeface="Montserrat"/>
              <a:ea typeface="Montserrat"/>
              <a:cs typeface="Montserrat"/>
              <a:sym typeface="Montserrat"/>
            </a:endParaRPr>
          </a:p>
        </p:txBody>
      </p:sp>
      <p:sp>
        <p:nvSpPr>
          <p:cNvPr id="226" name="Google Shape;226;p45"/>
          <p:cNvSpPr txBox="1">
            <a:spLocks noGrp="1"/>
          </p:cNvSpPr>
          <p:nvPr>
            <p:ph type="body" idx="4294967295"/>
          </p:nvPr>
        </p:nvSpPr>
        <p:spPr>
          <a:xfrm>
            <a:off x="478250" y="1357000"/>
            <a:ext cx="6479100" cy="726000"/>
          </a:xfrm>
          <a:prstGeom prst="rect">
            <a:avLst/>
          </a:prstGeom>
        </p:spPr>
        <p:txBody>
          <a:bodyPr spcFirstLastPara="1" wrap="square" lIns="121900" tIns="121900" rIns="121900" bIns="121900" anchor="t" anchorCtr="0">
            <a:noAutofit/>
          </a:bodyPr>
          <a:lstStyle/>
          <a:p>
            <a:pPr marL="114300" lvl="0" indent="0" algn="l" rtl="0">
              <a:lnSpc>
                <a:spcPct val="100000"/>
              </a:lnSpc>
              <a:spcBef>
                <a:spcPts val="0"/>
              </a:spcBef>
              <a:spcAft>
                <a:spcPts val="0"/>
              </a:spcAft>
              <a:buClr>
                <a:schemeClr val="dk1"/>
              </a:buClr>
              <a:buFont typeface="Arial"/>
              <a:buNone/>
            </a:pPr>
            <a:r>
              <a:rPr lang="en-US" sz="1400">
                <a:solidFill>
                  <a:srgbClr val="3F3F3F"/>
                </a:solidFill>
              </a:rPr>
              <a:t>Lorem ipsum dolor sit amet, consectetur adipiscing elit, sed do eiusmod tempor incididunt ut labore et dolore magna aliqua. Ut enim ad minim. </a:t>
            </a:r>
            <a:endParaRPr>
              <a:solidFill>
                <a:srgbClr val="3F3F3F"/>
              </a:solidFill>
            </a:endParaRPr>
          </a:p>
          <a:p>
            <a:pPr marL="0" lvl="0" indent="0" algn="l" rtl="0">
              <a:lnSpc>
                <a:spcPct val="150000"/>
              </a:lnSpc>
              <a:spcBef>
                <a:spcPts val="1600"/>
              </a:spcBef>
              <a:spcAft>
                <a:spcPts val="1600"/>
              </a:spcAft>
              <a:buNone/>
            </a:pPr>
            <a:endParaRPr>
              <a:solidFill>
                <a:srgbClr val="3F3F3F"/>
              </a:solidFill>
            </a:endParaRPr>
          </a:p>
        </p:txBody>
      </p:sp>
      <p:sp>
        <p:nvSpPr>
          <p:cNvPr id="227" name="Google Shape;227;p45"/>
          <p:cNvSpPr txBox="1"/>
          <p:nvPr/>
        </p:nvSpPr>
        <p:spPr>
          <a:xfrm>
            <a:off x="720549" y="2546388"/>
            <a:ext cx="6479100" cy="9543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dirty="0">
                <a:solidFill>
                  <a:srgbClr val="0979F3"/>
                </a:solidFill>
                <a:latin typeface="Montserrat SemiBold"/>
                <a:ea typeface="Montserrat SemiBold"/>
                <a:cs typeface="Montserrat SemiBold"/>
                <a:sym typeface="Montserrat SemiBold"/>
              </a:rPr>
              <a:t>KEY POINT 1</a:t>
            </a:r>
            <a:endParaRPr sz="200" b="1" dirty="0">
              <a:solidFill>
                <a:schemeClr val="lt1"/>
              </a:solidFill>
              <a:latin typeface="Avenir"/>
              <a:ea typeface="Avenir"/>
              <a:cs typeface="Avenir"/>
              <a:sym typeface="Avenir"/>
            </a:endParaRPr>
          </a:p>
          <a:p>
            <a:pPr marL="114300" marR="0" lvl="0" indent="0" algn="l" rtl="0">
              <a:spcBef>
                <a:spcPts val="0"/>
              </a:spcBef>
              <a:spcAft>
                <a:spcPts val="0"/>
              </a:spcAft>
              <a:buNone/>
            </a:pPr>
            <a:r>
              <a:rPr lang="en-US" dirty="0">
                <a:solidFill>
                  <a:srgbClr val="3F3F3F"/>
                </a:solidFill>
                <a:latin typeface="Open Sans"/>
                <a:ea typeface="Open Sans"/>
                <a:cs typeface="Open Sans"/>
                <a:sym typeface="Open Sans"/>
              </a:rPr>
              <a:t>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Ut </a:t>
            </a:r>
            <a:r>
              <a:rPr lang="en-US" dirty="0" err="1">
                <a:solidFill>
                  <a:srgbClr val="3F3F3F"/>
                </a:solidFill>
                <a:latin typeface="Open Sans"/>
                <a:ea typeface="Open Sans"/>
                <a:cs typeface="Open Sans"/>
                <a:sym typeface="Open Sans"/>
              </a:rPr>
              <a:t>enim</a:t>
            </a:r>
            <a:r>
              <a:rPr lang="en-US" dirty="0">
                <a:solidFill>
                  <a:srgbClr val="3F3F3F"/>
                </a:solidFill>
                <a:latin typeface="Open Sans"/>
                <a:ea typeface="Open Sans"/>
                <a:cs typeface="Open Sans"/>
                <a:sym typeface="Open Sans"/>
              </a:rPr>
              <a:t> ad minim </a:t>
            </a:r>
            <a:r>
              <a:rPr lang="en-US" dirty="0" err="1">
                <a:solidFill>
                  <a:srgbClr val="3F3F3F"/>
                </a:solidFill>
                <a:latin typeface="Open Sans"/>
                <a:ea typeface="Open Sans"/>
                <a:cs typeface="Open Sans"/>
                <a:sym typeface="Open Sans"/>
              </a:rPr>
              <a:t>veniam</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quis</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nostrud</a:t>
            </a:r>
            <a:r>
              <a:rPr lang="en-US" dirty="0">
                <a:solidFill>
                  <a:srgbClr val="3F3F3F"/>
                </a:solidFill>
                <a:latin typeface="Open Sans"/>
                <a:ea typeface="Open Sans"/>
                <a:cs typeface="Open Sans"/>
                <a:sym typeface="Open Sans"/>
              </a:rPr>
              <a:t> exercitation</a:t>
            </a:r>
            <a:r>
              <a:rPr lang="en-US" sz="1400" dirty="0">
                <a:solidFill>
                  <a:srgbClr val="3F3F3F"/>
                </a:solidFill>
                <a:latin typeface="Open Sans"/>
                <a:ea typeface="Open Sans"/>
                <a:cs typeface="Open Sans"/>
                <a:sym typeface="Open Sans"/>
              </a:rPr>
              <a:t>. </a:t>
            </a:r>
            <a:endParaRPr sz="1400" b="1" dirty="0">
              <a:solidFill>
                <a:srgbClr val="3F3F3F"/>
              </a:solidFill>
              <a:latin typeface="Open Sans"/>
              <a:ea typeface="Open Sans"/>
              <a:cs typeface="Open Sans"/>
              <a:sym typeface="Open Sans"/>
            </a:endParaRPr>
          </a:p>
        </p:txBody>
      </p:sp>
      <p:sp>
        <p:nvSpPr>
          <p:cNvPr id="228" name="Google Shape;228;p45"/>
          <p:cNvSpPr txBox="1"/>
          <p:nvPr/>
        </p:nvSpPr>
        <p:spPr>
          <a:xfrm>
            <a:off x="720549" y="3802499"/>
            <a:ext cx="6479100" cy="954300"/>
          </a:xfrm>
          <a:prstGeom prst="rect">
            <a:avLst/>
          </a:prstGeom>
          <a:noFill/>
          <a:ln>
            <a:noFill/>
          </a:ln>
        </p:spPr>
        <p:txBody>
          <a:bodyPr spcFirstLastPara="1" wrap="square" lIns="91425" tIns="45700" rIns="91425" bIns="45700" anchor="t" anchorCtr="0">
            <a:spAutoFit/>
          </a:bodyPr>
          <a:lstStyle/>
          <a:p>
            <a:pPr marL="11430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2</a:t>
            </a:r>
            <a:endParaRPr>
              <a:solidFill>
                <a:srgbClr val="0979F3"/>
              </a:solidFill>
              <a:latin typeface="Montserrat SemiBold"/>
              <a:ea typeface="Montserrat SemiBold"/>
              <a:cs typeface="Montserrat SemiBold"/>
              <a:sym typeface="Montserrat SemiBold"/>
            </a:endParaRPr>
          </a:p>
          <a:p>
            <a:pPr marL="114300" lvl="0" indent="0" algn="l" rtl="0">
              <a:spcBef>
                <a:spcPts val="0"/>
              </a:spcBef>
              <a:spcAft>
                <a:spcPts val="0"/>
              </a:spcAft>
              <a:buNone/>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rgbClr val="3F3F3F"/>
                </a:solidFill>
                <a:latin typeface="Open Sans"/>
                <a:ea typeface="Open Sans"/>
                <a:cs typeface="Open Sans"/>
                <a:sym typeface="Open Sans"/>
              </a:rPr>
              <a:t>. </a:t>
            </a:r>
            <a:endParaRPr sz="1400">
              <a:solidFill>
                <a:srgbClr val="3F3F3F"/>
              </a:solidFill>
              <a:latin typeface="Open Sans"/>
              <a:ea typeface="Open Sans"/>
              <a:cs typeface="Open Sans"/>
              <a:sym typeface="Open Sans"/>
            </a:endParaRPr>
          </a:p>
        </p:txBody>
      </p:sp>
      <p:sp>
        <p:nvSpPr>
          <p:cNvPr id="229" name="Google Shape;229;p45"/>
          <p:cNvSpPr txBox="1"/>
          <p:nvPr/>
        </p:nvSpPr>
        <p:spPr>
          <a:xfrm>
            <a:off x="720549" y="5058611"/>
            <a:ext cx="6245400" cy="9543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3</a:t>
            </a:r>
            <a:endParaRPr sz="200" b="1">
              <a:solidFill>
                <a:schemeClr val="lt1"/>
              </a:solidFill>
              <a:latin typeface="Avenir"/>
              <a:ea typeface="Avenir"/>
              <a:cs typeface="Avenir"/>
              <a:sym typeface="Avenir"/>
            </a:endParaRPr>
          </a:p>
          <a:p>
            <a:pPr marL="114300" marR="0" lvl="0" indent="0" algn="l" rtl="0">
              <a:spcBef>
                <a:spcPts val="0"/>
              </a:spcBef>
              <a:spcAft>
                <a:spcPts val="0"/>
              </a:spcAft>
              <a:buNone/>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rgbClr val="3F3F3F"/>
                </a:solidFill>
                <a:latin typeface="Open Sans"/>
                <a:ea typeface="Open Sans"/>
                <a:cs typeface="Open Sans"/>
                <a:sym typeface="Open Sans"/>
              </a:rPr>
              <a:t>. </a:t>
            </a:r>
            <a:endParaRPr>
              <a:solidFill>
                <a:srgbClr val="3F3F3F"/>
              </a:solidFill>
              <a:latin typeface="Open Sans"/>
              <a:ea typeface="Open Sans"/>
              <a:cs typeface="Open Sans"/>
              <a:sym typeface="Open Sans"/>
            </a:endParaRPr>
          </a:p>
        </p:txBody>
      </p:sp>
      <p:sp>
        <p:nvSpPr>
          <p:cNvPr id="230" name="Google Shape;230;p45"/>
          <p:cNvSpPr txBox="1">
            <a:spLocks noGrp="1"/>
          </p:cNvSpPr>
          <p:nvPr>
            <p:ph type="title" idx="4294967295"/>
          </p:nvPr>
        </p:nvSpPr>
        <p:spPr>
          <a:xfrm>
            <a:off x="589220" y="2378071"/>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231" name="Google Shape;231;p45"/>
          <p:cNvSpPr txBox="1">
            <a:spLocks noGrp="1"/>
          </p:cNvSpPr>
          <p:nvPr>
            <p:ph type="title" idx="4294967295"/>
          </p:nvPr>
        </p:nvSpPr>
        <p:spPr>
          <a:xfrm>
            <a:off x="589220" y="3631780"/>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232" name="Google Shape;232;p45"/>
          <p:cNvSpPr txBox="1">
            <a:spLocks noGrp="1"/>
          </p:cNvSpPr>
          <p:nvPr>
            <p:ph type="title" idx="4294967295"/>
          </p:nvPr>
        </p:nvSpPr>
        <p:spPr>
          <a:xfrm>
            <a:off x="589220" y="4879141"/>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233" name="Google Shape;233;p45"/>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a:solidFill>
                  <a:srgbClr val="3F3F3F"/>
                </a:solidFill>
                <a:latin typeface="Open Sans"/>
                <a:ea typeface="Open Sans"/>
                <a:cs typeface="Open Sans"/>
                <a:sym typeface="Open Sans"/>
              </a:rPr>
              <a:t>Copyright © Nomis Solutions, Inc. All rights reserved.</a:t>
            </a:r>
            <a:endParaRPr>
              <a:solidFill>
                <a:srgbClr val="3F3F3F"/>
              </a:solidFill>
              <a:latin typeface="Open Sans"/>
              <a:ea typeface="Open Sans"/>
              <a:cs typeface="Open Sans"/>
              <a:sym typeface="Open Sans"/>
            </a:endParaRPr>
          </a:p>
        </p:txBody>
      </p:sp>
      <p:sp>
        <p:nvSpPr>
          <p:cNvPr id="234" name="Google Shape;234;p45"/>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13</a:t>
            </a:fld>
            <a:endParaRPr sz="800">
              <a:solidFill>
                <a:schemeClr val="lt1"/>
              </a:solidFill>
              <a:latin typeface="Avenir"/>
              <a:ea typeface="Avenir"/>
              <a:cs typeface="Avenir"/>
              <a:sym typeface="Aveni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9"/>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14</a:t>
            </a:fld>
            <a:endParaRPr sz="800">
              <a:solidFill>
                <a:schemeClr val="lt1"/>
              </a:solidFill>
              <a:latin typeface="Avenir"/>
              <a:ea typeface="Avenir"/>
              <a:cs typeface="Avenir"/>
              <a:sym typeface="Avenir"/>
            </a:endParaRPr>
          </a:p>
        </p:txBody>
      </p:sp>
      <p:sp>
        <p:nvSpPr>
          <p:cNvPr id="286" name="Google Shape;286;p49"/>
          <p:cNvSpPr txBox="1">
            <a:spLocks noGrp="1"/>
          </p:cNvSpPr>
          <p:nvPr>
            <p:ph type="title" idx="4294967295"/>
          </p:nvPr>
        </p:nvSpPr>
        <p:spPr>
          <a:xfrm>
            <a:off x="4769875" y="504275"/>
            <a:ext cx="7317900" cy="967200"/>
          </a:xfrm>
          <a:prstGeom prst="rect">
            <a:avLst/>
          </a:prstGeom>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4400" b="1" dirty="0">
                <a:solidFill>
                  <a:schemeClr val="lt1"/>
                </a:solidFill>
                <a:latin typeface="Montserrat"/>
                <a:ea typeface="Montserrat"/>
                <a:cs typeface="Montserrat"/>
                <a:sym typeface="Montserrat"/>
              </a:rPr>
              <a:t>TITLE</a:t>
            </a:r>
            <a:endParaRPr sz="4400" b="1" dirty="0">
              <a:solidFill>
                <a:schemeClr val="lt1"/>
              </a:solidFill>
              <a:latin typeface="Montserrat"/>
              <a:ea typeface="Montserrat"/>
              <a:cs typeface="Montserrat"/>
              <a:sym typeface="Montserrat"/>
            </a:endParaRPr>
          </a:p>
        </p:txBody>
      </p:sp>
      <p:sp>
        <p:nvSpPr>
          <p:cNvPr id="287" name="Google Shape;287;p49"/>
          <p:cNvSpPr txBox="1">
            <a:spLocks noGrp="1"/>
          </p:cNvSpPr>
          <p:nvPr>
            <p:ph type="body" idx="4294967295"/>
          </p:nvPr>
        </p:nvSpPr>
        <p:spPr>
          <a:xfrm>
            <a:off x="4821650" y="1357000"/>
            <a:ext cx="6479100" cy="726000"/>
          </a:xfrm>
          <a:prstGeom prst="rect">
            <a:avLst/>
          </a:prstGeom>
        </p:spPr>
        <p:txBody>
          <a:bodyPr spcFirstLastPara="1" wrap="square" lIns="121900" tIns="121900" rIns="121900" bIns="121900" anchor="t" anchorCtr="0">
            <a:noAutofit/>
          </a:bodyPr>
          <a:lstStyle/>
          <a:p>
            <a:pPr marL="114300" lvl="0" indent="0" algn="l" rtl="0">
              <a:lnSpc>
                <a:spcPct val="100000"/>
              </a:lnSpc>
              <a:spcBef>
                <a:spcPts val="0"/>
              </a:spcBef>
              <a:spcAft>
                <a:spcPts val="0"/>
              </a:spcAft>
              <a:buNone/>
            </a:pPr>
            <a:r>
              <a:rPr lang="en-US" sz="1400">
                <a:solidFill>
                  <a:schemeClr val="lt1"/>
                </a:solidFill>
              </a:rPr>
              <a:t>Lorem ipsum dolor sit amet, consectetur adipiscing elit, sed do eiusmod tempor incididunt ut labore et dolore magna aliqua. Ut enim ad minim. </a:t>
            </a:r>
            <a:endParaRPr>
              <a:solidFill>
                <a:schemeClr val="lt1"/>
              </a:solidFill>
            </a:endParaRPr>
          </a:p>
          <a:p>
            <a:pPr marL="0" lvl="0" indent="0" algn="l" rtl="0">
              <a:lnSpc>
                <a:spcPct val="150000"/>
              </a:lnSpc>
              <a:spcBef>
                <a:spcPts val="1600"/>
              </a:spcBef>
              <a:spcAft>
                <a:spcPts val="1600"/>
              </a:spcAft>
              <a:buNone/>
            </a:pPr>
            <a:endParaRPr>
              <a:solidFill>
                <a:schemeClr val="lt1"/>
              </a:solidFill>
            </a:endParaRPr>
          </a:p>
        </p:txBody>
      </p:sp>
      <p:sp>
        <p:nvSpPr>
          <p:cNvPr id="288" name="Google Shape;288;p49"/>
          <p:cNvSpPr txBox="1"/>
          <p:nvPr/>
        </p:nvSpPr>
        <p:spPr>
          <a:xfrm>
            <a:off x="5063949" y="2546388"/>
            <a:ext cx="6479100" cy="9888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1</a:t>
            </a:r>
            <a:endParaRPr>
              <a:solidFill>
                <a:srgbClr val="0979F3"/>
              </a:solidFill>
              <a:latin typeface="Open Sans SemiBold"/>
              <a:ea typeface="Open Sans SemiBold"/>
              <a:cs typeface="Open Sans SemiBold"/>
              <a:sym typeface="Open Sans SemiBold"/>
            </a:endParaRPr>
          </a:p>
          <a:p>
            <a:pPr marL="114300" marR="0" lvl="0" indent="0" algn="l" rtl="0">
              <a:spcBef>
                <a:spcPts val="0"/>
              </a:spcBef>
              <a:spcAft>
                <a:spcPts val="0"/>
              </a:spcAft>
              <a:buNone/>
            </a:pPr>
            <a:endParaRPr sz="200" b="1">
              <a:solidFill>
                <a:schemeClr val="lt1"/>
              </a:solidFill>
              <a:latin typeface="Open Sans"/>
              <a:ea typeface="Open Sans"/>
              <a:cs typeface="Open Sans"/>
              <a:sym typeface="Open Sans"/>
            </a:endParaRPr>
          </a:p>
          <a:p>
            <a:pPr marL="114300" marR="0" lvl="0" indent="0" algn="l" rtl="0">
              <a:spcBef>
                <a:spcPts val="0"/>
              </a:spcBef>
              <a:spcAft>
                <a:spcPts val="0"/>
              </a:spcAft>
              <a:buNone/>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chemeClr val="lt1"/>
                </a:solidFill>
                <a:latin typeface="Open Sans"/>
                <a:ea typeface="Open Sans"/>
                <a:cs typeface="Open Sans"/>
                <a:sym typeface="Open Sans"/>
              </a:rPr>
              <a:t>. </a:t>
            </a:r>
            <a:endParaRPr sz="1400" b="1">
              <a:solidFill>
                <a:schemeClr val="lt1"/>
              </a:solidFill>
              <a:latin typeface="Open Sans"/>
              <a:ea typeface="Open Sans"/>
              <a:cs typeface="Open Sans"/>
              <a:sym typeface="Open Sans"/>
            </a:endParaRPr>
          </a:p>
        </p:txBody>
      </p:sp>
      <p:sp>
        <p:nvSpPr>
          <p:cNvPr id="289" name="Google Shape;289;p49"/>
          <p:cNvSpPr txBox="1"/>
          <p:nvPr/>
        </p:nvSpPr>
        <p:spPr>
          <a:xfrm>
            <a:off x="5063949" y="3802499"/>
            <a:ext cx="6479100" cy="988800"/>
          </a:xfrm>
          <a:prstGeom prst="rect">
            <a:avLst/>
          </a:prstGeom>
          <a:noFill/>
          <a:ln>
            <a:noFill/>
          </a:ln>
        </p:spPr>
        <p:txBody>
          <a:bodyPr spcFirstLastPara="1" wrap="square" lIns="91425" tIns="45700" rIns="91425" bIns="45700" anchor="t" anchorCtr="0">
            <a:spAutoFit/>
          </a:bodyPr>
          <a:lstStyle/>
          <a:p>
            <a:pPr marL="11430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2</a:t>
            </a:r>
            <a:endParaRPr>
              <a:solidFill>
                <a:schemeClr val="lt1"/>
              </a:solidFill>
              <a:latin typeface="Open Sans"/>
              <a:ea typeface="Open Sans"/>
              <a:cs typeface="Open Sans"/>
              <a:sym typeface="Open Sans"/>
            </a:endParaRPr>
          </a:p>
          <a:p>
            <a:pPr marL="114300" marR="0" lvl="0" indent="0" algn="l" rtl="0">
              <a:spcBef>
                <a:spcPts val="0"/>
              </a:spcBef>
              <a:spcAft>
                <a:spcPts val="0"/>
              </a:spcAft>
              <a:buNone/>
            </a:pPr>
            <a:endParaRPr sz="200" b="1">
              <a:solidFill>
                <a:schemeClr val="lt1"/>
              </a:solidFill>
              <a:latin typeface="Open Sans"/>
              <a:ea typeface="Open Sans"/>
              <a:cs typeface="Open Sans"/>
              <a:sym typeface="Open Sans"/>
            </a:endParaRPr>
          </a:p>
          <a:p>
            <a:pPr marL="114300" marR="0" lvl="0" indent="0" algn="l" rtl="0">
              <a:spcBef>
                <a:spcPts val="0"/>
              </a:spcBef>
              <a:spcAft>
                <a:spcPts val="0"/>
              </a:spcAft>
              <a:buNone/>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chemeClr val="lt1"/>
                </a:solidFill>
                <a:latin typeface="Open Sans"/>
                <a:ea typeface="Open Sans"/>
                <a:cs typeface="Open Sans"/>
                <a:sym typeface="Open Sans"/>
              </a:rPr>
              <a:t>. </a:t>
            </a:r>
            <a:endParaRPr sz="1400">
              <a:solidFill>
                <a:schemeClr val="lt1"/>
              </a:solidFill>
              <a:latin typeface="Open Sans"/>
              <a:ea typeface="Open Sans"/>
              <a:cs typeface="Open Sans"/>
              <a:sym typeface="Open Sans"/>
            </a:endParaRPr>
          </a:p>
        </p:txBody>
      </p:sp>
      <p:sp>
        <p:nvSpPr>
          <p:cNvPr id="290" name="Google Shape;290;p49"/>
          <p:cNvSpPr txBox="1"/>
          <p:nvPr/>
        </p:nvSpPr>
        <p:spPr>
          <a:xfrm>
            <a:off x="5063949" y="5058611"/>
            <a:ext cx="6245400" cy="9888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3</a:t>
            </a:r>
            <a:endParaRPr>
              <a:solidFill>
                <a:schemeClr val="accent1"/>
              </a:solidFill>
              <a:latin typeface="Open Sans SemiBold"/>
              <a:ea typeface="Open Sans SemiBold"/>
              <a:cs typeface="Open Sans SemiBold"/>
              <a:sym typeface="Open Sans SemiBold"/>
            </a:endParaRPr>
          </a:p>
          <a:p>
            <a:pPr marL="114300" marR="0" lvl="0" indent="0" algn="l" rtl="0">
              <a:spcBef>
                <a:spcPts val="0"/>
              </a:spcBef>
              <a:spcAft>
                <a:spcPts val="0"/>
              </a:spcAft>
              <a:buNone/>
            </a:pPr>
            <a:endParaRPr sz="200" b="1">
              <a:solidFill>
                <a:schemeClr val="lt1"/>
              </a:solidFill>
              <a:latin typeface="Open Sans"/>
              <a:ea typeface="Open Sans"/>
              <a:cs typeface="Open Sans"/>
              <a:sym typeface="Open Sans"/>
            </a:endParaRPr>
          </a:p>
          <a:p>
            <a:pPr marL="114300" marR="0" lvl="0" indent="0" algn="l" rtl="0">
              <a:spcBef>
                <a:spcPts val="0"/>
              </a:spcBef>
              <a:spcAft>
                <a:spcPts val="0"/>
              </a:spcAft>
              <a:buNone/>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chemeClr val="lt1"/>
                </a:solidFill>
                <a:latin typeface="Open Sans"/>
                <a:ea typeface="Open Sans"/>
                <a:cs typeface="Open Sans"/>
                <a:sym typeface="Open Sans"/>
              </a:rPr>
              <a:t>. </a:t>
            </a:r>
            <a:endParaRPr>
              <a:solidFill>
                <a:schemeClr val="lt1"/>
              </a:solidFill>
              <a:latin typeface="Open Sans"/>
              <a:ea typeface="Open Sans"/>
              <a:cs typeface="Open Sans"/>
              <a:sym typeface="Open Sans"/>
            </a:endParaRPr>
          </a:p>
        </p:txBody>
      </p:sp>
      <p:sp>
        <p:nvSpPr>
          <p:cNvPr id="291" name="Google Shape;291;p49"/>
          <p:cNvSpPr txBox="1">
            <a:spLocks noGrp="1"/>
          </p:cNvSpPr>
          <p:nvPr>
            <p:ph type="title" idx="4294967295"/>
          </p:nvPr>
        </p:nvSpPr>
        <p:spPr>
          <a:xfrm>
            <a:off x="4932620" y="2378071"/>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292" name="Google Shape;292;p49"/>
          <p:cNvSpPr txBox="1">
            <a:spLocks noGrp="1"/>
          </p:cNvSpPr>
          <p:nvPr>
            <p:ph type="title" idx="4294967295"/>
          </p:nvPr>
        </p:nvSpPr>
        <p:spPr>
          <a:xfrm>
            <a:off x="4932620" y="3631780"/>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293" name="Google Shape;293;p49"/>
          <p:cNvSpPr txBox="1">
            <a:spLocks noGrp="1"/>
          </p:cNvSpPr>
          <p:nvPr>
            <p:ph type="title" idx="4294967295"/>
          </p:nvPr>
        </p:nvSpPr>
        <p:spPr>
          <a:xfrm>
            <a:off x="4932620" y="4879141"/>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294" name="Google Shape;294;p49"/>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u="none">
                <a:solidFill>
                  <a:schemeClr val="lt1"/>
                </a:solidFill>
                <a:latin typeface="Open Sans"/>
                <a:ea typeface="Open Sans"/>
                <a:cs typeface="Open Sans"/>
                <a:sym typeface="Open Sans"/>
              </a:rPr>
              <a:t>Copyright © Nomis Solutions, Inc. All rights reserved.</a:t>
            </a:r>
            <a:endParaRPr>
              <a:solidFill>
                <a:schemeClr val="lt1"/>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2"/>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rgbClr val="3F3F3F"/>
                </a:solidFill>
                <a:latin typeface="Avenir"/>
                <a:ea typeface="Avenir"/>
                <a:cs typeface="Avenir"/>
                <a:sym typeface="Avenir"/>
              </a:rPr>
              <a:t>15</a:t>
            </a:fld>
            <a:endParaRPr sz="800">
              <a:solidFill>
                <a:srgbClr val="3F3F3F"/>
              </a:solidFill>
              <a:latin typeface="Avenir"/>
              <a:ea typeface="Avenir"/>
              <a:cs typeface="Avenir"/>
              <a:sym typeface="Avenir"/>
            </a:endParaRPr>
          </a:p>
        </p:txBody>
      </p:sp>
      <p:sp>
        <p:nvSpPr>
          <p:cNvPr id="331" name="Google Shape;331;p52"/>
          <p:cNvSpPr txBox="1">
            <a:spLocks noGrp="1"/>
          </p:cNvSpPr>
          <p:nvPr>
            <p:ph type="title" idx="4294967295"/>
          </p:nvPr>
        </p:nvSpPr>
        <p:spPr>
          <a:xfrm>
            <a:off x="4617475" y="504275"/>
            <a:ext cx="7317900" cy="967200"/>
          </a:xfrm>
          <a:prstGeom prst="rect">
            <a:avLst/>
          </a:prstGeom>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4400" b="1" dirty="0">
                <a:solidFill>
                  <a:srgbClr val="3F3F3F"/>
                </a:solidFill>
                <a:latin typeface="Montserrat"/>
                <a:ea typeface="Montserrat"/>
                <a:cs typeface="Montserrat"/>
                <a:sym typeface="Montserrat"/>
              </a:rPr>
              <a:t>TITLE</a:t>
            </a:r>
            <a:endParaRPr sz="4400" b="1" dirty="0">
              <a:solidFill>
                <a:srgbClr val="3F3F3F"/>
              </a:solidFill>
              <a:latin typeface="Montserrat"/>
              <a:ea typeface="Montserrat"/>
              <a:cs typeface="Montserrat"/>
              <a:sym typeface="Montserrat"/>
            </a:endParaRPr>
          </a:p>
        </p:txBody>
      </p:sp>
      <p:sp>
        <p:nvSpPr>
          <p:cNvPr id="332" name="Google Shape;332;p52"/>
          <p:cNvSpPr txBox="1">
            <a:spLocks noGrp="1"/>
          </p:cNvSpPr>
          <p:nvPr>
            <p:ph type="body" idx="4294967295"/>
          </p:nvPr>
        </p:nvSpPr>
        <p:spPr>
          <a:xfrm>
            <a:off x="4669250" y="1357000"/>
            <a:ext cx="6479100" cy="726000"/>
          </a:xfrm>
          <a:prstGeom prst="rect">
            <a:avLst/>
          </a:prstGeom>
        </p:spPr>
        <p:txBody>
          <a:bodyPr spcFirstLastPara="1" wrap="square" lIns="121900" tIns="121900" rIns="121900" bIns="121900" anchor="t" anchorCtr="0">
            <a:noAutofit/>
          </a:bodyPr>
          <a:lstStyle/>
          <a:p>
            <a:pPr marL="114300" lvl="0" indent="0" algn="l" rtl="0">
              <a:lnSpc>
                <a:spcPct val="100000"/>
              </a:lnSpc>
              <a:spcBef>
                <a:spcPts val="0"/>
              </a:spcBef>
              <a:spcAft>
                <a:spcPts val="0"/>
              </a:spcAft>
              <a:buNone/>
            </a:pPr>
            <a:r>
              <a:rPr lang="en-US" sz="1400">
                <a:solidFill>
                  <a:srgbClr val="3F3F3F"/>
                </a:solidFill>
              </a:rPr>
              <a:t>Lorem ipsum dolor sit amet, consectetur adipiscing elit, sed do eiusmod tempor incididunt ut labore et dolore magna aliqua. Ut enim ad minim. </a:t>
            </a:r>
            <a:endParaRPr>
              <a:solidFill>
                <a:srgbClr val="3F3F3F"/>
              </a:solidFill>
            </a:endParaRPr>
          </a:p>
          <a:p>
            <a:pPr marL="0" lvl="0" indent="0" algn="l" rtl="0">
              <a:lnSpc>
                <a:spcPct val="150000"/>
              </a:lnSpc>
              <a:spcBef>
                <a:spcPts val="1600"/>
              </a:spcBef>
              <a:spcAft>
                <a:spcPts val="1600"/>
              </a:spcAft>
              <a:buNone/>
            </a:pPr>
            <a:endParaRPr>
              <a:solidFill>
                <a:srgbClr val="3F3F3F"/>
              </a:solidFill>
            </a:endParaRPr>
          </a:p>
        </p:txBody>
      </p:sp>
      <p:sp>
        <p:nvSpPr>
          <p:cNvPr id="333" name="Google Shape;333;p52"/>
          <p:cNvSpPr txBox="1"/>
          <p:nvPr/>
        </p:nvSpPr>
        <p:spPr>
          <a:xfrm>
            <a:off x="4911549" y="2546388"/>
            <a:ext cx="6479100" cy="9543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1</a:t>
            </a:r>
            <a:endParaRPr sz="200" b="1">
              <a:solidFill>
                <a:schemeClr val="lt1"/>
              </a:solidFill>
              <a:latin typeface="Avenir"/>
              <a:ea typeface="Avenir"/>
              <a:cs typeface="Avenir"/>
              <a:sym typeface="Avenir"/>
            </a:endParaRPr>
          </a:p>
          <a:p>
            <a:pPr marL="114300" marR="0" lvl="0" indent="0" algn="l" rtl="0">
              <a:spcBef>
                <a:spcPts val="0"/>
              </a:spcBef>
              <a:spcAft>
                <a:spcPts val="0"/>
              </a:spcAft>
              <a:buNone/>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rgbClr val="3F3F3F"/>
                </a:solidFill>
                <a:latin typeface="Open Sans"/>
                <a:ea typeface="Open Sans"/>
                <a:cs typeface="Open Sans"/>
                <a:sym typeface="Open Sans"/>
              </a:rPr>
              <a:t>. </a:t>
            </a:r>
            <a:endParaRPr sz="1400" b="1">
              <a:solidFill>
                <a:srgbClr val="3F3F3F"/>
              </a:solidFill>
              <a:latin typeface="Open Sans"/>
              <a:ea typeface="Open Sans"/>
              <a:cs typeface="Open Sans"/>
              <a:sym typeface="Open Sans"/>
            </a:endParaRPr>
          </a:p>
        </p:txBody>
      </p:sp>
      <p:sp>
        <p:nvSpPr>
          <p:cNvPr id="334" name="Google Shape;334;p52"/>
          <p:cNvSpPr txBox="1"/>
          <p:nvPr/>
        </p:nvSpPr>
        <p:spPr>
          <a:xfrm>
            <a:off x="4911549" y="3802499"/>
            <a:ext cx="6479100" cy="954300"/>
          </a:xfrm>
          <a:prstGeom prst="rect">
            <a:avLst/>
          </a:prstGeom>
          <a:noFill/>
          <a:ln>
            <a:noFill/>
          </a:ln>
        </p:spPr>
        <p:txBody>
          <a:bodyPr spcFirstLastPara="1" wrap="square" lIns="91425" tIns="45700" rIns="91425" bIns="45700" anchor="t" anchorCtr="0">
            <a:spAutoFit/>
          </a:bodyPr>
          <a:lstStyle/>
          <a:p>
            <a:pPr marL="11430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2</a:t>
            </a:r>
            <a:endParaRPr>
              <a:solidFill>
                <a:srgbClr val="0979F3"/>
              </a:solidFill>
              <a:latin typeface="Montserrat SemiBold"/>
              <a:ea typeface="Montserrat SemiBold"/>
              <a:cs typeface="Montserrat SemiBold"/>
              <a:sym typeface="Montserrat SemiBold"/>
            </a:endParaRPr>
          </a:p>
          <a:p>
            <a:pPr marL="114300" lvl="0" indent="0" algn="l" rtl="0">
              <a:spcBef>
                <a:spcPts val="0"/>
              </a:spcBef>
              <a:spcAft>
                <a:spcPts val="0"/>
              </a:spcAft>
              <a:buNone/>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rgbClr val="3F3F3F"/>
                </a:solidFill>
                <a:latin typeface="Open Sans"/>
                <a:ea typeface="Open Sans"/>
                <a:cs typeface="Open Sans"/>
                <a:sym typeface="Open Sans"/>
              </a:rPr>
              <a:t>. </a:t>
            </a:r>
            <a:endParaRPr sz="1400">
              <a:solidFill>
                <a:srgbClr val="3F3F3F"/>
              </a:solidFill>
              <a:latin typeface="Open Sans"/>
              <a:ea typeface="Open Sans"/>
              <a:cs typeface="Open Sans"/>
              <a:sym typeface="Open Sans"/>
            </a:endParaRPr>
          </a:p>
        </p:txBody>
      </p:sp>
      <p:sp>
        <p:nvSpPr>
          <p:cNvPr id="335" name="Google Shape;335;p52"/>
          <p:cNvSpPr txBox="1"/>
          <p:nvPr/>
        </p:nvSpPr>
        <p:spPr>
          <a:xfrm>
            <a:off x="4911549" y="5058611"/>
            <a:ext cx="6245400" cy="9543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3</a:t>
            </a:r>
            <a:endParaRPr sz="200" b="1">
              <a:solidFill>
                <a:schemeClr val="lt1"/>
              </a:solidFill>
              <a:latin typeface="Avenir"/>
              <a:ea typeface="Avenir"/>
              <a:cs typeface="Avenir"/>
              <a:sym typeface="Avenir"/>
            </a:endParaRPr>
          </a:p>
          <a:p>
            <a:pPr marL="114300" marR="0" lvl="0" indent="0" algn="l" rtl="0">
              <a:spcBef>
                <a:spcPts val="0"/>
              </a:spcBef>
              <a:spcAft>
                <a:spcPts val="0"/>
              </a:spcAft>
              <a:buNone/>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rgbClr val="3F3F3F"/>
                </a:solidFill>
                <a:latin typeface="Open Sans"/>
                <a:ea typeface="Open Sans"/>
                <a:cs typeface="Open Sans"/>
                <a:sym typeface="Open Sans"/>
              </a:rPr>
              <a:t>. </a:t>
            </a:r>
            <a:endParaRPr>
              <a:solidFill>
                <a:srgbClr val="3F3F3F"/>
              </a:solidFill>
              <a:latin typeface="Open Sans"/>
              <a:ea typeface="Open Sans"/>
              <a:cs typeface="Open Sans"/>
              <a:sym typeface="Open Sans"/>
            </a:endParaRPr>
          </a:p>
        </p:txBody>
      </p:sp>
      <p:sp>
        <p:nvSpPr>
          <p:cNvPr id="336" name="Google Shape;336;p52"/>
          <p:cNvSpPr txBox="1">
            <a:spLocks noGrp="1"/>
          </p:cNvSpPr>
          <p:nvPr>
            <p:ph type="title" idx="4294967295"/>
          </p:nvPr>
        </p:nvSpPr>
        <p:spPr>
          <a:xfrm>
            <a:off x="4780220" y="2378071"/>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337" name="Google Shape;337;p52"/>
          <p:cNvSpPr txBox="1">
            <a:spLocks noGrp="1"/>
          </p:cNvSpPr>
          <p:nvPr>
            <p:ph type="title" idx="4294967295"/>
          </p:nvPr>
        </p:nvSpPr>
        <p:spPr>
          <a:xfrm>
            <a:off x="4780220" y="3631780"/>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338" name="Google Shape;338;p52"/>
          <p:cNvSpPr txBox="1">
            <a:spLocks noGrp="1"/>
          </p:cNvSpPr>
          <p:nvPr>
            <p:ph type="title" idx="4294967295"/>
          </p:nvPr>
        </p:nvSpPr>
        <p:spPr>
          <a:xfrm>
            <a:off x="4780220" y="4879141"/>
            <a:ext cx="321900" cy="566700"/>
          </a:xfrm>
          <a:prstGeom prst="rect">
            <a:avLst/>
          </a:prstGeom>
          <a:ln>
            <a:noFill/>
          </a:ln>
        </p:spPr>
        <p:txBody>
          <a:bodyPr spcFirstLastPara="1" wrap="square" lIns="0" tIns="0" rIns="0" bIns="0" anchor="b" anchorCtr="0">
            <a:noAutofit/>
          </a:bodyPr>
          <a:lstStyle/>
          <a:p>
            <a:pPr marL="0" lvl="0" indent="0" algn="l" rtl="0">
              <a:spcBef>
                <a:spcPts val="0"/>
              </a:spcBef>
              <a:spcAft>
                <a:spcPts val="0"/>
              </a:spcAft>
              <a:buNone/>
            </a:pPr>
            <a:r>
              <a:rPr lang="en-US" sz="3600" b="1">
                <a:solidFill>
                  <a:srgbClr val="0979F3"/>
                </a:solidFill>
                <a:latin typeface="Montserrat"/>
                <a:ea typeface="Montserrat"/>
                <a:cs typeface="Montserrat"/>
                <a:sym typeface="Montserrat"/>
              </a:rPr>
              <a:t>•</a:t>
            </a:r>
            <a:endParaRPr sz="3600" b="1">
              <a:solidFill>
                <a:srgbClr val="0979F3"/>
              </a:solidFill>
              <a:latin typeface="Montserrat"/>
              <a:ea typeface="Montserrat"/>
              <a:cs typeface="Montserrat"/>
              <a:sym typeface="Montserrat"/>
            </a:endParaRPr>
          </a:p>
        </p:txBody>
      </p:sp>
      <p:sp>
        <p:nvSpPr>
          <p:cNvPr id="339" name="Google Shape;339;p52"/>
          <p:cNvSpPr txBox="1"/>
          <p:nvPr/>
        </p:nvSpPr>
        <p:spPr>
          <a:xfrm>
            <a:off x="2" y="6476300"/>
            <a:ext cx="31644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dirty="0">
                <a:solidFill>
                  <a:schemeClr val="lt1"/>
                </a:solidFill>
                <a:latin typeface="Open Sans"/>
                <a:ea typeface="Open Sans"/>
                <a:cs typeface="Open Sans"/>
                <a:sym typeface="Open Sans"/>
              </a:rPr>
              <a:t>Copyright © Nomis Solutions, Inc. All rights reserved.</a:t>
            </a:r>
            <a:endParaRPr dirty="0">
              <a:solidFill>
                <a:schemeClr val="lt1"/>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55"/>
          <p:cNvSpPr/>
          <p:nvPr/>
        </p:nvSpPr>
        <p:spPr>
          <a:xfrm>
            <a:off x="1454863"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6" name="Google Shape;376;p55"/>
          <p:cNvSpPr txBox="1"/>
          <p:nvPr/>
        </p:nvSpPr>
        <p:spPr>
          <a:xfrm>
            <a:off x="1580863"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dirty="0">
                <a:solidFill>
                  <a:schemeClr val="accent1"/>
                </a:solidFill>
                <a:latin typeface="Montserrat"/>
                <a:ea typeface="Montserrat"/>
                <a:cs typeface="Montserrat"/>
                <a:sym typeface="Montserrat"/>
              </a:rPr>
              <a:t>TITLE 1</a:t>
            </a:r>
            <a:endParaRPr sz="200" b="1" dirty="0">
              <a:solidFill>
                <a:schemeClr val="accent1"/>
              </a:solidFill>
              <a:latin typeface="Montserrat"/>
              <a:ea typeface="Montserrat"/>
              <a:cs typeface="Montserrat"/>
              <a:sym typeface="Montserrat"/>
            </a:endParaRPr>
          </a:p>
        </p:txBody>
      </p:sp>
      <p:sp>
        <p:nvSpPr>
          <p:cNvPr id="377" name="Google Shape;377;p55"/>
          <p:cNvSpPr txBox="1"/>
          <p:nvPr/>
        </p:nvSpPr>
        <p:spPr>
          <a:xfrm>
            <a:off x="1483963"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chemeClr val="lt1"/>
              </a:buClr>
              <a:buSzPts val="1400"/>
              <a:buFont typeface="Open Sans"/>
              <a:buChar char="•"/>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a:t>
            </a:r>
            <a:endParaRPr dirty="0">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dirty="0">
                <a:solidFill>
                  <a:schemeClr val="lt1"/>
                </a:solidFill>
                <a:latin typeface="Open Sans"/>
                <a:ea typeface="Open Sans"/>
                <a:cs typeface="Open Sans"/>
                <a:sym typeface="Open Sans"/>
              </a:rPr>
              <a:t>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a:t>
            </a:r>
            <a:endParaRPr dirty="0">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a:t>
            </a:r>
            <a:endParaRPr dirty="0">
              <a:solidFill>
                <a:schemeClr val="lt1"/>
              </a:solidFill>
              <a:latin typeface="Open Sans"/>
              <a:ea typeface="Open Sans"/>
              <a:cs typeface="Open Sans"/>
              <a:sym typeface="Open Sans"/>
            </a:endParaRPr>
          </a:p>
        </p:txBody>
      </p:sp>
      <p:sp>
        <p:nvSpPr>
          <p:cNvPr id="378" name="Google Shape;378;p55"/>
          <p:cNvSpPr txBox="1">
            <a:spLocks noGrp="1"/>
          </p:cNvSpPr>
          <p:nvPr>
            <p:ph type="title" idx="4294967295"/>
          </p:nvPr>
        </p:nvSpPr>
        <p:spPr>
          <a:xfrm>
            <a:off x="426474" y="504275"/>
            <a:ext cx="10858841" cy="967200"/>
          </a:xfrm>
          <a:prstGeom prst="rect">
            <a:avLst/>
          </a:prstGeom>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4400" b="1" dirty="0">
                <a:solidFill>
                  <a:schemeClr val="lt1"/>
                </a:solidFill>
                <a:latin typeface="Montserrat"/>
                <a:ea typeface="Montserrat"/>
                <a:cs typeface="Montserrat"/>
                <a:sym typeface="Montserrat"/>
              </a:rPr>
              <a:t>ADD AN INFORMATIVE TITLE</a:t>
            </a:r>
            <a:endParaRPr sz="4400" b="1" dirty="0">
              <a:solidFill>
                <a:schemeClr val="lt1"/>
              </a:solidFill>
              <a:latin typeface="Montserrat"/>
              <a:ea typeface="Montserrat"/>
              <a:cs typeface="Montserrat"/>
              <a:sym typeface="Montserrat"/>
            </a:endParaRPr>
          </a:p>
        </p:txBody>
      </p:sp>
      <p:sp>
        <p:nvSpPr>
          <p:cNvPr id="379" name="Google Shape;379;p55"/>
          <p:cNvSpPr/>
          <p:nvPr/>
        </p:nvSpPr>
        <p:spPr>
          <a:xfrm>
            <a:off x="4606488"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0" name="Google Shape;380;p55"/>
          <p:cNvSpPr txBox="1"/>
          <p:nvPr/>
        </p:nvSpPr>
        <p:spPr>
          <a:xfrm>
            <a:off x="4732488"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2</a:t>
            </a:r>
            <a:endParaRPr sz="200" b="1">
              <a:solidFill>
                <a:schemeClr val="accent1"/>
              </a:solidFill>
              <a:latin typeface="Montserrat"/>
              <a:ea typeface="Montserrat"/>
              <a:cs typeface="Montserrat"/>
              <a:sym typeface="Montserrat"/>
            </a:endParaRPr>
          </a:p>
        </p:txBody>
      </p:sp>
      <p:sp>
        <p:nvSpPr>
          <p:cNvPr id="381" name="Google Shape;381;p55"/>
          <p:cNvSpPr txBox="1"/>
          <p:nvPr/>
        </p:nvSpPr>
        <p:spPr>
          <a:xfrm>
            <a:off x="4635588"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Ut enim ad minim veniam, quis nostrud exercitation.</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a:t>
            </a:r>
            <a:endParaRPr>
              <a:solidFill>
                <a:schemeClr val="lt1"/>
              </a:solidFill>
              <a:latin typeface="Open Sans"/>
              <a:ea typeface="Open Sans"/>
              <a:cs typeface="Open Sans"/>
              <a:sym typeface="Open Sans"/>
            </a:endParaRPr>
          </a:p>
        </p:txBody>
      </p:sp>
      <p:sp>
        <p:nvSpPr>
          <p:cNvPr id="382" name="Google Shape;382;p55"/>
          <p:cNvSpPr/>
          <p:nvPr/>
        </p:nvSpPr>
        <p:spPr>
          <a:xfrm>
            <a:off x="7758113"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83" name="Google Shape;383;p55"/>
          <p:cNvSpPr txBox="1"/>
          <p:nvPr/>
        </p:nvSpPr>
        <p:spPr>
          <a:xfrm>
            <a:off x="7884113"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3</a:t>
            </a:r>
            <a:endParaRPr sz="200" b="1">
              <a:solidFill>
                <a:schemeClr val="accent1"/>
              </a:solidFill>
              <a:latin typeface="Montserrat"/>
              <a:ea typeface="Montserrat"/>
              <a:cs typeface="Montserrat"/>
              <a:sym typeface="Montserrat"/>
            </a:endParaRPr>
          </a:p>
        </p:txBody>
      </p:sp>
      <p:sp>
        <p:nvSpPr>
          <p:cNvPr id="384" name="Google Shape;384;p55"/>
          <p:cNvSpPr txBox="1"/>
          <p:nvPr/>
        </p:nvSpPr>
        <p:spPr>
          <a:xfrm>
            <a:off x="7787213"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Ut enim ad minim veniam, quis nostrud exercitation.</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a:t>
            </a:r>
            <a:endParaRPr>
              <a:solidFill>
                <a:schemeClr val="lt1"/>
              </a:solidFill>
              <a:latin typeface="Open Sans"/>
              <a:ea typeface="Open Sans"/>
              <a:cs typeface="Open Sans"/>
              <a:sym typeface="Open Sans"/>
            </a:endParaRPr>
          </a:p>
        </p:txBody>
      </p:sp>
      <p:sp>
        <p:nvSpPr>
          <p:cNvPr id="385" name="Google Shape;385;p55"/>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16</a:t>
            </a:fld>
            <a:endParaRPr sz="800">
              <a:solidFill>
                <a:schemeClr val="lt1"/>
              </a:solidFill>
              <a:latin typeface="Avenir"/>
              <a:ea typeface="Avenir"/>
              <a:cs typeface="Avenir"/>
              <a:sym typeface="Avenir"/>
            </a:endParaRPr>
          </a:p>
        </p:txBody>
      </p:sp>
      <p:sp>
        <p:nvSpPr>
          <p:cNvPr id="386" name="Google Shape;386;p55"/>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u="none" dirty="0">
                <a:solidFill>
                  <a:schemeClr val="lt1"/>
                </a:solidFill>
                <a:latin typeface="Open Sans"/>
                <a:ea typeface="Open Sans"/>
                <a:cs typeface="Open Sans"/>
                <a:sym typeface="Open Sans"/>
              </a:rPr>
              <a:t>Copyright © Nomis Solutions, Inc. All rights reserved.</a:t>
            </a:r>
            <a:endParaRPr dirty="0">
              <a:solidFill>
                <a:schemeClr val="lt1"/>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91"/>
        <p:cNvGrpSpPr/>
        <p:nvPr/>
      </p:nvGrpSpPr>
      <p:grpSpPr>
        <a:xfrm>
          <a:off x="0" y="0"/>
          <a:ext cx="0" cy="0"/>
          <a:chOff x="0" y="0"/>
          <a:chExt cx="0" cy="0"/>
        </a:xfrm>
      </p:grpSpPr>
      <p:sp>
        <p:nvSpPr>
          <p:cNvPr id="392" name="Google Shape;392;p56"/>
          <p:cNvSpPr txBox="1">
            <a:spLocks noGrp="1"/>
          </p:cNvSpPr>
          <p:nvPr>
            <p:ph type="title" idx="4294967295"/>
          </p:nvPr>
        </p:nvSpPr>
        <p:spPr>
          <a:xfrm>
            <a:off x="426474" y="504275"/>
            <a:ext cx="11217657" cy="967200"/>
          </a:xfrm>
          <a:prstGeom prst="rect">
            <a:avLst/>
          </a:prstGeom>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4400" b="1" dirty="0">
                <a:solidFill>
                  <a:schemeClr val="lt1"/>
                </a:solidFill>
                <a:latin typeface="Montserrat"/>
                <a:ea typeface="Montserrat"/>
                <a:cs typeface="Montserrat"/>
                <a:sym typeface="Montserrat"/>
              </a:rPr>
              <a:t>ADD AN INFORMATIVE TITLE</a:t>
            </a:r>
            <a:endParaRPr sz="4400" b="1" dirty="0">
              <a:solidFill>
                <a:schemeClr val="lt1"/>
              </a:solidFill>
              <a:latin typeface="Montserrat"/>
              <a:ea typeface="Montserrat"/>
              <a:cs typeface="Montserrat"/>
              <a:sym typeface="Montserrat"/>
            </a:endParaRPr>
          </a:p>
        </p:txBody>
      </p:sp>
      <p:sp>
        <p:nvSpPr>
          <p:cNvPr id="393" name="Google Shape;393;p56"/>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17</a:t>
            </a:fld>
            <a:endParaRPr sz="800">
              <a:solidFill>
                <a:schemeClr val="lt1"/>
              </a:solidFill>
              <a:latin typeface="Avenir"/>
              <a:ea typeface="Avenir"/>
              <a:cs typeface="Avenir"/>
              <a:sym typeface="Avenir"/>
            </a:endParaRPr>
          </a:p>
        </p:txBody>
      </p:sp>
      <p:sp>
        <p:nvSpPr>
          <p:cNvPr id="394" name="Google Shape;394;p56"/>
          <p:cNvSpPr/>
          <p:nvPr/>
        </p:nvSpPr>
        <p:spPr>
          <a:xfrm>
            <a:off x="1454863"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5" name="Google Shape;395;p56"/>
          <p:cNvSpPr txBox="1"/>
          <p:nvPr/>
        </p:nvSpPr>
        <p:spPr>
          <a:xfrm>
            <a:off x="1580863"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1</a:t>
            </a:r>
            <a:endParaRPr sz="200" b="1">
              <a:solidFill>
                <a:schemeClr val="accent1"/>
              </a:solidFill>
              <a:latin typeface="Montserrat"/>
              <a:ea typeface="Montserrat"/>
              <a:cs typeface="Montserrat"/>
              <a:sym typeface="Montserrat"/>
            </a:endParaRPr>
          </a:p>
        </p:txBody>
      </p:sp>
      <p:sp>
        <p:nvSpPr>
          <p:cNvPr id="396" name="Google Shape;396;p56"/>
          <p:cNvSpPr txBox="1"/>
          <p:nvPr/>
        </p:nvSpPr>
        <p:spPr>
          <a:xfrm>
            <a:off x="1483963"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Ut enim ad minim veniam, quis nostrud exercitation.</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a:t>
            </a:r>
            <a:endParaRPr>
              <a:solidFill>
                <a:schemeClr val="lt1"/>
              </a:solidFill>
              <a:latin typeface="Open Sans"/>
              <a:ea typeface="Open Sans"/>
              <a:cs typeface="Open Sans"/>
              <a:sym typeface="Open Sans"/>
            </a:endParaRPr>
          </a:p>
        </p:txBody>
      </p:sp>
      <p:sp>
        <p:nvSpPr>
          <p:cNvPr id="397" name="Google Shape;397;p56"/>
          <p:cNvSpPr/>
          <p:nvPr/>
        </p:nvSpPr>
        <p:spPr>
          <a:xfrm>
            <a:off x="4606488"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8" name="Google Shape;398;p56"/>
          <p:cNvSpPr txBox="1"/>
          <p:nvPr/>
        </p:nvSpPr>
        <p:spPr>
          <a:xfrm>
            <a:off x="4732488"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2</a:t>
            </a:r>
            <a:endParaRPr sz="200" b="1">
              <a:solidFill>
                <a:schemeClr val="accent1"/>
              </a:solidFill>
              <a:latin typeface="Montserrat"/>
              <a:ea typeface="Montserrat"/>
              <a:cs typeface="Montserrat"/>
              <a:sym typeface="Montserrat"/>
            </a:endParaRPr>
          </a:p>
        </p:txBody>
      </p:sp>
      <p:sp>
        <p:nvSpPr>
          <p:cNvPr id="399" name="Google Shape;399;p56"/>
          <p:cNvSpPr txBox="1"/>
          <p:nvPr/>
        </p:nvSpPr>
        <p:spPr>
          <a:xfrm>
            <a:off x="4635588"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Ut enim ad minim veniam, quis nostrud exercitation.</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a:t>
            </a:r>
            <a:endParaRPr>
              <a:solidFill>
                <a:schemeClr val="lt1"/>
              </a:solidFill>
              <a:latin typeface="Open Sans"/>
              <a:ea typeface="Open Sans"/>
              <a:cs typeface="Open Sans"/>
              <a:sym typeface="Open Sans"/>
            </a:endParaRPr>
          </a:p>
        </p:txBody>
      </p:sp>
      <p:sp>
        <p:nvSpPr>
          <p:cNvPr id="400" name="Google Shape;400;p56"/>
          <p:cNvSpPr/>
          <p:nvPr/>
        </p:nvSpPr>
        <p:spPr>
          <a:xfrm>
            <a:off x="7758113"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1" name="Google Shape;401;p56"/>
          <p:cNvSpPr txBox="1"/>
          <p:nvPr/>
        </p:nvSpPr>
        <p:spPr>
          <a:xfrm>
            <a:off x="7884113"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3</a:t>
            </a:r>
            <a:endParaRPr sz="200" b="1">
              <a:solidFill>
                <a:schemeClr val="accent1"/>
              </a:solidFill>
              <a:latin typeface="Montserrat"/>
              <a:ea typeface="Montserrat"/>
              <a:cs typeface="Montserrat"/>
              <a:sym typeface="Montserrat"/>
            </a:endParaRPr>
          </a:p>
        </p:txBody>
      </p:sp>
      <p:sp>
        <p:nvSpPr>
          <p:cNvPr id="402" name="Google Shape;402;p56"/>
          <p:cNvSpPr txBox="1"/>
          <p:nvPr/>
        </p:nvSpPr>
        <p:spPr>
          <a:xfrm>
            <a:off x="7787213"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Ut enim ad minim veniam, quis nostrud exercitation.</a:t>
            </a:r>
            <a:endParaRPr>
              <a:solidFill>
                <a:schemeClr val="lt1"/>
              </a:solidFill>
              <a:latin typeface="Open Sans"/>
              <a:ea typeface="Open Sans"/>
              <a:cs typeface="Open Sans"/>
              <a:sym typeface="Open Sans"/>
            </a:endParaRPr>
          </a:p>
          <a:p>
            <a:pPr marL="296545" marR="0" lvl="0" indent="-175895"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a:t>
            </a:r>
            <a:endParaRPr>
              <a:solidFill>
                <a:schemeClr val="lt1"/>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7"/>
          <p:cNvSpPr txBox="1">
            <a:spLocks noGrp="1"/>
          </p:cNvSpPr>
          <p:nvPr>
            <p:ph type="title" idx="4294967295"/>
          </p:nvPr>
        </p:nvSpPr>
        <p:spPr>
          <a:xfrm>
            <a:off x="426475" y="504275"/>
            <a:ext cx="10488452" cy="967200"/>
          </a:xfrm>
          <a:prstGeom prst="rect">
            <a:avLst/>
          </a:prstGeom>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4400" b="1" dirty="0">
                <a:solidFill>
                  <a:srgbClr val="3F3F3F"/>
                </a:solidFill>
                <a:latin typeface="Montserrat"/>
                <a:ea typeface="Montserrat"/>
                <a:cs typeface="Montserrat"/>
                <a:sym typeface="Montserrat"/>
              </a:rPr>
              <a:t>ADD AN INFORMATIVE TITLE</a:t>
            </a:r>
            <a:endParaRPr sz="4400" b="1" dirty="0">
              <a:solidFill>
                <a:srgbClr val="3F3F3F"/>
              </a:solidFill>
              <a:latin typeface="Montserrat"/>
              <a:ea typeface="Montserrat"/>
              <a:cs typeface="Montserrat"/>
              <a:sym typeface="Montserrat"/>
            </a:endParaRPr>
          </a:p>
        </p:txBody>
      </p:sp>
      <p:sp>
        <p:nvSpPr>
          <p:cNvPr id="409" name="Google Shape;409;p57"/>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rgbClr val="3F3F3F"/>
                </a:solidFill>
                <a:latin typeface="Avenir"/>
                <a:ea typeface="Avenir"/>
                <a:cs typeface="Avenir"/>
                <a:sym typeface="Avenir"/>
              </a:rPr>
              <a:t>18</a:t>
            </a:fld>
            <a:endParaRPr sz="800">
              <a:solidFill>
                <a:srgbClr val="3F3F3F"/>
              </a:solidFill>
              <a:latin typeface="Avenir"/>
              <a:ea typeface="Avenir"/>
              <a:cs typeface="Avenir"/>
              <a:sym typeface="Avenir"/>
            </a:endParaRPr>
          </a:p>
        </p:txBody>
      </p:sp>
      <p:sp>
        <p:nvSpPr>
          <p:cNvPr id="410" name="Google Shape;410;p57"/>
          <p:cNvSpPr/>
          <p:nvPr/>
        </p:nvSpPr>
        <p:spPr>
          <a:xfrm>
            <a:off x="1454863"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1" name="Google Shape;411;p57"/>
          <p:cNvSpPr txBox="1"/>
          <p:nvPr/>
        </p:nvSpPr>
        <p:spPr>
          <a:xfrm>
            <a:off x="1580863"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1</a:t>
            </a:r>
            <a:endParaRPr sz="200" b="1">
              <a:solidFill>
                <a:schemeClr val="accent1"/>
              </a:solidFill>
              <a:latin typeface="Montserrat"/>
              <a:ea typeface="Montserrat"/>
              <a:cs typeface="Montserrat"/>
              <a:sym typeface="Montserrat"/>
            </a:endParaRPr>
          </a:p>
        </p:txBody>
      </p:sp>
      <p:sp>
        <p:nvSpPr>
          <p:cNvPr id="412" name="Google Shape;412;p57"/>
          <p:cNvSpPr txBox="1"/>
          <p:nvPr/>
        </p:nvSpPr>
        <p:spPr>
          <a:xfrm>
            <a:off x="1483963"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Ut enim ad minim veniam, quis nostrud exercitation.</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a:t>
            </a:r>
            <a:endParaRPr>
              <a:solidFill>
                <a:srgbClr val="3F3F3F"/>
              </a:solidFill>
              <a:latin typeface="Open Sans"/>
              <a:ea typeface="Open Sans"/>
              <a:cs typeface="Open Sans"/>
              <a:sym typeface="Open Sans"/>
            </a:endParaRPr>
          </a:p>
        </p:txBody>
      </p:sp>
      <p:sp>
        <p:nvSpPr>
          <p:cNvPr id="413" name="Google Shape;413;p57"/>
          <p:cNvSpPr/>
          <p:nvPr/>
        </p:nvSpPr>
        <p:spPr>
          <a:xfrm>
            <a:off x="4606488"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4" name="Google Shape;414;p57"/>
          <p:cNvSpPr txBox="1"/>
          <p:nvPr/>
        </p:nvSpPr>
        <p:spPr>
          <a:xfrm>
            <a:off x="4732488"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2</a:t>
            </a:r>
            <a:endParaRPr sz="200" b="1">
              <a:solidFill>
                <a:schemeClr val="accent1"/>
              </a:solidFill>
              <a:latin typeface="Montserrat"/>
              <a:ea typeface="Montserrat"/>
              <a:cs typeface="Montserrat"/>
              <a:sym typeface="Montserrat"/>
            </a:endParaRPr>
          </a:p>
        </p:txBody>
      </p:sp>
      <p:sp>
        <p:nvSpPr>
          <p:cNvPr id="415" name="Google Shape;415;p57"/>
          <p:cNvSpPr txBox="1"/>
          <p:nvPr/>
        </p:nvSpPr>
        <p:spPr>
          <a:xfrm>
            <a:off x="4635588"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Ut enim ad minim veniam, quis nostrud exercitation.</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a:t>
            </a:r>
            <a:endParaRPr>
              <a:solidFill>
                <a:srgbClr val="3F3F3F"/>
              </a:solidFill>
              <a:latin typeface="Open Sans"/>
              <a:ea typeface="Open Sans"/>
              <a:cs typeface="Open Sans"/>
              <a:sym typeface="Open Sans"/>
            </a:endParaRPr>
          </a:p>
        </p:txBody>
      </p:sp>
      <p:sp>
        <p:nvSpPr>
          <p:cNvPr id="416" name="Google Shape;416;p57"/>
          <p:cNvSpPr/>
          <p:nvPr/>
        </p:nvSpPr>
        <p:spPr>
          <a:xfrm>
            <a:off x="7758113"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7" name="Google Shape;417;p57"/>
          <p:cNvSpPr txBox="1"/>
          <p:nvPr/>
        </p:nvSpPr>
        <p:spPr>
          <a:xfrm>
            <a:off x="7884113"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3</a:t>
            </a:r>
            <a:endParaRPr sz="200" b="1">
              <a:solidFill>
                <a:schemeClr val="accent1"/>
              </a:solidFill>
              <a:latin typeface="Montserrat"/>
              <a:ea typeface="Montserrat"/>
              <a:cs typeface="Montserrat"/>
              <a:sym typeface="Montserrat"/>
            </a:endParaRPr>
          </a:p>
        </p:txBody>
      </p:sp>
      <p:sp>
        <p:nvSpPr>
          <p:cNvPr id="418" name="Google Shape;418;p57"/>
          <p:cNvSpPr txBox="1"/>
          <p:nvPr/>
        </p:nvSpPr>
        <p:spPr>
          <a:xfrm>
            <a:off x="7787213"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Ut enim ad minim veniam, quis nostrud exercitation.</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a:t>
            </a:r>
            <a:endParaRPr>
              <a:solidFill>
                <a:srgbClr val="3F3F3F"/>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3"/>
        <p:cNvGrpSpPr/>
        <p:nvPr/>
      </p:nvGrpSpPr>
      <p:grpSpPr>
        <a:xfrm>
          <a:off x="0" y="0"/>
          <a:ext cx="0" cy="0"/>
          <a:chOff x="0" y="0"/>
          <a:chExt cx="0" cy="0"/>
        </a:xfrm>
      </p:grpSpPr>
      <p:sp>
        <p:nvSpPr>
          <p:cNvPr id="424" name="Google Shape;424;p58"/>
          <p:cNvSpPr txBox="1">
            <a:spLocks noGrp="1"/>
          </p:cNvSpPr>
          <p:nvPr>
            <p:ph type="title" idx="4294967295"/>
          </p:nvPr>
        </p:nvSpPr>
        <p:spPr>
          <a:xfrm>
            <a:off x="426475" y="504275"/>
            <a:ext cx="10310638" cy="967200"/>
          </a:xfrm>
          <a:prstGeom prst="rect">
            <a:avLst/>
          </a:prstGeom>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4400" b="1" dirty="0">
                <a:solidFill>
                  <a:srgbClr val="3F3F3F"/>
                </a:solidFill>
                <a:latin typeface="Montserrat"/>
                <a:ea typeface="Montserrat"/>
                <a:cs typeface="Montserrat"/>
                <a:sym typeface="Montserrat"/>
              </a:rPr>
              <a:t>ADD AN INFORMATIVE TITLE</a:t>
            </a:r>
            <a:endParaRPr sz="4400" b="1" dirty="0">
              <a:solidFill>
                <a:srgbClr val="3F3F3F"/>
              </a:solidFill>
              <a:latin typeface="Montserrat"/>
              <a:ea typeface="Montserrat"/>
              <a:cs typeface="Montserrat"/>
              <a:sym typeface="Montserrat"/>
            </a:endParaRPr>
          </a:p>
        </p:txBody>
      </p:sp>
      <p:sp>
        <p:nvSpPr>
          <p:cNvPr id="425" name="Google Shape;425;p58"/>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rgbClr val="3F3F3F"/>
                </a:solidFill>
                <a:latin typeface="Avenir"/>
                <a:ea typeface="Avenir"/>
                <a:cs typeface="Avenir"/>
                <a:sym typeface="Avenir"/>
              </a:rPr>
              <a:t>19</a:t>
            </a:fld>
            <a:endParaRPr sz="800">
              <a:solidFill>
                <a:srgbClr val="3F3F3F"/>
              </a:solidFill>
              <a:latin typeface="Avenir"/>
              <a:ea typeface="Avenir"/>
              <a:cs typeface="Avenir"/>
              <a:sym typeface="Avenir"/>
            </a:endParaRPr>
          </a:p>
        </p:txBody>
      </p:sp>
      <p:sp>
        <p:nvSpPr>
          <p:cNvPr id="426" name="Google Shape;426;p58"/>
          <p:cNvSpPr/>
          <p:nvPr/>
        </p:nvSpPr>
        <p:spPr>
          <a:xfrm>
            <a:off x="1454863"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7" name="Google Shape;427;p58"/>
          <p:cNvSpPr txBox="1"/>
          <p:nvPr/>
        </p:nvSpPr>
        <p:spPr>
          <a:xfrm>
            <a:off x="1580863"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1</a:t>
            </a:r>
            <a:endParaRPr sz="200" b="1">
              <a:solidFill>
                <a:schemeClr val="accent1"/>
              </a:solidFill>
              <a:latin typeface="Montserrat"/>
              <a:ea typeface="Montserrat"/>
              <a:cs typeface="Montserrat"/>
              <a:sym typeface="Montserrat"/>
            </a:endParaRPr>
          </a:p>
        </p:txBody>
      </p:sp>
      <p:sp>
        <p:nvSpPr>
          <p:cNvPr id="428" name="Google Shape;428;p58"/>
          <p:cNvSpPr txBox="1"/>
          <p:nvPr/>
        </p:nvSpPr>
        <p:spPr>
          <a:xfrm>
            <a:off x="1483963"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Ut enim ad minim veniam, quis nostrud exercitation.</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a:t>
            </a:r>
            <a:endParaRPr>
              <a:solidFill>
                <a:srgbClr val="3F3F3F"/>
              </a:solidFill>
              <a:latin typeface="Open Sans"/>
              <a:ea typeface="Open Sans"/>
              <a:cs typeface="Open Sans"/>
              <a:sym typeface="Open Sans"/>
            </a:endParaRPr>
          </a:p>
        </p:txBody>
      </p:sp>
      <p:sp>
        <p:nvSpPr>
          <p:cNvPr id="429" name="Google Shape;429;p58"/>
          <p:cNvSpPr/>
          <p:nvPr/>
        </p:nvSpPr>
        <p:spPr>
          <a:xfrm>
            <a:off x="4606488"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0" name="Google Shape;430;p58"/>
          <p:cNvSpPr txBox="1"/>
          <p:nvPr/>
        </p:nvSpPr>
        <p:spPr>
          <a:xfrm>
            <a:off x="4732488"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2</a:t>
            </a:r>
            <a:endParaRPr sz="200" b="1">
              <a:solidFill>
                <a:schemeClr val="accent1"/>
              </a:solidFill>
              <a:latin typeface="Montserrat"/>
              <a:ea typeface="Montserrat"/>
              <a:cs typeface="Montserrat"/>
              <a:sym typeface="Montserrat"/>
            </a:endParaRPr>
          </a:p>
        </p:txBody>
      </p:sp>
      <p:sp>
        <p:nvSpPr>
          <p:cNvPr id="431" name="Google Shape;431;p58"/>
          <p:cNvSpPr txBox="1"/>
          <p:nvPr/>
        </p:nvSpPr>
        <p:spPr>
          <a:xfrm>
            <a:off x="4635588"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Ut enim ad minim veniam, quis nostrud exercitation.</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a:t>
            </a:r>
            <a:endParaRPr>
              <a:solidFill>
                <a:srgbClr val="3F3F3F"/>
              </a:solidFill>
              <a:latin typeface="Open Sans"/>
              <a:ea typeface="Open Sans"/>
              <a:cs typeface="Open Sans"/>
              <a:sym typeface="Open Sans"/>
            </a:endParaRPr>
          </a:p>
        </p:txBody>
      </p:sp>
      <p:sp>
        <p:nvSpPr>
          <p:cNvPr id="432" name="Google Shape;432;p58"/>
          <p:cNvSpPr/>
          <p:nvPr/>
        </p:nvSpPr>
        <p:spPr>
          <a:xfrm>
            <a:off x="7758113" y="1820825"/>
            <a:ext cx="2979000" cy="3572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3" name="Google Shape;433;p58"/>
          <p:cNvSpPr txBox="1"/>
          <p:nvPr/>
        </p:nvSpPr>
        <p:spPr>
          <a:xfrm>
            <a:off x="7884113" y="1962238"/>
            <a:ext cx="1850400" cy="33870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 3</a:t>
            </a:r>
            <a:endParaRPr sz="200" b="1">
              <a:solidFill>
                <a:schemeClr val="accent1"/>
              </a:solidFill>
              <a:latin typeface="Montserrat"/>
              <a:ea typeface="Montserrat"/>
              <a:cs typeface="Montserrat"/>
              <a:sym typeface="Montserrat"/>
            </a:endParaRPr>
          </a:p>
        </p:txBody>
      </p:sp>
      <p:sp>
        <p:nvSpPr>
          <p:cNvPr id="434" name="Google Shape;434;p58"/>
          <p:cNvSpPr txBox="1"/>
          <p:nvPr/>
        </p:nvSpPr>
        <p:spPr>
          <a:xfrm>
            <a:off x="7787213" y="2546225"/>
            <a:ext cx="2920800" cy="2632200"/>
          </a:xfrm>
          <a:prstGeom prst="rect">
            <a:avLst/>
          </a:prstGeom>
          <a:noFill/>
          <a:ln>
            <a:noFill/>
          </a:ln>
        </p:spPr>
        <p:txBody>
          <a:bodyPr spcFirstLastPara="1" wrap="square" lIns="91425" tIns="45700" rIns="91425" bIns="45700" anchor="t" anchorCtr="0">
            <a:spAutoFit/>
          </a:bodyPr>
          <a:lstStyle/>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 incididunt ut labore et dolore magna aliqua. </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Ut enim ad minim veniam, quis nostrud exercitation.</a:t>
            </a:r>
            <a:endParaRPr>
              <a:solidFill>
                <a:srgbClr val="3F3F3F"/>
              </a:solidFill>
              <a:latin typeface="Open Sans"/>
              <a:ea typeface="Open Sans"/>
              <a:cs typeface="Open Sans"/>
              <a:sym typeface="Open Sans"/>
            </a:endParaRPr>
          </a:p>
          <a:p>
            <a:pPr marL="296545" marR="0" lvl="0" indent="-175895" algn="l" rtl="0">
              <a:spcBef>
                <a:spcPts val="1500"/>
              </a:spcBef>
              <a:spcAft>
                <a:spcPts val="0"/>
              </a:spcAft>
              <a:buClr>
                <a:srgbClr val="3F3F3F"/>
              </a:buClr>
              <a:buSzPts val="1400"/>
              <a:buFont typeface="Open Sans"/>
              <a:buChar char="•"/>
            </a:pPr>
            <a:r>
              <a:rPr lang="en-US">
                <a:solidFill>
                  <a:srgbClr val="3F3F3F"/>
                </a:solidFill>
                <a:latin typeface="Open Sans"/>
                <a:ea typeface="Open Sans"/>
                <a:cs typeface="Open Sans"/>
                <a:sym typeface="Open Sans"/>
              </a:rPr>
              <a:t>Lorem ipsum dolor sit amet, consectetur adipiscing elit, sed do eiusmod tempor.</a:t>
            </a:r>
            <a:endParaRPr>
              <a:solidFill>
                <a:srgbClr val="3F3F3F"/>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9"/>
          <p:cNvSpPr txBox="1">
            <a:spLocks noGrp="1"/>
          </p:cNvSpPr>
          <p:nvPr>
            <p:ph type="body" idx="4294967295"/>
          </p:nvPr>
        </p:nvSpPr>
        <p:spPr>
          <a:xfrm>
            <a:off x="501700" y="249900"/>
            <a:ext cx="11592900" cy="4923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en-US" sz="4400" b="1" dirty="0">
                <a:solidFill>
                  <a:schemeClr val="lt1"/>
                </a:solidFill>
                <a:latin typeface="Montserrat"/>
                <a:ea typeface="Montserrat"/>
                <a:cs typeface="Montserrat"/>
                <a:sym typeface="Montserrat"/>
              </a:rPr>
              <a:t>ADD AN INFORMATIVE TITLE</a:t>
            </a:r>
            <a:endParaRPr lang="en-US" sz="3600" b="1" dirty="0">
              <a:solidFill>
                <a:schemeClr val="lt1"/>
              </a:solidFill>
              <a:latin typeface="Montserrat"/>
              <a:ea typeface="Montserrat"/>
              <a:cs typeface="Montserrat"/>
              <a:sym typeface="Montserrat"/>
            </a:endParaRPr>
          </a:p>
        </p:txBody>
      </p:sp>
      <p:sp>
        <p:nvSpPr>
          <p:cNvPr id="441" name="Google Shape;441;p59"/>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20</a:t>
            </a:fld>
            <a:endParaRPr sz="800">
              <a:solidFill>
                <a:schemeClr val="lt1"/>
              </a:solidFill>
              <a:latin typeface="Avenir"/>
              <a:ea typeface="Avenir"/>
              <a:cs typeface="Avenir"/>
              <a:sym typeface="Aveni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60"/>
          <p:cNvSpPr txBox="1">
            <a:spLocks noGrp="1"/>
          </p:cNvSpPr>
          <p:nvPr>
            <p:ph type="body" idx="4294967295"/>
          </p:nvPr>
        </p:nvSpPr>
        <p:spPr>
          <a:xfrm>
            <a:off x="501700" y="249900"/>
            <a:ext cx="11592900" cy="4923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en-US" sz="4400" b="1" dirty="0">
                <a:solidFill>
                  <a:schemeClr val="lt1"/>
                </a:solidFill>
                <a:latin typeface="Montserrat"/>
                <a:ea typeface="Montserrat"/>
                <a:cs typeface="Montserrat"/>
                <a:sym typeface="Montserrat"/>
              </a:rPr>
              <a:t>ADD AN INFORMATIVE TITLE</a:t>
            </a:r>
            <a:endParaRPr lang="en-US" sz="3600" b="1" dirty="0">
              <a:solidFill>
                <a:schemeClr val="lt1"/>
              </a:solidFill>
              <a:latin typeface="Montserrat"/>
              <a:ea typeface="Montserrat"/>
              <a:cs typeface="Montserrat"/>
              <a:sym typeface="Montserrat"/>
            </a:endParaRPr>
          </a:p>
        </p:txBody>
      </p:sp>
      <p:sp>
        <p:nvSpPr>
          <p:cNvPr id="448" name="Google Shape;448;p60"/>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21</a:t>
            </a:fld>
            <a:endParaRPr sz="800">
              <a:solidFill>
                <a:schemeClr val="lt1"/>
              </a:solidFill>
              <a:latin typeface="Avenir"/>
              <a:ea typeface="Avenir"/>
              <a:cs typeface="Avenir"/>
              <a:sym typeface="Avenir"/>
            </a:endParaRPr>
          </a:p>
        </p:txBody>
      </p:sp>
      <p:sp>
        <p:nvSpPr>
          <p:cNvPr id="449" name="Google Shape;449;p60"/>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u="none">
                <a:solidFill>
                  <a:schemeClr val="lt1"/>
                </a:solidFill>
                <a:latin typeface="Open Sans"/>
                <a:ea typeface="Open Sans"/>
                <a:cs typeface="Open Sans"/>
                <a:sym typeface="Open Sans"/>
              </a:rPr>
              <a:t>Copyright © Nomis Solutions, Inc. All rights reserved.</a:t>
            </a:r>
            <a:endParaRPr>
              <a:solidFill>
                <a:schemeClr val="lt1"/>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54"/>
        <p:cNvGrpSpPr/>
        <p:nvPr/>
      </p:nvGrpSpPr>
      <p:grpSpPr>
        <a:xfrm>
          <a:off x="0" y="0"/>
          <a:ext cx="0" cy="0"/>
          <a:chOff x="0" y="0"/>
          <a:chExt cx="0" cy="0"/>
        </a:xfrm>
      </p:grpSpPr>
      <p:sp>
        <p:nvSpPr>
          <p:cNvPr id="455" name="Google Shape;455;p61"/>
          <p:cNvSpPr txBox="1">
            <a:spLocks noGrp="1"/>
          </p:cNvSpPr>
          <p:nvPr>
            <p:ph type="body" idx="4294967295"/>
          </p:nvPr>
        </p:nvSpPr>
        <p:spPr>
          <a:xfrm>
            <a:off x="501700" y="249900"/>
            <a:ext cx="11592900" cy="4923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en-US" sz="4400" b="1" dirty="0">
                <a:solidFill>
                  <a:schemeClr val="lt1"/>
                </a:solidFill>
                <a:latin typeface="Montserrat"/>
                <a:ea typeface="Montserrat"/>
                <a:cs typeface="Montserrat"/>
                <a:sym typeface="Montserrat"/>
              </a:rPr>
              <a:t>ADD AN INFORMATIVE TITLE</a:t>
            </a:r>
            <a:endParaRPr lang="en-US" sz="3600" b="1" dirty="0">
              <a:solidFill>
                <a:schemeClr val="lt1"/>
              </a:solidFill>
              <a:latin typeface="Montserrat"/>
              <a:ea typeface="Montserrat"/>
              <a:cs typeface="Montserrat"/>
              <a:sym typeface="Montserrat"/>
            </a:endParaRPr>
          </a:p>
        </p:txBody>
      </p:sp>
      <p:sp>
        <p:nvSpPr>
          <p:cNvPr id="456" name="Google Shape;456;p61"/>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22</a:t>
            </a:fld>
            <a:endParaRPr sz="800">
              <a:solidFill>
                <a:schemeClr val="lt1"/>
              </a:solidFill>
              <a:latin typeface="Avenir"/>
              <a:ea typeface="Avenir"/>
              <a:cs typeface="Avenir"/>
              <a:sym typeface="Aveni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62"/>
          <p:cNvSpPr txBox="1">
            <a:spLocks noGrp="1"/>
          </p:cNvSpPr>
          <p:nvPr>
            <p:ph type="body" idx="4294967295"/>
          </p:nvPr>
        </p:nvSpPr>
        <p:spPr>
          <a:xfrm>
            <a:off x="501700" y="249900"/>
            <a:ext cx="11592900" cy="4923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en-US" sz="4400" b="1" dirty="0">
                <a:solidFill>
                  <a:schemeClr val="lt1"/>
                </a:solidFill>
                <a:latin typeface="Montserrat"/>
                <a:ea typeface="Montserrat"/>
                <a:cs typeface="Montserrat"/>
                <a:sym typeface="Montserrat"/>
              </a:rPr>
              <a:t>ADD AN INFORMATIVE TITLE</a:t>
            </a:r>
            <a:endParaRPr lang="en-US" sz="3600" b="1" dirty="0">
              <a:solidFill>
                <a:schemeClr val="lt1"/>
              </a:solidFill>
              <a:latin typeface="Montserrat"/>
              <a:ea typeface="Montserrat"/>
              <a:cs typeface="Montserrat"/>
              <a:sym typeface="Montserrat"/>
            </a:endParaRPr>
          </a:p>
        </p:txBody>
      </p:sp>
      <p:sp>
        <p:nvSpPr>
          <p:cNvPr id="463" name="Google Shape;463;p62"/>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23</a:t>
            </a:fld>
            <a:endParaRPr sz="800">
              <a:solidFill>
                <a:schemeClr val="lt1"/>
              </a:solidFill>
              <a:latin typeface="Avenir"/>
              <a:ea typeface="Avenir"/>
              <a:cs typeface="Avenir"/>
              <a:sym typeface="Avenir"/>
            </a:endParaRPr>
          </a:p>
        </p:txBody>
      </p:sp>
      <p:sp>
        <p:nvSpPr>
          <p:cNvPr id="464" name="Google Shape;464;p62"/>
          <p:cNvSpPr txBox="1"/>
          <p:nvPr/>
        </p:nvSpPr>
        <p:spPr>
          <a:xfrm>
            <a:off x="621300" y="1365350"/>
            <a:ext cx="10722600" cy="4472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dirty="0">
                <a:solidFill>
                  <a:srgbClr val="0979F3"/>
                </a:solidFill>
                <a:latin typeface="Montserrat SemiBold"/>
                <a:ea typeface="Montserrat SemiBold"/>
                <a:cs typeface="Montserrat SemiBold"/>
                <a:sym typeface="Montserrat SemiBold"/>
              </a:rPr>
              <a:t>KEY POINT </a:t>
            </a:r>
            <a:endParaRPr dirty="0">
              <a:solidFill>
                <a:srgbClr val="3F3F3F"/>
              </a:solidFill>
              <a:latin typeface="Montserrat SemiBold"/>
              <a:ea typeface="Montserrat SemiBold"/>
              <a:cs typeface="Montserrat SemiBold"/>
              <a:sym typeface="Montserrat SemiBold"/>
            </a:endParaRPr>
          </a:p>
          <a:p>
            <a:pPr marL="457200" marR="0" lvl="0" indent="-241300" algn="l" rtl="0">
              <a:spcBef>
                <a:spcPts val="1000"/>
              </a:spcBef>
              <a:spcAft>
                <a:spcPts val="0"/>
              </a:spcAft>
              <a:buClr>
                <a:srgbClr val="3F3F3F"/>
              </a:buClr>
              <a:buSzPts val="200"/>
              <a:buFont typeface="Open Sans"/>
              <a:buChar char="●"/>
            </a:pPr>
            <a:endParaRPr sz="200" b="1" dirty="0">
              <a:solidFill>
                <a:srgbClr val="3F3F3F"/>
              </a:solidFill>
              <a:latin typeface="Open Sans"/>
              <a:ea typeface="Open Sans"/>
              <a:cs typeface="Open Sans"/>
              <a:sym typeface="Open Sans"/>
            </a:endParaRPr>
          </a:p>
          <a:p>
            <a:pPr marL="457200" marR="0" lvl="0" indent="-317500" algn="l" rtl="0">
              <a:spcBef>
                <a:spcPts val="1000"/>
              </a:spcBef>
              <a:spcAft>
                <a:spcPts val="0"/>
              </a:spcAft>
              <a:buClr>
                <a:schemeClr val="lt1"/>
              </a:buClr>
              <a:buSzPts val="1400"/>
              <a:buFont typeface="Open Sans"/>
              <a:buChar char="●"/>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a:t>
            </a:r>
            <a:r>
              <a:rPr lang="en-US" sz="1400" dirty="0">
                <a:solidFill>
                  <a:schemeClr val="lt1"/>
                </a:solidFill>
                <a:latin typeface="Open Sans"/>
                <a:ea typeface="Open Sans"/>
                <a:cs typeface="Open Sans"/>
                <a:sym typeface="Open Sans"/>
              </a:rPr>
              <a:t>. </a:t>
            </a: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a:t>
            </a:r>
            <a:endParaRPr sz="1400" dirty="0">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 </a:t>
            </a:r>
            <a:endParaRPr dirty="0">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 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 </a:t>
            </a:r>
            <a:endParaRPr dirty="0">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 </a:t>
            </a:r>
            <a:endParaRPr dirty="0">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 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a:t>
            </a:r>
            <a:endParaRPr dirty="0">
              <a:solidFill>
                <a:schemeClr val="lt1"/>
              </a:solidFill>
              <a:latin typeface="Open Sans"/>
              <a:ea typeface="Open Sans"/>
              <a:cs typeface="Open Sans"/>
              <a:sym typeface="Open Sans"/>
            </a:endParaRPr>
          </a:p>
          <a:p>
            <a:pPr marL="457200" lvl="0" indent="-317500" algn="l" rtl="0">
              <a:spcBef>
                <a:spcPts val="1000"/>
              </a:spcBef>
              <a:spcAft>
                <a:spcPts val="1000"/>
              </a:spcAft>
              <a:buClr>
                <a:schemeClr val="lt1"/>
              </a:buClr>
              <a:buSzPts val="1400"/>
              <a:buFont typeface="Open Sans"/>
              <a:buChar char="●"/>
            </a:pPr>
            <a:r>
              <a:rPr lang="en-US" dirty="0">
                <a:solidFill>
                  <a:schemeClr val="lt1"/>
                </a:solidFill>
                <a:latin typeface="Open Sans"/>
                <a:ea typeface="Open Sans"/>
                <a:cs typeface="Open Sans"/>
                <a:sym typeface="Open Sans"/>
              </a:rPr>
              <a:t>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 Lorem ipsum dolor sit </a:t>
            </a:r>
            <a:r>
              <a:rPr lang="en-US" dirty="0" err="1">
                <a:solidFill>
                  <a:schemeClr val="lt1"/>
                </a:solidFill>
                <a:latin typeface="Open Sans"/>
                <a:ea typeface="Open Sans"/>
                <a:cs typeface="Open Sans"/>
                <a:sym typeface="Open Sans"/>
              </a:rPr>
              <a:t>amet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consectetur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adipiscing</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elit</a:t>
            </a:r>
            <a:r>
              <a:rPr lang="en-US" dirty="0">
                <a:solidFill>
                  <a:schemeClr val="lt1"/>
                </a:solidFill>
                <a:latin typeface="Open Sans"/>
                <a:ea typeface="Open Sans"/>
                <a:cs typeface="Open Sans"/>
                <a:sym typeface="Open Sans"/>
              </a:rPr>
              <a:t>, sed do </a:t>
            </a:r>
            <a:r>
              <a:rPr lang="en-US" dirty="0" err="1">
                <a:solidFill>
                  <a:schemeClr val="lt1"/>
                </a:solidFill>
                <a:latin typeface="Open Sans"/>
                <a:ea typeface="Open Sans"/>
                <a:cs typeface="Open Sans"/>
                <a:sym typeface="Open Sans"/>
              </a:rPr>
              <a:t>eiusmod</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tempor</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incididunt</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ut</a:t>
            </a:r>
            <a:r>
              <a:rPr lang="en-US" dirty="0">
                <a:solidFill>
                  <a:schemeClr val="lt1"/>
                </a:solidFill>
                <a:latin typeface="Open Sans"/>
                <a:ea typeface="Open Sans"/>
                <a:cs typeface="Open Sans"/>
                <a:sym typeface="Open Sans"/>
              </a:rPr>
              <a:t> labore et dolore magna </a:t>
            </a:r>
            <a:r>
              <a:rPr lang="en-US" dirty="0" err="1">
                <a:solidFill>
                  <a:schemeClr val="lt1"/>
                </a:solidFill>
                <a:latin typeface="Open Sans"/>
                <a:ea typeface="Open Sans"/>
                <a:cs typeface="Open Sans"/>
                <a:sym typeface="Open Sans"/>
              </a:rPr>
              <a:t>aliqua</a:t>
            </a:r>
            <a:r>
              <a:rPr lang="en-US" dirty="0">
                <a:solidFill>
                  <a:schemeClr val="lt1"/>
                </a:solidFill>
                <a:latin typeface="Open Sans"/>
                <a:ea typeface="Open Sans"/>
                <a:cs typeface="Open Sans"/>
                <a:sym typeface="Open Sans"/>
              </a:rPr>
              <a:t>. Ut </a:t>
            </a:r>
            <a:r>
              <a:rPr lang="en-US" dirty="0" err="1">
                <a:solidFill>
                  <a:schemeClr val="lt1"/>
                </a:solidFill>
                <a:latin typeface="Open Sans"/>
                <a:ea typeface="Open Sans"/>
                <a:cs typeface="Open Sans"/>
                <a:sym typeface="Open Sans"/>
              </a:rPr>
              <a:t>enim</a:t>
            </a:r>
            <a:r>
              <a:rPr lang="en-US" dirty="0">
                <a:solidFill>
                  <a:schemeClr val="lt1"/>
                </a:solidFill>
                <a:latin typeface="Open Sans"/>
                <a:ea typeface="Open Sans"/>
                <a:cs typeface="Open Sans"/>
                <a:sym typeface="Open Sans"/>
              </a:rPr>
              <a:t> ad minim </a:t>
            </a:r>
            <a:r>
              <a:rPr lang="en-US" dirty="0" err="1">
                <a:solidFill>
                  <a:schemeClr val="lt1"/>
                </a:solidFill>
                <a:latin typeface="Open Sans"/>
                <a:ea typeface="Open Sans"/>
                <a:cs typeface="Open Sans"/>
                <a:sym typeface="Open Sans"/>
              </a:rPr>
              <a:t>veniam</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quis</a:t>
            </a:r>
            <a:r>
              <a:rPr lang="en-US" dirty="0">
                <a:solidFill>
                  <a:schemeClr val="lt1"/>
                </a:solidFill>
                <a:latin typeface="Open Sans"/>
                <a:ea typeface="Open Sans"/>
                <a:cs typeface="Open Sans"/>
                <a:sym typeface="Open Sans"/>
              </a:rPr>
              <a:t> </a:t>
            </a:r>
            <a:r>
              <a:rPr lang="en-US" dirty="0" err="1">
                <a:solidFill>
                  <a:schemeClr val="lt1"/>
                </a:solidFill>
                <a:latin typeface="Open Sans"/>
                <a:ea typeface="Open Sans"/>
                <a:cs typeface="Open Sans"/>
                <a:sym typeface="Open Sans"/>
              </a:rPr>
              <a:t>nostrud</a:t>
            </a:r>
            <a:r>
              <a:rPr lang="en-US" dirty="0">
                <a:solidFill>
                  <a:schemeClr val="lt1"/>
                </a:solidFill>
                <a:latin typeface="Open Sans"/>
                <a:ea typeface="Open Sans"/>
                <a:cs typeface="Open Sans"/>
                <a:sym typeface="Open Sans"/>
              </a:rPr>
              <a:t> exercitation. </a:t>
            </a:r>
            <a:endParaRPr dirty="0">
              <a:solidFill>
                <a:schemeClr val="lt1"/>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63"/>
          <p:cNvSpPr txBox="1">
            <a:spLocks noGrp="1"/>
          </p:cNvSpPr>
          <p:nvPr>
            <p:ph type="body" idx="4294967295"/>
          </p:nvPr>
        </p:nvSpPr>
        <p:spPr>
          <a:xfrm>
            <a:off x="501700" y="249900"/>
            <a:ext cx="11592900" cy="4923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en-US" sz="4400" b="1" dirty="0">
                <a:solidFill>
                  <a:schemeClr val="lt1"/>
                </a:solidFill>
                <a:latin typeface="Montserrat"/>
                <a:ea typeface="Montserrat"/>
                <a:cs typeface="Montserrat"/>
                <a:sym typeface="Montserrat"/>
              </a:rPr>
              <a:t>ADD AN INFORMATIVE TITLE</a:t>
            </a:r>
            <a:endParaRPr lang="en-US" sz="3600" b="1" dirty="0">
              <a:solidFill>
                <a:schemeClr val="lt1"/>
              </a:solidFill>
              <a:latin typeface="Montserrat"/>
              <a:ea typeface="Montserrat"/>
              <a:cs typeface="Montserrat"/>
              <a:sym typeface="Montserrat"/>
            </a:endParaRPr>
          </a:p>
        </p:txBody>
      </p:sp>
      <p:sp>
        <p:nvSpPr>
          <p:cNvPr id="471" name="Google Shape;471;p63"/>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24</a:t>
            </a:fld>
            <a:endParaRPr sz="800">
              <a:solidFill>
                <a:schemeClr val="lt1"/>
              </a:solidFill>
              <a:latin typeface="Avenir"/>
              <a:ea typeface="Avenir"/>
              <a:cs typeface="Avenir"/>
              <a:sym typeface="Avenir"/>
            </a:endParaRPr>
          </a:p>
        </p:txBody>
      </p:sp>
      <p:sp>
        <p:nvSpPr>
          <p:cNvPr id="472" name="Google Shape;472;p63"/>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u="none">
                <a:solidFill>
                  <a:schemeClr val="lt1"/>
                </a:solidFill>
                <a:latin typeface="Open Sans"/>
                <a:ea typeface="Open Sans"/>
                <a:cs typeface="Open Sans"/>
                <a:sym typeface="Open Sans"/>
              </a:rPr>
              <a:t>Copyright © Nomis Solutions, Inc. All rights reserved.</a:t>
            </a:r>
            <a:endParaRPr>
              <a:solidFill>
                <a:schemeClr val="lt1"/>
              </a:solidFill>
              <a:latin typeface="Open Sans"/>
              <a:ea typeface="Open Sans"/>
              <a:cs typeface="Open Sans"/>
              <a:sym typeface="Open Sans"/>
            </a:endParaRPr>
          </a:p>
        </p:txBody>
      </p:sp>
      <p:sp>
        <p:nvSpPr>
          <p:cNvPr id="473" name="Google Shape;473;p63"/>
          <p:cNvSpPr txBox="1"/>
          <p:nvPr/>
        </p:nvSpPr>
        <p:spPr>
          <a:xfrm>
            <a:off x="621300" y="1365350"/>
            <a:ext cx="10722600" cy="4472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a:t>
            </a:r>
            <a:endParaRPr>
              <a:solidFill>
                <a:srgbClr val="3F3F3F"/>
              </a:solidFill>
              <a:latin typeface="Montserrat SemiBold"/>
              <a:ea typeface="Montserrat SemiBold"/>
              <a:cs typeface="Montserrat SemiBold"/>
              <a:sym typeface="Montserrat SemiBold"/>
            </a:endParaRPr>
          </a:p>
          <a:p>
            <a:pPr marL="457200" marR="0" lvl="0" indent="-241300" algn="l" rtl="0">
              <a:spcBef>
                <a:spcPts val="1000"/>
              </a:spcBef>
              <a:spcAft>
                <a:spcPts val="0"/>
              </a:spcAft>
              <a:buClr>
                <a:srgbClr val="3F3F3F"/>
              </a:buClr>
              <a:buSzPts val="200"/>
              <a:buFont typeface="Open Sans"/>
              <a:buChar char="●"/>
            </a:pPr>
            <a:endParaRPr sz="200" b="1">
              <a:solidFill>
                <a:srgbClr val="3F3F3F"/>
              </a:solidFill>
              <a:latin typeface="Open Sans"/>
              <a:ea typeface="Open Sans"/>
              <a:cs typeface="Open Sans"/>
              <a:sym typeface="Open Sans"/>
            </a:endParaRPr>
          </a:p>
          <a:p>
            <a:pPr marL="457200" marR="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chemeClr val="lt1"/>
                </a:solidFill>
                <a:latin typeface="Open Sans"/>
                <a:ea typeface="Open Sans"/>
                <a:cs typeface="Open Sans"/>
                <a:sym typeface="Open Sans"/>
              </a:rPr>
              <a:t>. </a:t>
            </a:r>
            <a:r>
              <a:rPr lang="en-US">
                <a:solidFill>
                  <a:schemeClr val="lt1"/>
                </a:solidFill>
                <a:latin typeface="Open Sans"/>
                <a:ea typeface="Open Sans"/>
                <a:cs typeface="Open Sans"/>
                <a:sym typeface="Open Sans"/>
              </a:rPr>
              <a:t>Lorem ipsum dolor sit amet, consectetur adipiscing elit, sed do eiusmod tempor incididunt ut labore et dolore magna aliqua. </a:t>
            </a:r>
            <a:endParaRPr sz="1400">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a:t>
            </a:r>
            <a:endParaRPr>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Lorem ipsum dolor sit amet, consectetur adipiscing elit, sed do eiusmod tempor incididunt ut labore et dolore magna aliqua. Ut enim ad minim veniam, quis nostrud exercitation. </a:t>
            </a:r>
            <a:endParaRPr>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a:t>
            </a:r>
            <a:endParaRPr>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Lorem ipsum dolor sit amet, consectetur adipiscing elit. </a:t>
            </a:r>
            <a:endParaRPr>
              <a:solidFill>
                <a:schemeClr val="lt1"/>
              </a:solidFill>
              <a:latin typeface="Open Sans"/>
              <a:ea typeface="Open Sans"/>
              <a:cs typeface="Open Sans"/>
              <a:sym typeface="Open Sans"/>
            </a:endParaRPr>
          </a:p>
          <a:p>
            <a:pPr marL="457200" lvl="0" indent="-317500" algn="l" rtl="0">
              <a:spcBef>
                <a:spcPts val="1000"/>
              </a:spcBef>
              <a:spcAft>
                <a:spcPts val="100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Lorem ipsum dolor sit amet, consectetur adipiscing elit, sed do eiusmod tempor incididunt ut labore et dolore magna aliqua. Ut enim ad minim veniam, quis nostrud exercitation. </a:t>
            </a:r>
            <a:endParaRPr>
              <a:solidFill>
                <a:schemeClr val="lt1"/>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78"/>
        <p:cNvGrpSpPr/>
        <p:nvPr/>
      </p:nvGrpSpPr>
      <p:grpSpPr>
        <a:xfrm>
          <a:off x="0" y="0"/>
          <a:ext cx="0" cy="0"/>
          <a:chOff x="0" y="0"/>
          <a:chExt cx="0" cy="0"/>
        </a:xfrm>
      </p:grpSpPr>
      <p:sp>
        <p:nvSpPr>
          <p:cNvPr id="479" name="Google Shape;479;p64"/>
          <p:cNvSpPr txBox="1">
            <a:spLocks noGrp="1"/>
          </p:cNvSpPr>
          <p:nvPr>
            <p:ph type="body" idx="4294967295"/>
          </p:nvPr>
        </p:nvSpPr>
        <p:spPr>
          <a:xfrm>
            <a:off x="501700" y="249900"/>
            <a:ext cx="11592900" cy="4923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en-US" sz="4400" b="1" dirty="0">
                <a:solidFill>
                  <a:schemeClr val="lt1"/>
                </a:solidFill>
                <a:latin typeface="Montserrat"/>
                <a:ea typeface="Montserrat"/>
                <a:cs typeface="Montserrat"/>
                <a:sym typeface="Montserrat"/>
              </a:rPr>
              <a:t>ADD AN INFORMATIVE TITLE</a:t>
            </a:r>
            <a:endParaRPr sz="3600" b="1" dirty="0">
              <a:solidFill>
                <a:schemeClr val="lt1"/>
              </a:solidFill>
              <a:latin typeface="Montserrat"/>
              <a:ea typeface="Montserrat"/>
              <a:cs typeface="Montserrat"/>
              <a:sym typeface="Montserrat"/>
            </a:endParaRPr>
          </a:p>
        </p:txBody>
      </p:sp>
      <p:sp>
        <p:nvSpPr>
          <p:cNvPr id="480" name="Google Shape;480;p64"/>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25</a:t>
            </a:fld>
            <a:endParaRPr sz="800">
              <a:solidFill>
                <a:schemeClr val="lt1"/>
              </a:solidFill>
              <a:latin typeface="Avenir"/>
              <a:ea typeface="Avenir"/>
              <a:cs typeface="Avenir"/>
              <a:sym typeface="Avenir"/>
            </a:endParaRPr>
          </a:p>
        </p:txBody>
      </p:sp>
      <p:sp>
        <p:nvSpPr>
          <p:cNvPr id="481" name="Google Shape;481;p64"/>
          <p:cNvSpPr txBox="1"/>
          <p:nvPr/>
        </p:nvSpPr>
        <p:spPr>
          <a:xfrm>
            <a:off x="621300" y="1365350"/>
            <a:ext cx="10722600" cy="4472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solidFill>
                  <a:srgbClr val="0979F3"/>
                </a:solidFill>
                <a:latin typeface="Montserrat SemiBold"/>
                <a:ea typeface="Montserrat SemiBold"/>
                <a:cs typeface="Montserrat SemiBold"/>
                <a:sym typeface="Montserrat SemiBold"/>
              </a:rPr>
              <a:t>KEY POINT </a:t>
            </a:r>
            <a:endParaRPr>
              <a:solidFill>
                <a:srgbClr val="3F3F3F"/>
              </a:solidFill>
              <a:latin typeface="Montserrat SemiBold"/>
              <a:ea typeface="Montserrat SemiBold"/>
              <a:cs typeface="Montserrat SemiBold"/>
              <a:sym typeface="Montserrat SemiBold"/>
            </a:endParaRPr>
          </a:p>
          <a:p>
            <a:pPr marL="457200" marR="0" lvl="0" indent="-241300" algn="l" rtl="0">
              <a:spcBef>
                <a:spcPts val="1000"/>
              </a:spcBef>
              <a:spcAft>
                <a:spcPts val="0"/>
              </a:spcAft>
              <a:buClr>
                <a:srgbClr val="3F3F3F"/>
              </a:buClr>
              <a:buSzPts val="200"/>
              <a:buFont typeface="Open Sans"/>
              <a:buChar char="●"/>
            </a:pPr>
            <a:endParaRPr sz="200" b="1">
              <a:solidFill>
                <a:srgbClr val="3F3F3F"/>
              </a:solidFill>
              <a:latin typeface="Open Sans"/>
              <a:ea typeface="Open Sans"/>
              <a:cs typeface="Open Sans"/>
              <a:sym typeface="Open Sans"/>
            </a:endParaRPr>
          </a:p>
          <a:p>
            <a:pPr marL="457200" marR="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r>
              <a:rPr lang="en-US" sz="1400">
                <a:solidFill>
                  <a:schemeClr val="lt1"/>
                </a:solidFill>
                <a:latin typeface="Open Sans"/>
                <a:ea typeface="Open Sans"/>
                <a:cs typeface="Open Sans"/>
                <a:sym typeface="Open Sans"/>
              </a:rPr>
              <a:t>. </a:t>
            </a:r>
            <a:r>
              <a:rPr lang="en-US">
                <a:solidFill>
                  <a:schemeClr val="lt1"/>
                </a:solidFill>
                <a:latin typeface="Open Sans"/>
                <a:ea typeface="Open Sans"/>
                <a:cs typeface="Open Sans"/>
                <a:sym typeface="Open Sans"/>
              </a:rPr>
              <a:t>Lorem ipsum dolor sit amet, consectetur adipiscing elit, sed do eiusmod tempor incididunt ut labore et dolore magna aliqua. </a:t>
            </a:r>
            <a:endParaRPr sz="1400">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a:t>
            </a:r>
            <a:endParaRPr>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Lorem ipsum dolor sit amet, consectetur adipiscing elit, sed do eiusmod tempor incididunt ut labore et dolore magna aliqua. Ut enim ad minim veniam, quis nostrud exercitation. </a:t>
            </a:r>
            <a:endParaRPr>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a:t>
            </a:r>
            <a:endParaRPr>
              <a:solidFill>
                <a:schemeClr val="lt1"/>
              </a:solidFill>
              <a:latin typeface="Open Sans"/>
              <a:ea typeface="Open Sans"/>
              <a:cs typeface="Open Sans"/>
              <a:sym typeface="Open Sans"/>
            </a:endParaRPr>
          </a:p>
          <a:p>
            <a:pPr marL="45720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Lorem ipsum dolor sit amet, consectetur adipiscing elit. </a:t>
            </a:r>
            <a:endParaRPr>
              <a:solidFill>
                <a:schemeClr val="lt1"/>
              </a:solidFill>
              <a:latin typeface="Open Sans"/>
              <a:ea typeface="Open Sans"/>
              <a:cs typeface="Open Sans"/>
              <a:sym typeface="Open Sans"/>
            </a:endParaRPr>
          </a:p>
          <a:p>
            <a:pPr marL="457200" lvl="0" indent="-317500" algn="l" rtl="0">
              <a:spcBef>
                <a:spcPts val="1000"/>
              </a:spcBef>
              <a:spcAft>
                <a:spcPts val="1000"/>
              </a:spcAft>
              <a:buClr>
                <a:schemeClr val="lt1"/>
              </a:buClr>
              <a:buSzPts val="1400"/>
              <a:buFont typeface="Open Sans"/>
              <a:buChar char="●"/>
            </a:pPr>
            <a:r>
              <a:rPr lang="en-US">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Lorem ipsum dolor sit amet, consectetur adipiscing elit, sed do eiusmod tempor incididunt ut labore et dolore magna aliqua. Ut enim ad minim veniam, quis nostrud exercitation. </a:t>
            </a:r>
            <a:endParaRPr>
              <a:solidFill>
                <a:schemeClr val="lt1"/>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6"/>
          <p:cNvSpPr txBox="1">
            <a:spLocks noGrp="1"/>
          </p:cNvSpPr>
          <p:nvPr>
            <p:ph type="body" idx="4294967295"/>
          </p:nvPr>
        </p:nvSpPr>
        <p:spPr>
          <a:xfrm>
            <a:off x="501700" y="249900"/>
            <a:ext cx="11592900" cy="4923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en-US" sz="4400" b="1" dirty="0">
                <a:solidFill>
                  <a:srgbClr val="3F3F3F"/>
                </a:solidFill>
                <a:latin typeface="Montserrat"/>
                <a:ea typeface="Montserrat"/>
                <a:cs typeface="Montserrat"/>
                <a:sym typeface="Montserrat"/>
              </a:rPr>
              <a:t>ADD AN INFORMATIVE TITLE </a:t>
            </a:r>
            <a:endParaRPr lang="en-US" sz="3600" b="1" dirty="0">
              <a:solidFill>
                <a:srgbClr val="3F3F3F"/>
              </a:solidFill>
              <a:latin typeface="Montserrat"/>
              <a:ea typeface="Montserrat"/>
              <a:cs typeface="Montserrat"/>
              <a:sym typeface="Montserrat"/>
            </a:endParaRPr>
          </a:p>
        </p:txBody>
      </p:sp>
      <p:sp>
        <p:nvSpPr>
          <p:cNvPr id="495" name="Google Shape;495;p66"/>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rgbClr val="3F3F3F"/>
                </a:solidFill>
                <a:latin typeface="Avenir"/>
                <a:ea typeface="Avenir"/>
                <a:cs typeface="Avenir"/>
                <a:sym typeface="Avenir"/>
              </a:rPr>
              <a:t>26</a:t>
            </a:fld>
            <a:endParaRPr sz="800">
              <a:solidFill>
                <a:srgbClr val="3F3F3F"/>
              </a:solidFill>
              <a:latin typeface="Avenir"/>
              <a:ea typeface="Avenir"/>
              <a:cs typeface="Avenir"/>
              <a:sym typeface="Avenir"/>
            </a:endParaRPr>
          </a:p>
        </p:txBody>
      </p:sp>
      <p:sp>
        <p:nvSpPr>
          <p:cNvPr id="496" name="Google Shape;496;p66"/>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u="none" dirty="0">
                <a:solidFill>
                  <a:srgbClr val="3F3F3F"/>
                </a:solidFill>
                <a:latin typeface="Open Sans"/>
                <a:ea typeface="Open Sans"/>
                <a:cs typeface="Open Sans"/>
                <a:sym typeface="Open Sans"/>
              </a:rPr>
              <a:t>Copyright © Nomis Solutions, Inc. All rights reserved.</a:t>
            </a:r>
            <a:endParaRPr dirty="0">
              <a:solidFill>
                <a:srgbClr val="3F3F3F"/>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4"/>
        <p:cNvGrpSpPr/>
        <p:nvPr/>
      </p:nvGrpSpPr>
      <p:grpSpPr>
        <a:xfrm>
          <a:off x="0" y="0"/>
          <a:ext cx="0" cy="0"/>
          <a:chOff x="0" y="0"/>
          <a:chExt cx="0" cy="0"/>
        </a:xfrm>
      </p:grpSpPr>
      <p:sp>
        <p:nvSpPr>
          <p:cNvPr id="525" name="Google Shape;525;p70"/>
          <p:cNvSpPr txBox="1">
            <a:spLocks noGrp="1"/>
          </p:cNvSpPr>
          <p:nvPr>
            <p:ph type="body" idx="4294967295"/>
          </p:nvPr>
        </p:nvSpPr>
        <p:spPr>
          <a:xfrm>
            <a:off x="501700" y="249900"/>
            <a:ext cx="11592900" cy="4923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en-US" sz="4400" b="1" dirty="0">
                <a:solidFill>
                  <a:srgbClr val="3F3F3F"/>
                </a:solidFill>
                <a:latin typeface="Montserrat"/>
                <a:ea typeface="Montserrat"/>
                <a:cs typeface="Montserrat"/>
                <a:sym typeface="Montserrat"/>
              </a:rPr>
              <a:t>ADD AN INFORMATIVE TITLE </a:t>
            </a:r>
            <a:endParaRPr sz="3600" b="1" dirty="0">
              <a:solidFill>
                <a:srgbClr val="3F3F3F"/>
              </a:solidFill>
              <a:latin typeface="Montserrat"/>
              <a:ea typeface="Montserrat"/>
              <a:cs typeface="Montserrat"/>
              <a:sym typeface="Montserrat"/>
            </a:endParaRPr>
          </a:p>
        </p:txBody>
      </p:sp>
      <p:sp>
        <p:nvSpPr>
          <p:cNvPr id="526" name="Google Shape;526;p70"/>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rgbClr val="3F3F3F"/>
                </a:solidFill>
                <a:latin typeface="Avenir"/>
                <a:ea typeface="Avenir"/>
                <a:cs typeface="Avenir"/>
                <a:sym typeface="Avenir"/>
              </a:rPr>
              <a:t>27</a:t>
            </a:fld>
            <a:endParaRPr sz="800">
              <a:solidFill>
                <a:srgbClr val="3F3F3F"/>
              </a:solidFill>
              <a:latin typeface="Avenir"/>
              <a:ea typeface="Avenir"/>
              <a:cs typeface="Avenir"/>
              <a:sym typeface="Avenir"/>
            </a:endParaRPr>
          </a:p>
        </p:txBody>
      </p:sp>
      <p:sp>
        <p:nvSpPr>
          <p:cNvPr id="527" name="Google Shape;527;p70"/>
          <p:cNvSpPr txBox="1"/>
          <p:nvPr/>
        </p:nvSpPr>
        <p:spPr>
          <a:xfrm>
            <a:off x="621300" y="1365350"/>
            <a:ext cx="10722600" cy="4472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dirty="0">
                <a:solidFill>
                  <a:srgbClr val="0979F3"/>
                </a:solidFill>
                <a:latin typeface="Montserrat SemiBold"/>
                <a:ea typeface="Montserrat SemiBold"/>
                <a:cs typeface="Montserrat SemiBold"/>
                <a:sym typeface="Montserrat SemiBold"/>
              </a:rPr>
              <a:t>KEY POINT </a:t>
            </a:r>
            <a:endParaRPr dirty="0">
              <a:solidFill>
                <a:srgbClr val="3F3F3F"/>
              </a:solidFill>
              <a:latin typeface="Montserrat SemiBold"/>
              <a:ea typeface="Montserrat SemiBold"/>
              <a:cs typeface="Montserrat SemiBold"/>
              <a:sym typeface="Montserrat SemiBold"/>
            </a:endParaRPr>
          </a:p>
          <a:p>
            <a:pPr marL="457200" marR="0" lvl="0" indent="-241300" algn="l" rtl="0">
              <a:spcBef>
                <a:spcPts val="1000"/>
              </a:spcBef>
              <a:spcAft>
                <a:spcPts val="0"/>
              </a:spcAft>
              <a:buClr>
                <a:srgbClr val="3F3F3F"/>
              </a:buClr>
              <a:buSzPts val="200"/>
              <a:buFont typeface="Open Sans"/>
              <a:buChar char="●"/>
            </a:pPr>
            <a:endParaRPr sz="200" b="1" dirty="0">
              <a:solidFill>
                <a:srgbClr val="3F3F3F"/>
              </a:solidFill>
              <a:latin typeface="Open Sans"/>
              <a:ea typeface="Open Sans"/>
              <a:cs typeface="Open Sans"/>
              <a:sym typeface="Open Sans"/>
            </a:endParaRPr>
          </a:p>
          <a:p>
            <a:pPr marL="457200" marR="0" lvl="0" indent="-317500" algn="l" rtl="0">
              <a:spcBef>
                <a:spcPts val="1000"/>
              </a:spcBef>
              <a:spcAft>
                <a:spcPts val="0"/>
              </a:spcAft>
              <a:buClr>
                <a:srgbClr val="3F3F3F"/>
              </a:buClr>
              <a:buSzPts val="1400"/>
              <a:buFont typeface="Open Sans"/>
              <a:buChar char="●"/>
            </a:pPr>
            <a:r>
              <a:rPr lang="en-US" dirty="0">
                <a:solidFill>
                  <a:srgbClr val="3F3F3F"/>
                </a:solidFill>
                <a:latin typeface="Open Sans"/>
                <a:ea typeface="Open Sans"/>
                <a:cs typeface="Open Sans"/>
                <a:sym typeface="Open Sans"/>
              </a:rPr>
              <a:t>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Ut </a:t>
            </a:r>
            <a:r>
              <a:rPr lang="en-US" dirty="0" err="1">
                <a:solidFill>
                  <a:srgbClr val="3F3F3F"/>
                </a:solidFill>
                <a:latin typeface="Open Sans"/>
                <a:ea typeface="Open Sans"/>
                <a:cs typeface="Open Sans"/>
                <a:sym typeface="Open Sans"/>
              </a:rPr>
              <a:t>enim</a:t>
            </a:r>
            <a:r>
              <a:rPr lang="en-US" dirty="0">
                <a:solidFill>
                  <a:srgbClr val="3F3F3F"/>
                </a:solidFill>
                <a:latin typeface="Open Sans"/>
                <a:ea typeface="Open Sans"/>
                <a:cs typeface="Open Sans"/>
                <a:sym typeface="Open Sans"/>
              </a:rPr>
              <a:t> ad minim </a:t>
            </a:r>
            <a:r>
              <a:rPr lang="en-US" dirty="0" err="1">
                <a:solidFill>
                  <a:srgbClr val="3F3F3F"/>
                </a:solidFill>
                <a:latin typeface="Open Sans"/>
                <a:ea typeface="Open Sans"/>
                <a:cs typeface="Open Sans"/>
                <a:sym typeface="Open Sans"/>
              </a:rPr>
              <a:t>veniam</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quis</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nostrud</a:t>
            </a:r>
            <a:r>
              <a:rPr lang="en-US" dirty="0">
                <a:solidFill>
                  <a:srgbClr val="3F3F3F"/>
                </a:solidFill>
                <a:latin typeface="Open Sans"/>
                <a:ea typeface="Open Sans"/>
                <a:cs typeface="Open Sans"/>
                <a:sym typeface="Open Sans"/>
              </a:rPr>
              <a:t> exercitation</a:t>
            </a:r>
            <a:r>
              <a:rPr lang="en-US" sz="1400" dirty="0">
                <a:solidFill>
                  <a:srgbClr val="3F3F3F"/>
                </a:solidFill>
                <a:latin typeface="Open Sans"/>
                <a:ea typeface="Open Sans"/>
                <a:cs typeface="Open Sans"/>
                <a:sym typeface="Open Sans"/>
              </a:rPr>
              <a:t>. </a:t>
            </a:r>
            <a:r>
              <a:rPr lang="en-US" dirty="0">
                <a:solidFill>
                  <a:srgbClr val="3F3F3F"/>
                </a:solidFill>
                <a:latin typeface="Open Sans"/>
                <a:ea typeface="Open Sans"/>
                <a:cs typeface="Open Sans"/>
                <a:sym typeface="Open Sans"/>
              </a:rPr>
              <a:t>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a:t>
            </a:r>
            <a:endParaRPr sz="1400" dirty="0">
              <a:solidFill>
                <a:srgbClr val="3F3F3F"/>
              </a:solidFill>
              <a:latin typeface="Open Sans"/>
              <a:ea typeface="Open Sans"/>
              <a:cs typeface="Open Sans"/>
              <a:sym typeface="Open Sans"/>
            </a:endParaRPr>
          </a:p>
          <a:p>
            <a:pPr marL="457200" lvl="0" indent="-317500" algn="l" rtl="0">
              <a:spcBef>
                <a:spcPts val="1000"/>
              </a:spcBef>
              <a:spcAft>
                <a:spcPts val="0"/>
              </a:spcAft>
              <a:buClr>
                <a:srgbClr val="3F3F3F"/>
              </a:buClr>
              <a:buSzPts val="1400"/>
              <a:buFont typeface="Open Sans"/>
              <a:buChar char="●"/>
            </a:pPr>
            <a:r>
              <a:rPr lang="en-US" dirty="0">
                <a:solidFill>
                  <a:srgbClr val="3F3F3F"/>
                </a:solidFill>
                <a:latin typeface="Open Sans"/>
                <a:ea typeface="Open Sans"/>
                <a:cs typeface="Open Sans"/>
                <a:sym typeface="Open Sans"/>
              </a:rPr>
              <a:t>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Ut </a:t>
            </a:r>
            <a:r>
              <a:rPr lang="en-US" dirty="0" err="1">
                <a:solidFill>
                  <a:srgbClr val="3F3F3F"/>
                </a:solidFill>
                <a:latin typeface="Open Sans"/>
                <a:ea typeface="Open Sans"/>
                <a:cs typeface="Open Sans"/>
                <a:sym typeface="Open Sans"/>
              </a:rPr>
              <a:t>enim</a:t>
            </a:r>
            <a:r>
              <a:rPr lang="en-US" dirty="0">
                <a:solidFill>
                  <a:srgbClr val="3F3F3F"/>
                </a:solidFill>
                <a:latin typeface="Open Sans"/>
                <a:ea typeface="Open Sans"/>
                <a:cs typeface="Open Sans"/>
                <a:sym typeface="Open Sans"/>
              </a:rPr>
              <a:t> ad minim </a:t>
            </a:r>
            <a:r>
              <a:rPr lang="en-US" dirty="0" err="1">
                <a:solidFill>
                  <a:srgbClr val="3F3F3F"/>
                </a:solidFill>
                <a:latin typeface="Open Sans"/>
                <a:ea typeface="Open Sans"/>
                <a:cs typeface="Open Sans"/>
                <a:sym typeface="Open Sans"/>
              </a:rPr>
              <a:t>veniam</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quis</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nostrud</a:t>
            </a:r>
            <a:r>
              <a:rPr lang="en-US" dirty="0">
                <a:solidFill>
                  <a:srgbClr val="3F3F3F"/>
                </a:solidFill>
                <a:latin typeface="Open Sans"/>
                <a:ea typeface="Open Sans"/>
                <a:cs typeface="Open Sans"/>
                <a:sym typeface="Open Sans"/>
              </a:rPr>
              <a:t> exercitation. </a:t>
            </a:r>
            <a:endParaRPr dirty="0">
              <a:solidFill>
                <a:srgbClr val="3F3F3F"/>
              </a:solidFill>
              <a:latin typeface="Open Sans"/>
              <a:ea typeface="Open Sans"/>
              <a:cs typeface="Open Sans"/>
              <a:sym typeface="Open Sans"/>
            </a:endParaRPr>
          </a:p>
          <a:p>
            <a:pPr marL="457200" lvl="0" indent="-317500" algn="l" rtl="0">
              <a:spcBef>
                <a:spcPts val="1000"/>
              </a:spcBef>
              <a:spcAft>
                <a:spcPts val="0"/>
              </a:spcAft>
              <a:buClr>
                <a:srgbClr val="3F3F3F"/>
              </a:buClr>
              <a:buSzPts val="1400"/>
              <a:buFont typeface="Open Sans"/>
              <a:buChar char="●"/>
            </a:pPr>
            <a:r>
              <a:rPr lang="en-US" dirty="0">
                <a:solidFill>
                  <a:srgbClr val="3F3F3F"/>
                </a:solidFill>
                <a:latin typeface="Open Sans"/>
                <a:ea typeface="Open Sans"/>
                <a:cs typeface="Open Sans"/>
                <a:sym typeface="Open Sans"/>
              </a:rPr>
              <a:t>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Ut </a:t>
            </a:r>
            <a:r>
              <a:rPr lang="en-US" dirty="0" err="1">
                <a:solidFill>
                  <a:srgbClr val="3F3F3F"/>
                </a:solidFill>
                <a:latin typeface="Open Sans"/>
                <a:ea typeface="Open Sans"/>
                <a:cs typeface="Open Sans"/>
                <a:sym typeface="Open Sans"/>
              </a:rPr>
              <a:t>enim</a:t>
            </a:r>
            <a:r>
              <a:rPr lang="en-US" dirty="0">
                <a:solidFill>
                  <a:srgbClr val="3F3F3F"/>
                </a:solidFill>
                <a:latin typeface="Open Sans"/>
                <a:ea typeface="Open Sans"/>
                <a:cs typeface="Open Sans"/>
                <a:sym typeface="Open Sans"/>
              </a:rPr>
              <a:t> ad minim </a:t>
            </a:r>
            <a:r>
              <a:rPr lang="en-US" dirty="0" err="1">
                <a:solidFill>
                  <a:srgbClr val="3F3F3F"/>
                </a:solidFill>
                <a:latin typeface="Open Sans"/>
                <a:ea typeface="Open Sans"/>
                <a:cs typeface="Open Sans"/>
                <a:sym typeface="Open Sans"/>
              </a:rPr>
              <a:t>veniam</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quis</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nostrud</a:t>
            </a:r>
            <a:r>
              <a:rPr lang="en-US" dirty="0">
                <a:solidFill>
                  <a:srgbClr val="3F3F3F"/>
                </a:solidFill>
                <a:latin typeface="Open Sans"/>
                <a:ea typeface="Open Sans"/>
                <a:cs typeface="Open Sans"/>
                <a:sym typeface="Open Sans"/>
              </a:rPr>
              <a:t> exercitation. 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Ut </a:t>
            </a:r>
            <a:r>
              <a:rPr lang="en-US" dirty="0" err="1">
                <a:solidFill>
                  <a:srgbClr val="3F3F3F"/>
                </a:solidFill>
                <a:latin typeface="Open Sans"/>
                <a:ea typeface="Open Sans"/>
                <a:cs typeface="Open Sans"/>
                <a:sym typeface="Open Sans"/>
              </a:rPr>
              <a:t>enim</a:t>
            </a:r>
            <a:r>
              <a:rPr lang="en-US" dirty="0">
                <a:solidFill>
                  <a:srgbClr val="3F3F3F"/>
                </a:solidFill>
                <a:latin typeface="Open Sans"/>
                <a:ea typeface="Open Sans"/>
                <a:cs typeface="Open Sans"/>
                <a:sym typeface="Open Sans"/>
              </a:rPr>
              <a:t> ad minim </a:t>
            </a:r>
            <a:r>
              <a:rPr lang="en-US" dirty="0" err="1">
                <a:solidFill>
                  <a:srgbClr val="3F3F3F"/>
                </a:solidFill>
                <a:latin typeface="Open Sans"/>
                <a:ea typeface="Open Sans"/>
                <a:cs typeface="Open Sans"/>
                <a:sym typeface="Open Sans"/>
              </a:rPr>
              <a:t>veniam</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quis</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nostrud</a:t>
            </a:r>
            <a:r>
              <a:rPr lang="en-US" dirty="0">
                <a:solidFill>
                  <a:srgbClr val="3F3F3F"/>
                </a:solidFill>
                <a:latin typeface="Open Sans"/>
                <a:ea typeface="Open Sans"/>
                <a:cs typeface="Open Sans"/>
                <a:sym typeface="Open Sans"/>
              </a:rPr>
              <a:t> exercitation. </a:t>
            </a:r>
            <a:endParaRPr dirty="0">
              <a:solidFill>
                <a:srgbClr val="3F3F3F"/>
              </a:solidFill>
              <a:latin typeface="Open Sans"/>
              <a:ea typeface="Open Sans"/>
              <a:cs typeface="Open Sans"/>
              <a:sym typeface="Open Sans"/>
            </a:endParaRPr>
          </a:p>
          <a:p>
            <a:pPr marL="457200" lvl="0" indent="-317500" algn="l" rtl="0">
              <a:spcBef>
                <a:spcPts val="1000"/>
              </a:spcBef>
              <a:spcAft>
                <a:spcPts val="0"/>
              </a:spcAft>
              <a:buClr>
                <a:srgbClr val="3F3F3F"/>
              </a:buClr>
              <a:buSzPts val="1400"/>
              <a:buFont typeface="Open Sans"/>
              <a:buChar char="●"/>
            </a:pPr>
            <a:r>
              <a:rPr lang="en-US" dirty="0">
                <a:solidFill>
                  <a:srgbClr val="3F3F3F"/>
                </a:solidFill>
                <a:latin typeface="Open Sans"/>
                <a:ea typeface="Open Sans"/>
                <a:cs typeface="Open Sans"/>
                <a:sym typeface="Open Sans"/>
              </a:rPr>
              <a:t>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Ut </a:t>
            </a:r>
            <a:r>
              <a:rPr lang="en-US" dirty="0" err="1">
                <a:solidFill>
                  <a:srgbClr val="3F3F3F"/>
                </a:solidFill>
                <a:latin typeface="Open Sans"/>
                <a:ea typeface="Open Sans"/>
                <a:cs typeface="Open Sans"/>
                <a:sym typeface="Open Sans"/>
              </a:rPr>
              <a:t>enim</a:t>
            </a:r>
            <a:r>
              <a:rPr lang="en-US" dirty="0">
                <a:solidFill>
                  <a:srgbClr val="3F3F3F"/>
                </a:solidFill>
                <a:latin typeface="Open Sans"/>
                <a:ea typeface="Open Sans"/>
                <a:cs typeface="Open Sans"/>
                <a:sym typeface="Open Sans"/>
              </a:rPr>
              <a:t> ad minim </a:t>
            </a:r>
            <a:r>
              <a:rPr lang="en-US" dirty="0" err="1">
                <a:solidFill>
                  <a:srgbClr val="3F3F3F"/>
                </a:solidFill>
                <a:latin typeface="Open Sans"/>
                <a:ea typeface="Open Sans"/>
                <a:cs typeface="Open Sans"/>
                <a:sym typeface="Open Sans"/>
              </a:rPr>
              <a:t>veniam</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quis</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nostrud</a:t>
            </a:r>
            <a:r>
              <a:rPr lang="en-US" dirty="0">
                <a:solidFill>
                  <a:srgbClr val="3F3F3F"/>
                </a:solidFill>
                <a:latin typeface="Open Sans"/>
                <a:ea typeface="Open Sans"/>
                <a:cs typeface="Open Sans"/>
                <a:sym typeface="Open Sans"/>
              </a:rPr>
              <a:t> exercitation. </a:t>
            </a:r>
            <a:endParaRPr dirty="0">
              <a:solidFill>
                <a:srgbClr val="3F3F3F"/>
              </a:solidFill>
              <a:latin typeface="Open Sans"/>
              <a:ea typeface="Open Sans"/>
              <a:cs typeface="Open Sans"/>
              <a:sym typeface="Open Sans"/>
            </a:endParaRPr>
          </a:p>
          <a:p>
            <a:pPr marL="457200" lvl="0" indent="-317500" algn="l" rtl="0">
              <a:spcBef>
                <a:spcPts val="1000"/>
              </a:spcBef>
              <a:spcAft>
                <a:spcPts val="0"/>
              </a:spcAft>
              <a:buClr>
                <a:srgbClr val="3F3F3F"/>
              </a:buClr>
              <a:buSzPts val="1400"/>
              <a:buFont typeface="Open Sans"/>
              <a:buChar char="●"/>
            </a:pPr>
            <a:r>
              <a:rPr lang="en-US" dirty="0">
                <a:solidFill>
                  <a:srgbClr val="3F3F3F"/>
                </a:solidFill>
                <a:latin typeface="Open Sans"/>
                <a:ea typeface="Open Sans"/>
                <a:cs typeface="Open Sans"/>
                <a:sym typeface="Open Sans"/>
              </a:rPr>
              <a:t>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Ut </a:t>
            </a:r>
            <a:r>
              <a:rPr lang="en-US" dirty="0" err="1">
                <a:solidFill>
                  <a:srgbClr val="3F3F3F"/>
                </a:solidFill>
                <a:latin typeface="Open Sans"/>
                <a:ea typeface="Open Sans"/>
                <a:cs typeface="Open Sans"/>
                <a:sym typeface="Open Sans"/>
              </a:rPr>
              <a:t>enim</a:t>
            </a:r>
            <a:r>
              <a:rPr lang="en-US" dirty="0">
                <a:solidFill>
                  <a:srgbClr val="3F3F3F"/>
                </a:solidFill>
                <a:latin typeface="Open Sans"/>
                <a:ea typeface="Open Sans"/>
                <a:cs typeface="Open Sans"/>
                <a:sym typeface="Open Sans"/>
              </a:rPr>
              <a:t> ad minim </a:t>
            </a:r>
            <a:r>
              <a:rPr lang="en-US" dirty="0" err="1">
                <a:solidFill>
                  <a:srgbClr val="3F3F3F"/>
                </a:solidFill>
                <a:latin typeface="Open Sans"/>
                <a:ea typeface="Open Sans"/>
                <a:cs typeface="Open Sans"/>
                <a:sym typeface="Open Sans"/>
              </a:rPr>
              <a:t>veniam</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quis</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nostrud</a:t>
            </a:r>
            <a:r>
              <a:rPr lang="en-US" dirty="0">
                <a:solidFill>
                  <a:srgbClr val="3F3F3F"/>
                </a:solidFill>
                <a:latin typeface="Open Sans"/>
                <a:ea typeface="Open Sans"/>
                <a:cs typeface="Open Sans"/>
                <a:sym typeface="Open Sans"/>
              </a:rPr>
              <a:t> exercitation. 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a:t>
            </a:r>
            <a:endParaRPr dirty="0">
              <a:solidFill>
                <a:srgbClr val="3F3F3F"/>
              </a:solidFill>
              <a:latin typeface="Open Sans"/>
              <a:ea typeface="Open Sans"/>
              <a:cs typeface="Open Sans"/>
              <a:sym typeface="Open Sans"/>
            </a:endParaRPr>
          </a:p>
          <a:p>
            <a:pPr marL="457200" lvl="0" indent="-317500" algn="l" rtl="0">
              <a:spcBef>
                <a:spcPts val="1000"/>
              </a:spcBef>
              <a:spcAft>
                <a:spcPts val="1000"/>
              </a:spcAft>
              <a:buClr>
                <a:srgbClr val="3F3F3F"/>
              </a:buClr>
              <a:buSzPts val="1400"/>
              <a:buFont typeface="Open Sans"/>
              <a:buChar char="●"/>
            </a:pPr>
            <a:r>
              <a:rPr lang="en-US" dirty="0">
                <a:solidFill>
                  <a:srgbClr val="3F3F3F"/>
                </a:solidFill>
                <a:latin typeface="Open Sans"/>
                <a:ea typeface="Open Sans"/>
                <a:cs typeface="Open Sans"/>
                <a:sym typeface="Open Sans"/>
              </a:rPr>
              <a:t>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Ut </a:t>
            </a:r>
            <a:r>
              <a:rPr lang="en-US" dirty="0" err="1">
                <a:solidFill>
                  <a:srgbClr val="3F3F3F"/>
                </a:solidFill>
                <a:latin typeface="Open Sans"/>
                <a:ea typeface="Open Sans"/>
                <a:cs typeface="Open Sans"/>
                <a:sym typeface="Open Sans"/>
              </a:rPr>
              <a:t>enim</a:t>
            </a:r>
            <a:r>
              <a:rPr lang="en-US" dirty="0">
                <a:solidFill>
                  <a:srgbClr val="3F3F3F"/>
                </a:solidFill>
                <a:latin typeface="Open Sans"/>
                <a:ea typeface="Open Sans"/>
                <a:cs typeface="Open Sans"/>
                <a:sym typeface="Open Sans"/>
              </a:rPr>
              <a:t> ad minim </a:t>
            </a:r>
            <a:r>
              <a:rPr lang="en-US" dirty="0" err="1">
                <a:solidFill>
                  <a:srgbClr val="3F3F3F"/>
                </a:solidFill>
                <a:latin typeface="Open Sans"/>
                <a:ea typeface="Open Sans"/>
                <a:cs typeface="Open Sans"/>
                <a:sym typeface="Open Sans"/>
              </a:rPr>
              <a:t>veniam</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quis</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nostrud</a:t>
            </a:r>
            <a:r>
              <a:rPr lang="en-US" dirty="0">
                <a:solidFill>
                  <a:srgbClr val="3F3F3F"/>
                </a:solidFill>
                <a:latin typeface="Open Sans"/>
                <a:ea typeface="Open Sans"/>
                <a:cs typeface="Open Sans"/>
                <a:sym typeface="Open Sans"/>
              </a:rPr>
              <a:t> exercitation. Lorem ipsum dolor sit </a:t>
            </a:r>
            <a:r>
              <a:rPr lang="en-US" dirty="0" err="1">
                <a:solidFill>
                  <a:srgbClr val="3F3F3F"/>
                </a:solidFill>
                <a:latin typeface="Open Sans"/>
                <a:ea typeface="Open Sans"/>
                <a:cs typeface="Open Sans"/>
                <a:sym typeface="Open Sans"/>
              </a:rPr>
              <a:t>amet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consectetur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adipiscing</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elit</a:t>
            </a:r>
            <a:r>
              <a:rPr lang="en-US" dirty="0">
                <a:solidFill>
                  <a:srgbClr val="3F3F3F"/>
                </a:solidFill>
                <a:latin typeface="Open Sans"/>
                <a:ea typeface="Open Sans"/>
                <a:cs typeface="Open Sans"/>
                <a:sym typeface="Open Sans"/>
              </a:rPr>
              <a:t>, sed do </a:t>
            </a:r>
            <a:r>
              <a:rPr lang="en-US" dirty="0" err="1">
                <a:solidFill>
                  <a:srgbClr val="3F3F3F"/>
                </a:solidFill>
                <a:latin typeface="Open Sans"/>
                <a:ea typeface="Open Sans"/>
                <a:cs typeface="Open Sans"/>
                <a:sym typeface="Open Sans"/>
              </a:rPr>
              <a:t>eiusmod</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tempor</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incididunt</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ut</a:t>
            </a:r>
            <a:r>
              <a:rPr lang="en-US" dirty="0">
                <a:solidFill>
                  <a:srgbClr val="3F3F3F"/>
                </a:solidFill>
                <a:latin typeface="Open Sans"/>
                <a:ea typeface="Open Sans"/>
                <a:cs typeface="Open Sans"/>
                <a:sym typeface="Open Sans"/>
              </a:rPr>
              <a:t> labore et dolore magna </a:t>
            </a:r>
            <a:r>
              <a:rPr lang="en-US" dirty="0" err="1">
                <a:solidFill>
                  <a:srgbClr val="3F3F3F"/>
                </a:solidFill>
                <a:latin typeface="Open Sans"/>
                <a:ea typeface="Open Sans"/>
                <a:cs typeface="Open Sans"/>
                <a:sym typeface="Open Sans"/>
              </a:rPr>
              <a:t>aliqua</a:t>
            </a:r>
            <a:r>
              <a:rPr lang="en-US" dirty="0">
                <a:solidFill>
                  <a:srgbClr val="3F3F3F"/>
                </a:solidFill>
                <a:latin typeface="Open Sans"/>
                <a:ea typeface="Open Sans"/>
                <a:cs typeface="Open Sans"/>
                <a:sym typeface="Open Sans"/>
              </a:rPr>
              <a:t>. Ut </a:t>
            </a:r>
            <a:r>
              <a:rPr lang="en-US" dirty="0" err="1">
                <a:solidFill>
                  <a:srgbClr val="3F3F3F"/>
                </a:solidFill>
                <a:latin typeface="Open Sans"/>
                <a:ea typeface="Open Sans"/>
                <a:cs typeface="Open Sans"/>
                <a:sym typeface="Open Sans"/>
              </a:rPr>
              <a:t>enim</a:t>
            </a:r>
            <a:r>
              <a:rPr lang="en-US" dirty="0">
                <a:solidFill>
                  <a:srgbClr val="3F3F3F"/>
                </a:solidFill>
                <a:latin typeface="Open Sans"/>
                <a:ea typeface="Open Sans"/>
                <a:cs typeface="Open Sans"/>
                <a:sym typeface="Open Sans"/>
              </a:rPr>
              <a:t> ad minim </a:t>
            </a:r>
            <a:r>
              <a:rPr lang="en-US" dirty="0" err="1">
                <a:solidFill>
                  <a:srgbClr val="3F3F3F"/>
                </a:solidFill>
                <a:latin typeface="Open Sans"/>
                <a:ea typeface="Open Sans"/>
                <a:cs typeface="Open Sans"/>
                <a:sym typeface="Open Sans"/>
              </a:rPr>
              <a:t>veniam</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quis</a:t>
            </a:r>
            <a:r>
              <a:rPr lang="en-US" dirty="0">
                <a:solidFill>
                  <a:srgbClr val="3F3F3F"/>
                </a:solidFill>
                <a:latin typeface="Open Sans"/>
                <a:ea typeface="Open Sans"/>
                <a:cs typeface="Open Sans"/>
                <a:sym typeface="Open Sans"/>
              </a:rPr>
              <a:t> </a:t>
            </a:r>
            <a:r>
              <a:rPr lang="en-US" dirty="0" err="1">
                <a:solidFill>
                  <a:srgbClr val="3F3F3F"/>
                </a:solidFill>
                <a:latin typeface="Open Sans"/>
                <a:ea typeface="Open Sans"/>
                <a:cs typeface="Open Sans"/>
                <a:sym typeface="Open Sans"/>
              </a:rPr>
              <a:t>nostrud</a:t>
            </a:r>
            <a:r>
              <a:rPr lang="en-US" dirty="0">
                <a:solidFill>
                  <a:srgbClr val="3F3F3F"/>
                </a:solidFill>
                <a:latin typeface="Open Sans"/>
                <a:ea typeface="Open Sans"/>
                <a:cs typeface="Open Sans"/>
                <a:sym typeface="Open Sans"/>
              </a:rPr>
              <a:t> exercitation. </a:t>
            </a:r>
            <a:endParaRPr dirty="0">
              <a:solidFill>
                <a:srgbClr val="3F3F3F"/>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71"/>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rgbClr val="3F3F3F"/>
                </a:solidFill>
                <a:latin typeface="Avenir"/>
                <a:ea typeface="Avenir"/>
                <a:cs typeface="Avenir"/>
                <a:sym typeface="Avenir"/>
              </a:rPr>
              <a:t>28</a:t>
            </a:fld>
            <a:endParaRPr sz="800">
              <a:solidFill>
                <a:srgbClr val="3F3F3F"/>
              </a:solidFill>
              <a:latin typeface="Avenir"/>
              <a:ea typeface="Avenir"/>
              <a:cs typeface="Avenir"/>
              <a:sym typeface="Avenir"/>
            </a:endParaRPr>
          </a:p>
        </p:txBody>
      </p:sp>
      <p:sp>
        <p:nvSpPr>
          <p:cNvPr id="534" name="Google Shape;534;p71"/>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u="none">
                <a:solidFill>
                  <a:schemeClr val="lt1"/>
                </a:solidFill>
                <a:latin typeface="Open Sans"/>
                <a:ea typeface="Open Sans"/>
                <a:cs typeface="Open Sans"/>
                <a:sym typeface="Open Sans"/>
              </a:rPr>
              <a:t>Copyright © Nomis Solutions, Inc. All rights reserved.</a:t>
            </a:r>
            <a:endParaRPr>
              <a:solidFill>
                <a:schemeClr val="lt1"/>
              </a:solidFill>
              <a:latin typeface="Open Sans"/>
              <a:ea typeface="Open Sans"/>
              <a:cs typeface="Open Sans"/>
              <a:sym typeface="Open Sans"/>
            </a:endParaRPr>
          </a:p>
        </p:txBody>
      </p:sp>
      <p:sp>
        <p:nvSpPr>
          <p:cNvPr id="2" name="Google Shape;554;p73">
            <a:extLst>
              <a:ext uri="{FF2B5EF4-FFF2-40B4-BE49-F238E27FC236}">
                <a16:creationId xmlns:a16="http://schemas.microsoft.com/office/drawing/2014/main" id="{4F390940-1927-F7F1-2281-86F6F0BEC8A9}"/>
              </a:ext>
            </a:extLst>
          </p:cNvPr>
          <p:cNvSpPr txBox="1">
            <a:spLocks/>
          </p:cNvSpPr>
          <p:nvPr/>
        </p:nvSpPr>
        <p:spPr>
          <a:xfrm>
            <a:off x="200125" y="303625"/>
            <a:ext cx="3236700" cy="96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1pPr>
            <a:lvl2pPr marR="0" lvl="1"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2pPr>
            <a:lvl3pPr marR="0" lvl="2"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3pPr>
            <a:lvl4pPr marR="0" lvl="3"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4pPr>
            <a:lvl5pPr marR="0" lvl="4"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5pPr>
            <a:lvl6pPr marR="0" lvl="5"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6pPr>
            <a:lvl7pPr marR="0" lvl="6"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7pPr>
            <a:lvl8pPr marR="0" lvl="7"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8pPr>
            <a:lvl9pPr marR="0" lvl="8"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9pPr>
          </a:lstStyle>
          <a:p>
            <a:pPr>
              <a:lnSpc>
                <a:spcPct val="80000"/>
              </a:lnSpc>
            </a:pPr>
            <a:r>
              <a:rPr lang="en-US" sz="4400" b="1" dirty="0">
                <a:solidFill>
                  <a:schemeClr val="bg1"/>
                </a:solidFill>
                <a:latin typeface="Montserrat"/>
                <a:ea typeface="Montserrat"/>
                <a:cs typeface="Montserrat"/>
                <a:sym typeface="Montserrat"/>
              </a:rPr>
              <a:t>TITLE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72"/>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29</a:t>
            </a:fld>
            <a:endParaRPr sz="800">
              <a:solidFill>
                <a:schemeClr val="lt1"/>
              </a:solidFill>
              <a:latin typeface="Avenir"/>
              <a:ea typeface="Avenir"/>
              <a:cs typeface="Avenir"/>
              <a:sym typeface="Avenir"/>
            </a:endParaRPr>
          </a:p>
        </p:txBody>
      </p:sp>
      <p:sp>
        <p:nvSpPr>
          <p:cNvPr id="541" name="Google Shape;541;p72"/>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u="none">
                <a:solidFill>
                  <a:srgbClr val="3F3F3F"/>
                </a:solidFill>
                <a:latin typeface="Open Sans"/>
                <a:ea typeface="Open Sans"/>
                <a:cs typeface="Open Sans"/>
                <a:sym typeface="Open Sans"/>
              </a:rPr>
              <a:t>Copyright © Nomis Solutions, Inc. All rights reserved.</a:t>
            </a:r>
            <a:endParaRPr>
              <a:solidFill>
                <a:srgbClr val="3F3F3F"/>
              </a:solidFill>
              <a:latin typeface="Open Sans"/>
              <a:ea typeface="Open Sans"/>
              <a:cs typeface="Open Sans"/>
              <a:sym typeface="Open Sans"/>
            </a:endParaRPr>
          </a:p>
        </p:txBody>
      </p:sp>
      <p:sp>
        <p:nvSpPr>
          <p:cNvPr id="2" name="Google Shape;270;p48">
            <a:extLst>
              <a:ext uri="{FF2B5EF4-FFF2-40B4-BE49-F238E27FC236}">
                <a16:creationId xmlns:a16="http://schemas.microsoft.com/office/drawing/2014/main" id="{81727A6B-8F8D-16FD-DBAF-CC41139D9D1B}"/>
              </a:ext>
            </a:extLst>
          </p:cNvPr>
          <p:cNvSpPr txBox="1">
            <a:spLocks/>
          </p:cNvSpPr>
          <p:nvPr/>
        </p:nvSpPr>
        <p:spPr>
          <a:xfrm>
            <a:off x="426475" y="504275"/>
            <a:ext cx="7317900" cy="96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1pPr>
            <a:lvl2pPr marR="0" lvl="1"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2pPr>
            <a:lvl3pPr marR="0" lvl="2"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3pPr>
            <a:lvl4pPr marR="0" lvl="3"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4pPr>
            <a:lvl5pPr marR="0" lvl="4"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5pPr>
            <a:lvl6pPr marR="0" lvl="5"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6pPr>
            <a:lvl7pPr marR="0" lvl="6"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7pPr>
            <a:lvl8pPr marR="0" lvl="7"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8pPr>
            <a:lvl9pPr marR="0" lvl="8" algn="l" rtl="0">
              <a:lnSpc>
                <a:spcPct val="100000"/>
              </a:lnSpc>
              <a:spcBef>
                <a:spcPts val="0"/>
              </a:spcBef>
              <a:spcAft>
                <a:spcPts val="0"/>
              </a:spcAft>
              <a:buClr>
                <a:schemeClr val="dk1"/>
              </a:buClr>
              <a:buSzPts val="3700"/>
              <a:buFont typeface="Montserrat SemiBold"/>
              <a:buNone/>
              <a:defRPr sz="3700" b="0" i="0" u="none" strike="noStrike" cap="none">
                <a:solidFill>
                  <a:schemeClr val="dk1"/>
                </a:solidFill>
                <a:latin typeface="Montserrat SemiBold"/>
                <a:ea typeface="Montserrat SemiBold"/>
                <a:cs typeface="Montserrat SemiBold"/>
                <a:sym typeface="Montserrat SemiBold"/>
              </a:defRPr>
            </a:lvl9pPr>
          </a:lstStyle>
          <a:p>
            <a:r>
              <a:rPr lang="en-US" sz="4400" b="1" dirty="0">
                <a:solidFill>
                  <a:srgbClr val="3F3F3F"/>
                </a:solidFill>
                <a:latin typeface="Montserrat"/>
                <a:ea typeface="Montserrat"/>
                <a:cs typeface="Montserrat"/>
                <a:sym typeface="Montserrat"/>
              </a:rPr>
              <a:t>TITLE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45"/>
        <p:cNvGrpSpPr/>
        <p:nvPr/>
      </p:nvGrpSpPr>
      <p:grpSpPr>
        <a:xfrm>
          <a:off x="0" y="0"/>
          <a:ext cx="0" cy="0"/>
          <a:chOff x="0" y="0"/>
          <a:chExt cx="0" cy="0"/>
        </a:xfrm>
      </p:grpSpPr>
      <p:sp>
        <p:nvSpPr>
          <p:cNvPr id="546" name="Google Shape;546;p73"/>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30</a:t>
            </a:fld>
            <a:endParaRPr sz="800">
              <a:solidFill>
                <a:schemeClr val="lt1"/>
              </a:solidFill>
              <a:latin typeface="Avenir"/>
              <a:ea typeface="Avenir"/>
              <a:cs typeface="Avenir"/>
              <a:sym typeface="Avenir"/>
            </a:endParaRPr>
          </a:p>
        </p:txBody>
      </p:sp>
      <p:sp>
        <p:nvSpPr>
          <p:cNvPr id="547" name="Google Shape;547;p73"/>
          <p:cNvSpPr txBox="1"/>
          <p:nvPr/>
        </p:nvSpPr>
        <p:spPr>
          <a:xfrm>
            <a:off x="136187" y="6539477"/>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a:solidFill>
                  <a:srgbClr val="FFFFFF"/>
                </a:solidFill>
                <a:latin typeface="Open Sans"/>
                <a:ea typeface="Open Sans"/>
                <a:cs typeface="Open Sans"/>
                <a:sym typeface="Open Sans"/>
              </a:rPr>
              <a:t>Copyright © Nomis Solutions, Inc. All rights reserved.</a:t>
            </a:r>
            <a:endParaRPr>
              <a:latin typeface="Open Sans"/>
              <a:ea typeface="Open Sans"/>
              <a:cs typeface="Open Sans"/>
              <a:sym typeface="Open Sans"/>
            </a:endParaRPr>
          </a:p>
        </p:txBody>
      </p:sp>
      <p:sp>
        <p:nvSpPr>
          <p:cNvPr id="548" name="Google Shape;548;p73"/>
          <p:cNvSpPr txBox="1"/>
          <p:nvPr/>
        </p:nvSpPr>
        <p:spPr>
          <a:xfrm>
            <a:off x="3746500" y="229850"/>
            <a:ext cx="8038500" cy="588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accent1"/>
                </a:solidFill>
                <a:latin typeface="Montserrat"/>
                <a:ea typeface="Montserrat"/>
                <a:cs typeface="Montserrat"/>
                <a:sym typeface="Montserrat"/>
              </a:rPr>
              <a:t>TITLE</a:t>
            </a:r>
            <a:endParaRPr b="1">
              <a:latin typeface="Montserrat"/>
              <a:ea typeface="Montserrat"/>
              <a:cs typeface="Montserrat"/>
              <a:sym typeface="Montserrat"/>
            </a:endParaRPr>
          </a:p>
          <a:p>
            <a:pPr marL="114300" marR="0" lvl="0" indent="0" algn="l" rtl="0">
              <a:spcBef>
                <a:spcPts val="0"/>
              </a:spcBef>
              <a:spcAft>
                <a:spcPts val="0"/>
              </a:spcAft>
              <a:buNone/>
            </a:pPr>
            <a:endParaRPr sz="200" b="1">
              <a:solidFill>
                <a:schemeClr val="accent1"/>
              </a:solidFill>
              <a:latin typeface="Montserrat"/>
              <a:ea typeface="Montserrat"/>
              <a:cs typeface="Montserrat"/>
              <a:sym typeface="Montserrat"/>
            </a:endParaRPr>
          </a:p>
          <a:p>
            <a:pPr marL="114300" marR="0" lvl="0" indent="0" algn="l" rtl="0">
              <a:spcBef>
                <a:spcPts val="0"/>
              </a:spcBef>
              <a:spcAft>
                <a:spcPts val="0"/>
              </a:spcAft>
              <a:buNone/>
            </a:pPr>
            <a:r>
              <a:rPr lang="en-US" sz="1400" b="1">
                <a:solidFill>
                  <a:srgbClr val="595959"/>
                </a:solidFill>
                <a:latin typeface="Montserrat"/>
                <a:ea typeface="Montserrat"/>
                <a:cs typeface="Montserrat"/>
                <a:sym typeface="Montserrat"/>
              </a:rPr>
              <a:t> </a:t>
            </a:r>
            <a:endParaRPr sz="1400" b="1">
              <a:solidFill>
                <a:srgbClr val="595959"/>
              </a:solidFill>
              <a:latin typeface="Montserrat"/>
              <a:ea typeface="Montserrat"/>
              <a:cs typeface="Montserrat"/>
              <a:sym typeface="Montserrat"/>
            </a:endParaRPr>
          </a:p>
        </p:txBody>
      </p:sp>
      <p:sp>
        <p:nvSpPr>
          <p:cNvPr id="549" name="Google Shape;549;p73"/>
          <p:cNvSpPr txBox="1"/>
          <p:nvPr/>
        </p:nvSpPr>
        <p:spPr>
          <a:xfrm>
            <a:off x="3590750" y="564075"/>
            <a:ext cx="8084700" cy="554100"/>
          </a:xfrm>
          <a:prstGeom prst="rect">
            <a:avLst/>
          </a:prstGeom>
          <a:noFill/>
          <a:ln>
            <a:noFill/>
          </a:ln>
        </p:spPr>
        <p:txBody>
          <a:bodyPr spcFirstLastPara="1" wrap="square" lIns="91425" tIns="45700" rIns="91425" bIns="45700" anchor="t" anchorCtr="0">
            <a:spAutoFit/>
          </a:bodyPr>
          <a:lstStyle/>
          <a:p>
            <a:pPr marL="120650" marR="0" lvl="0" indent="0" algn="l" rtl="0">
              <a:lnSpc>
                <a:spcPct val="150000"/>
              </a:lnSpc>
              <a:spcBef>
                <a:spcPts val="0"/>
              </a:spcBef>
              <a:spcAft>
                <a:spcPts val="0"/>
              </a:spcAft>
              <a:buNone/>
            </a:pPr>
            <a:r>
              <a:rPr lang="en-US" sz="1200">
                <a:solidFill>
                  <a:schemeClr val="lt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a:t>
            </a:r>
            <a:endParaRPr sz="1200">
              <a:solidFill>
                <a:schemeClr val="lt1"/>
              </a:solidFill>
              <a:latin typeface="Open Sans"/>
              <a:ea typeface="Open Sans"/>
              <a:cs typeface="Open Sans"/>
              <a:sym typeface="Open Sans"/>
            </a:endParaRPr>
          </a:p>
        </p:txBody>
      </p:sp>
      <p:sp>
        <p:nvSpPr>
          <p:cNvPr id="550" name="Google Shape;550;p73"/>
          <p:cNvSpPr txBox="1"/>
          <p:nvPr/>
        </p:nvSpPr>
        <p:spPr>
          <a:xfrm>
            <a:off x="3746500" y="2114405"/>
            <a:ext cx="8038500" cy="5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accent1"/>
                </a:solidFill>
                <a:latin typeface="Montserrat"/>
                <a:ea typeface="Montserrat"/>
                <a:cs typeface="Montserrat"/>
                <a:sym typeface="Montserrat"/>
              </a:rPr>
              <a:t>TITLE</a:t>
            </a:r>
            <a:endParaRPr sz="200" b="1" dirty="0">
              <a:solidFill>
                <a:schemeClr val="accent1"/>
              </a:solidFill>
              <a:latin typeface="Montserrat"/>
              <a:ea typeface="Montserrat"/>
              <a:cs typeface="Montserrat"/>
              <a:sym typeface="Montserrat"/>
            </a:endParaRPr>
          </a:p>
          <a:p>
            <a:pPr marL="114300" marR="0" lvl="0" indent="0" algn="l" rtl="0">
              <a:spcBef>
                <a:spcPts val="0"/>
              </a:spcBef>
              <a:spcAft>
                <a:spcPts val="0"/>
              </a:spcAft>
              <a:buNone/>
            </a:pPr>
            <a:r>
              <a:rPr lang="en-US" sz="1400" b="1" dirty="0">
                <a:solidFill>
                  <a:srgbClr val="595959"/>
                </a:solidFill>
                <a:latin typeface="Montserrat"/>
                <a:ea typeface="Montserrat"/>
                <a:cs typeface="Montserrat"/>
                <a:sym typeface="Montserrat"/>
              </a:rPr>
              <a:t> </a:t>
            </a:r>
            <a:endParaRPr sz="1400" b="1" dirty="0">
              <a:solidFill>
                <a:srgbClr val="595959"/>
              </a:solidFill>
              <a:latin typeface="Montserrat"/>
              <a:ea typeface="Montserrat"/>
              <a:cs typeface="Montserrat"/>
              <a:sym typeface="Montserrat"/>
            </a:endParaRPr>
          </a:p>
        </p:txBody>
      </p:sp>
      <p:sp>
        <p:nvSpPr>
          <p:cNvPr id="551" name="Google Shape;551;p73"/>
          <p:cNvSpPr txBox="1"/>
          <p:nvPr/>
        </p:nvSpPr>
        <p:spPr>
          <a:xfrm>
            <a:off x="3590750" y="2540750"/>
            <a:ext cx="7889400" cy="877200"/>
          </a:xfrm>
          <a:prstGeom prst="rect">
            <a:avLst/>
          </a:prstGeom>
          <a:noFill/>
          <a:ln>
            <a:noFill/>
          </a:ln>
        </p:spPr>
        <p:txBody>
          <a:bodyPr spcFirstLastPara="1" wrap="square" lIns="91425" tIns="45700" rIns="91425" bIns="45700" anchor="t" anchorCtr="0">
            <a:spAutoFit/>
          </a:bodyPr>
          <a:lstStyle/>
          <a:p>
            <a:pPr marL="403225" marR="0" lvl="0" indent="-217487" algn="l" rtl="0">
              <a:spcBef>
                <a:spcPts val="900"/>
              </a:spcBef>
              <a:spcAft>
                <a:spcPts val="0"/>
              </a:spcAft>
              <a:buClr>
                <a:schemeClr val="lt1"/>
              </a:buClr>
              <a:buSzPts val="1200"/>
              <a:buFont typeface="Open Sans"/>
              <a:buChar char="•"/>
            </a:pPr>
            <a:r>
              <a:rPr lang="en-US" sz="1200" dirty="0">
                <a:solidFill>
                  <a:schemeClr val="lt1"/>
                </a:solidFill>
                <a:latin typeface="Open Sans"/>
                <a:ea typeface="Open Sans"/>
                <a:cs typeface="Open Sans"/>
                <a:sym typeface="Open Sans"/>
              </a:rPr>
              <a:t>Lorem ipsum dolor sit </a:t>
            </a:r>
            <a:r>
              <a:rPr lang="en-US" sz="1200" dirty="0" err="1">
                <a:solidFill>
                  <a:schemeClr val="lt1"/>
                </a:solidFill>
                <a:latin typeface="Open Sans"/>
                <a:ea typeface="Open Sans"/>
                <a:cs typeface="Open Sans"/>
                <a:sym typeface="Open Sans"/>
              </a:rPr>
              <a:t>amet</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consectetur</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adipiscing</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elit</a:t>
            </a:r>
            <a:r>
              <a:rPr lang="en-US" sz="1200" dirty="0">
                <a:solidFill>
                  <a:schemeClr val="lt1"/>
                </a:solidFill>
                <a:latin typeface="Open Sans"/>
                <a:ea typeface="Open Sans"/>
                <a:cs typeface="Open Sans"/>
                <a:sym typeface="Open Sans"/>
              </a:rPr>
              <a:t>.</a:t>
            </a:r>
            <a:endParaRPr sz="1200" dirty="0">
              <a:solidFill>
                <a:schemeClr val="lt1"/>
              </a:solidFill>
              <a:latin typeface="Open Sans"/>
              <a:ea typeface="Open Sans"/>
              <a:cs typeface="Open Sans"/>
              <a:sym typeface="Open Sans"/>
            </a:endParaRPr>
          </a:p>
          <a:p>
            <a:pPr marL="403225" marR="0" lvl="0" indent="-217487" algn="l" rtl="0">
              <a:spcBef>
                <a:spcPts val="900"/>
              </a:spcBef>
              <a:spcAft>
                <a:spcPts val="0"/>
              </a:spcAft>
              <a:buClr>
                <a:schemeClr val="lt1"/>
              </a:buClr>
              <a:buSzPts val="1200"/>
              <a:buFont typeface="Open Sans"/>
              <a:buChar char="•"/>
            </a:pPr>
            <a:r>
              <a:rPr lang="en-US" sz="1200" dirty="0">
                <a:solidFill>
                  <a:schemeClr val="lt1"/>
                </a:solidFill>
                <a:latin typeface="Open Sans"/>
                <a:ea typeface="Open Sans"/>
                <a:cs typeface="Open Sans"/>
                <a:sym typeface="Open Sans"/>
              </a:rPr>
              <a:t>Sed do </a:t>
            </a:r>
            <a:r>
              <a:rPr lang="en-US" sz="1200" dirty="0" err="1">
                <a:solidFill>
                  <a:schemeClr val="lt1"/>
                </a:solidFill>
                <a:latin typeface="Open Sans"/>
                <a:ea typeface="Open Sans"/>
                <a:cs typeface="Open Sans"/>
                <a:sym typeface="Open Sans"/>
              </a:rPr>
              <a:t>eiusmod</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tempor</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incididunt</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ut</a:t>
            </a:r>
            <a:r>
              <a:rPr lang="en-US" sz="1200" dirty="0">
                <a:solidFill>
                  <a:schemeClr val="lt1"/>
                </a:solidFill>
                <a:latin typeface="Open Sans"/>
                <a:ea typeface="Open Sans"/>
                <a:cs typeface="Open Sans"/>
                <a:sym typeface="Open Sans"/>
              </a:rPr>
              <a:t> labore et dolore magna </a:t>
            </a:r>
            <a:r>
              <a:rPr lang="en-US" sz="1200" dirty="0" err="1">
                <a:solidFill>
                  <a:schemeClr val="lt1"/>
                </a:solidFill>
                <a:latin typeface="Open Sans"/>
                <a:ea typeface="Open Sans"/>
                <a:cs typeface="Open Sans"/>
                <a:sym typeface="Open Sans"/>
              </a:rPr>
              <a:t>aliqua</a:t>
            </a:r>
            <a:r>
              <a:rPr lang="en-US" sz="1200" dirty="0">
                <a:solidFill>
                  <a:schemeClr val="lt1"/>
                </a:solidFill>
                <a:latin typeface="Open Sans"/>
                <a:ea typeface="Open Sans"/>
                <a:cs typeface="Open Sans"/>
                <a:sym typeface="Open Sans"/>
              </a:rPr>
              <a:t>. </a:t>
            </a:r>
            <a:endParaRPr sz="1200" dirty="0">
              <a:solidFill>
                <a:schemeClr val="lt1"/>
              </a:solidFill>
              <a:latin typeface="Open Sans"/>
              <a:ea typeface="Open Sans"/>
              <a:cs typeface="Open Sans"/>
              <a:sym typeface="Open Sans"/>
            </a:endParaRPr>
          </a:p>
          <a:p>
            <a:pPr marL="403225" marR="0" lvl="0" indent="-217487" algn="l" rtl="0">
              <a:spcBef>
                <a:spcPts val="900"/>
              </a:spcBef>
              <a:spcAft>
                <a:spcPts val="0"/>
              </a:spcAft>
              <a:buClr>
                <a:schemeClr val="lt1"/>
              </a:buClr>
              <a:buSzPts val="1200"/>
              <a:buFont typeface="Open Sans"/>
              <a:buChar char="•"/>
            </a:pPr>
            <a:r>
              <a:rPr lang="en-US" sz="1200" dirty="0">
                <a:solidFill>
                  <a:schemeClr val="lt1"/>
                </a:solidFill>
                <a:latin typeface="Open Sans"/>
                <a:ea typeface="Open Sans"/>
                <a:cs typeface="Open Sans"/>
                <a:sym typeface="Open Sans"/>
              </a:rPr>
              <a:t>Ut </a:t>
            </a:r>
            <a:r>
              <a:rPr lang="en-US" sz="1200" dirty="0" err="1">
                <a:solidFill>
                  <a:schemeClr val="lt1"/>
                </a:solidFill>
                <a:latin typeface="Open Sans"/>
                <a:ea typeface="Open Sans"/>
                <a:cs typeface="Open Sans"/>
                <a:sym typeface="Open Sans"/>
              </a:rPr>
              <a:t>enim</a:t>
            </a:r>
            <a:r>
              <a:rPr lang="en-US" sz="1200" dirty="0">
                <a:solidFill>
                  <a:schemeClr val="lt1"/>
                </a:solidFill>
                <a:latin typeface="Open Sans"/>
                <a:ea typeface="Open Sans"/>
                <a:cs typeface="Open Sans"/>
                <a:sym typeface="Open Sans"/>
              </a:rPr>
              <a:t> ad minim </a:t>
            </a:r>
            <a:r>
              <a:rPr lang="en-US" sz="1200" dirty="0" err="1">
                <a:solidFill>
                  <a:schemeClr val="lt1"/>
                </a:solidFill>
                <a:latin typeface="Open Sans"/>
                <a:ea typeface="Open Sans"/>
                <a:cs typeface="Open Sans"/>
                <a:sym typeface="Open Sans"/>
              </a:rPr>
              <a:t>veniam</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quis</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nostrud</a:t>
            </a:r>
            <a:r>
              <a:rPr lang="en-US" sz="1200" dirty="0">
                <a:solidFill>
                  <a:schemeClr val="lt1"/>
                </a:solidFill>
                <a:latin typeface="Open Sans"/>
                <a:ea typeface="Open Sans"/>
                <a:cs typeface="Open Sans"/>
                <a:sym typeface="Open Sans"/>
              </a:rPr>
              <a:t> exercitation.</a:t>
            </a:r>
            <a:endParaRPr sz="1200" dirty="0">
              <a:solidFill>
                <a:schemeClr val="lt1"/>
              </a:solidFill>
              <a:latin typeface="Open Sans"/>
              <a:ea typeface="Open Sans"/>
              <a:cs typeface="Open Sans"/>
              <a:sym typeface="Open Sans"/>
            </a:endParaRPr>
          </a:p>
        </p:txBody>
      </p:sp>
      <p:sp>
        <p:nvSpPr>
          <p:cNvPr id="552" name="Google Shape;552;p73"/>
          <p:cNvSpPr txBox="1"/>
          <p:nvPr/>
        </p:nvSpPr>
        <p:spPr>
          <a:xfrm>
            <a:off x="3746500" y="4169714"/>
            <a:ext cx="80385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0979F3"/>
                </a:solidFill>
                <a:latin typeface="Montserrat"/>
                <a:ea typeface="Montserrat"/>
                <a:cs typeface="Montserrat"/>
                <a:sym typeface="Montserrat"/>
              </a:rPr>
              <a:t>TITLE</a:t>
            </a:r>
            <a:endParaRPr sz="1400" b="1">
              <a:solidFill>
                <a:srgbClr val="0979F3"/>
              </a:solidFill>
              <a:latin typeface="Montserrat"/>
              <a:ea typeface="Montserrat"/>
              <a:cs typeface="Montserrat"/>
              <a:sym typeface="Montserrat"/>
            </a:endParaRPr>
          </a:p>
        </p:txBody>
      </p:sp>
      <p:sp>
        <p:nvSpPr>
          <p:cNvPr id="553" name="Google Shape;553;p73"/>
          <p:cNvSpPr txBox="1"/>
          <p:nvPr/>
        </p:nvSpPr>
        <p:spPr>
          <a:xfrm>
            <a:off x="253375" y="1754025"/>
            <a:ext cx="3130200" cy="449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lt1"/>
                </a:solidFill>
                <a:latin typeface="Open Sans"/>
                <a:ea typeface="Open Sans"/>
                <a:cs typeface="Open Sans"/>
                <a:sym typeface="Open Sans"/>
              </a:rPr>
              <a:t>SUBTITLE</a:t>
            </a:r>
            <a:endParaRPr sz="1800" b="1">
              <a:solidFill>
                <a:schemeClr val="lt1"/>
              </a:solidFill>
              <a:latin typeface="Open Sans"/>
              <a:ea typeface="Open Sans"/>
              <a:cs typeface="Open Sans"/>
              <a:sym typeface="Open Sans"/>
            </a:endParaRPr>
          </a:p>
        </p:txBody>
      </p:sp>
      <p:sp>
        <p:nvSpPr>
          <p:cNvPr id="554" name="Google Shape;554;p73"/>
          <p:cNvSpPr txBox="1">
            <a:spLocks noGrp="1"/>
          </p:cNvSpPr>
          <p:nvPr>
            <p:ph type="title" idx="4294967295"/>
          </p:nvPr>
        </p:nvSpPr>
        <p:spPr>
          <a:xfrm>
            <a:off x="200125" y="303625"/>
            <a:ext cx="3236700" cy="967200"/>
          </a:xfrm>
          <a:prstGeom prst="rect">
            <a:avLst/>
          </a:prstGeom>
          <a:ln>
            <a:noFill/>
          </a:ln>
        </p:spPr>
        <p:txBody>
          <a:bodyPr spcFirstLastPara="1" wrap="square" lIns="121900" tIns="121900" rIns="121900" bIns="121900" anchor="t" anchorCtr="0">
            <a:noAutofit/>
          </a:bodyPr>
          <a:lstStyle/>
          <a:p>
            <a:pPr marL="0" lvl="0" indent="0" algn="l" rtl="0">
              <a:lnSpc>
                <a:spcPct val="80000"/>
              </a:lnSpc>
              <a:spcBef>
                <a:spcPts val="0"/>
              </a:spcBef>
              <a:spcAft>
                <a:spcPts val="0"/>
              </a:spcAft>
              <a:buNone/>
            </a:pPr>
            <a:r>
              <a:rPr lang="en-US" sz="4400" b="1" dirty="0">
                <a:solidFill>
                  <a:srgbClr val="0979F3"/>
                </a:solidFill>
                <a:latin typeface="Montserrat"/>
                <a:ea typeface="Montserrat"/>
                <a:cs typeface="Montserrat"/>
                <a:sym typeface="Montserrat"/>
              </a:rPr>
              <a:t>TITLE</a:t>
            </a:r>
            <a:endParaRPr sz="4400" b="1" dirty="0">
              <a:solidFill>
                <a:srgbClr val="0979F3"/>
              </a:solidFill>
              <a:latin typeface="Montserrat"/>
              <a:ea typeface="Montserrat"/>
              <a:cs typeface="Montserrat"/>
              <a:sym typeface="Montserrat"/>
            </a:endParaRPr>
          </a:p>
        </p:txBody>
      </p:sp>
      <p:sp>
        <p:nvSpPr>
          <p:cNvPr id="2" name="Google Shape;551;p73">
            <a:extLst>
              <a:ext uri="{FF2B5EF4-FFF2-40B4-BE49-F238E27FC236}">
                <a16:creationId xmlns:a16="http://schemas.microsoft.com/office/drawing/2014/main" id="{AEBA8A48-81C1-9AD1-DB7C-F03EB8D9F89F}"/>
              </a:ext>
            </a:extLst>
          </p:cNvPr>
          <p:cNvSpPr txBox="1"/>
          <p:nvPr/>
        </p:nvSpPr>
        <p:spPr>
          <a:xfrm>
            <a:off x="3786050" y="4764440"/>
            <a:ext cx="7889400" cy="877200"/>
          </a:xfrm>
          <a:prstGeom prst="rect">
            <a:avLst/>
          </a:prstGeom>
          <a:noFill/>
          <a:ln>
            <a:noFill/>
          </a:ln>
        </p:spPr>
        <p:txBody>
          <a:bodyPr spcFirstLastPara="1" wrap="square" lIns="91425" tIns="45700" rIns="91425" bIns="45700" anchor="t" anchorCtr="0">
            <a:spAutoFit/>
          </a:bodyPr>
          <a:lstStyle/>
          <a:p>
            <a:pPr marL="403225" marR="0" lvl="0" indent="-217487" algn="l" rtl="0">
              <a:spcBef>
                <a:spcPts val="900"/>
              </a:spcBef>
              <a:spcAft>
                <a:spcPts val="0"/>
              </a:spcAft>
              <a:buClr>
                <a:schemeClr val="lt1"/>
              </a:buClr>
              <a:buSzPts val="1200"/>
              <a:buFont typeface="Open Sans"/>
              <a:buChar char="•"/>
            </a:pPr>
            <a:r>
              <a:rPr lang="en-US" sz="1200" dirty="0">
                <a:solidFill>
                  <a:schemeClr val="lt1"/>
                </a:solidFill>
                <a:latin typeface="Open Sans"/>
                <a:ea typeface="Open Sans"/>
                <a:cs typeface="Open Sans"/>
                <a:sym typeface="Open Sans"/>
              </a:rPr>
              <a:t>Lorem ipsum dolor sit </a:t>
            </a:r>
            <a:r>
              <a:rPr lang="en-US" sz="1200" dirty="0" err="1">
                <a:solidFill>
                  <a:schemeClr val="lt1"/>
                </a:solidFill>
                <a:latin typeface="Open Sans"/>
                <a:ea typeface="Open Sans"/>
                <a:cs typeface="Open Sans"/>
                <a:sym typeface="Open Sans"/>
              </a:rPr>
              <a:t>amet</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consectetur</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adipiscing</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elit</a:t>
            </a:r>
            <a:r>
              <a:rPr lang="en-US" sz="1200" dirty="0">
                <a:solidFill>
                  <a:schemeClr val="lt1"/>
                </a:solidFill>
                <a:latin typeface="Open Sans"/>
                <a:ea typeface="Open Sans"/>
                <a:cs typeface="Open Sans"/>
                <a:sym typeface="Open Sans"/>
              </a:rPr>
              <a:t>.</a:t>
            </a:r>
            <a:endParaRPr sz="1200" dirty="0">
              <a:solidFill>
                <a:schemeClr val="lt1"/>
              </a:solidFill>
              <a:latin typeface="Open Sans"/>
              <a:ea typeface="Open Sans"/>
              <a:cs typeface="Open Sans"/>
              <a:sym typeface="Open Sans"/>
            </a:endParaRPr>
          </a:p>
          <a:p>
            <a:pPr marL="403225" marR="0" lvl="0" indent="-217487" algn="l" rtl="0">
              <a:spcBef>
                <a:spcPts val="900"/>
              </a:spcBef>
              <a:spcAft>
                <a:spcPts val="0"/>
              </a:spcAft>
              <a:buClr>
                <a:schemeClr val="lt1"/>
              </a:buClr>
              <a:buSzPts val="1200"/>
              <a:buFont typeface="Open Sans"/>
              <a:buChar char="•"/>
            </a:pPr>
            <a:r>
              <a:rPr lang="en-US" sz="1200" dirty="0">
                <a:solidFill>
                  <a:schemeClr val="lt1"/>
                </a:solidFill>
                <a:latin typeface="Open Sans"/>
                <a:ea typeface="Open Sans"/>
                <a:cs typeface="Open Sans"/>
                <a:sym typeface="Open Sans"/>
              </a:rPr>
              <a:t>Sed do </a:t>
            </a:r>
            <a:r>
              <a:rPr lang="en-US" sz="1200" dirty="0" err="1">
                <a:solidFill>
                  <a:schemeClr val="lt1"/>
                </a:solidFill>
                <a:latin typeface="Open Sans"/>
                <a:ea typeface="Open Sans"/>
                <a:cs typeface="Open Sans"/>
                <a:sym typeface="Open Sans"/>
              </a:rPr>
              <a:t>eiusmod</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tempor</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incididunt</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ut</a:t>
            </a:r>
            <a:r>
              <a:rPr lang="en-US" sz="1200" dirty="0">
                <a:solidFill>
                  <a:schemeClr val="lt1"/>
                </a:solidFill>
                <a:latin typeface="Open Sans"/>
                <a:ea typeface="Open Sans"/>
                <a:cs typeface="Open Sans"/>
                <a:sym typeface="Open Sans"/>
              </a:rPr>
              <a:t> labore et dolore magna </a:t>
            </a:r>
            <a:r>
              <a:rPr lang="en-US" sz="1200" dirty="0" err="1">
                <a:solidFill>
                  <a:schemeClr val="lt1"/>
                </a:solidFill>
                <a:latin typeface="Open Sans"/>
                <a:ea typeface="Open Sans"/>
                <a:cs typeface="Open Sans"/>
                <a:sym typeface="Open Sans"/>
              </a:rPr>
              <a:t>aliqua</a:t>
            </a:r>
            <a:r>
              <a:rPr lang="en-US" sz="1200" dirty="0">
                <a:solidFill>
                  <a:schemeClr val="lt1"/>
                </a:solidFill>
                <a:latin typeface="Open Sans"/>
                <a:ea typeface="Open Sans"/>
                <a:cs typeface="Open Sans"/>
                <a:sym typeface="Open Sans"/>
              </a:rPr>
              <a:t>. </a:t>
            </a:r>
            <a:endParaRPr sz="1200" dirty="0">
              <a:solidFill>
                <a:schemeClr val="lt1"/>
              </a:solidFill>
              <a:latin typeface="Open Sans"/>
              <a:ea typeface="Open Sans"/>
              <a:cs typeface="Open Sans"/>
              <a:sym typeface="Open Sans"/>
            </a:endParaRPr>
          </a:p>
          <a:p>
            <a:pPr marL="403225" marR="0" lvl="0" indent="-217487" algn="l" rtl="0">
              <a:spcBef>
                <a:spcPts val="900"/>
              </a:spcBef>
              <a:spcAft>
                <a:spcPts val="0"/>
              </a:spcAft>
              <a:buClr>
                <a:schemeClr val="lt1"/>
              </a:buClr>
              <a:buSzPts val="1200"/>
              <a:buFont typeface="Open Sans"/>
              <a:buChar char="•"/>
            </a:pPr>
            <a:r>
              <a:rPr lang="en-US" sz="1200" dirty="0">
                <a:solidFill>
                  <a:schemeClr val="lt1"/>
                </a:solidFill>
                <a:latin typeface="Open Sans"/>
                <a:ea typeface="Open Sans"/>
                <a:cs typeface="Open Sans"/>
                <a:sym typeface="Open Sans"/>
              </a:rPr>
              <a:t>Ut </a:t>
            </a:r>
            <a:r>
              <a:rPr lang="en-US" sz="1200" dirty="0" err="1">
                <a:solidFill>
                  <a:schemeClr val="lt1"/>
                </a:solidFill>
                <a:latin typeface="Open Sans"/>
                <a:ea typeface="Open Sans"/>
                <a:cs typeface="Open Sans"/>
                <a:sym typeface="Open Sans"/>
              </a:rPr>
              <a:t>enim</a:t>
            </a:r>
            <a:r>
              <a:rPr lang="en-US" sz="1200" dirty="0">
                <a:solidFill>
                  <a:schemeClr val="lt1"/>
                </a:solidFill>
                <a:latin typeface="Open Sans"/>
                <a:ea typeface="Open Sans"/>
                <a:cs typeface="Open Sans"/>
                <a:sym typeface="Open Sans"/>
              </a:rPr>
              <a:t> ad minim </a:t>
            </a:r>
            <a:r>
              <a:rPr lang="en-US" sz="1200" dirty="0" err="1">
                <a:solidFill>
                  <a:schemeClr val="lt1"/>
                </a:solidFill>
                <a:latin typeface="Open Sans"/>
                <a:ea typeface="Open Sans"/>
                <a:cs typeface="Open Sans"/>
                <a:sym typeface="Open Sans"/>
              </a:rPr>
              <a:t>veniam</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quis</a:t>
            </a:r>
            <a:r>
              <a:rPr lang="en-US" sz="1200" dirty="0">
                <a:solidFill>
                  <a:schemeClr val="lt1"/>
                </a:solidFill>
                <a:latin typeface="Open Sans"/>
                <a:ea typeface="Open Sans"/>
                <a:cs typeface="Open Sans"/>
                <a:sym typeface="Open Sans"/>
              </a:rPr>
              <a:t> </a:t>
            </a:r>
            <a:r>
              <a:rPr lang="en-US" sz="1200" dirty="0" err="1">
                <a:solidFill>
                  <a:schemeClr val="lt1"/>
                </a:solidFill>
                <a:latin typeface="Open Sans"/>
                <a:ea typeface="Open Sans"/>
                <a:cs typeface="Open Sans"/>
                <a:sym typeface="Open Sans"/>
              </a:rPr>
              <a:t>nostrud</a:t>
            </a:r>
            <a:r>
              <a:rPr lang="en-US" sz="1200" dirty="0">
                <a:solidFill>
                  <a:schemeClr val="lt1"/>
                </a:solidFill>
                <a:latin typeface="Open Sans"/>
                <a:ea typeface="Open Sans"/>
                <a:cs typeface="Open Sans"/>
                <a:sym typeface="Open Sans"/>
              </a:rPr>
              <a:t> exercitation.</a:t>
            </a:r>
            <a:endParaRPr sz="1200" dirty="0">
              <a:solidFill>
                <a:schemeClr val="lt1"/>
              </a:solidFill>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74"/>
          <p:cNvSpPr txBox="1">
            <a:spLocks noGrp="1"/>
          </p:cNvSpPr>
          <p:nvPr>
            <p:ph type="body" idx="4294967295"/>
          </p:nvPr>
        </p:nvSpPr>
        <p:spPr>
          <a:xfrm>
            <a:off x="234725" y="529850"/>
            <a:ext cx="3010500" cy="1708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1"/>
              </a:buClr>
              <a:buSzPts val="3200"/>
              <a:buNone/>
            </a:pPr>
            <a:r>
              <a:rPr lang="en-US" sz="3200" b="1" dirty="0">
                <a:solidFill>
                  <a:schemeClr val="lt1"/>
                </a:solidFill>
                <a:latin typeface="Montserrat"/>
                <a:ea typeface="Montserrat"/>
                <a:cs typeface="Montserrat"/>
                <a:sym typeface="Montserrat"/>
              </a:rPr>
              <a:t>A VERY LONG TITLE EXAMPLE</a:t>
            </a:r>
            <a:endParaRPr b="1" dirty="0">
              <a:solidFill>
                <a:schemeClr val="lt1"/>
              </a:solidFill>
              <a:latin typeface="Montserrat"/>
              <a:ea typeface="Montserrat"/>
              <a:cs typeface="Montserrat"/>
              <a:sym typeface="Montserrat"/>
            </a:endParaRPr>
          </a:p>
        </p:txBody>
      </p:sp>
      <p:sp>
        <p:nvSpPr>
          <p:cNvPr id="562" name="Google Shape;562;p74"/>
          <p:cNvSpPr/>
          <p:nvPr/>
        </p:nvSpPr>
        <p:spPr>
          <a:xfrm>
            <a:off x="1069975" y="2521050"/>
            <a:ext cx="2175300" cy="99900"/>
          </a:xfrm>
          <a:prstGeom prst="rect">
            <a:avLst/>
          </a:prstGeom>
          <a:solidFill>
            <a:srgbClr val="0979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i="0" u="none" strike="noStrike" cap="none">
              <a:solidFill>
                <a:srgbClr val="FFFFFF"/>
              </a:solidFill>
              <a:latin typeface="Open Sans"/>
              <a:ea typeface="Open Sans"/>
              <a:cs typeface="Open Sans"/>
              <a:sym typeface="Open Sans"/>
            </a:endParaRPr>
          </a:p>
        </p:txBody>
      </p:sp>
      <p:sp>
        <p:nvSpPr>
          <p:cNvPr id="563" name="Google Shape;563;p74"/>
          <p:cNvSpPr/>
          <p:nvPr/>
        </p:nvSpPr>
        <p:spPr>
          <a:xfrm>
            <a:off x="0" y="2521050"/>
            <a:ext cx="1070100" cy="99900"/>
          </a:xfrm>
          <a:prstGeom prst="rect">
            <a:avLst/>
          </a:prstGeom>
          <a:solidFill>
            <a:srgbClr val="6AAEF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i="0" u="none" strike="noStrike" cap="none">
              <a:solidFill>
                <a:srgbClr val="FFFFFF"/>
              </a:solidFill>
              <a:latin typeface="Open Sans"/>
              <a:ea typeface="Open Sans"/>
              <a:cs typeface="Open Sans"/>
              <a:sym typeface="Open Sans"/>
            </a:endParaRPr>
          </a:p>
        </p:txBody>
      </p:sp>
      <p:sp>
        <p:nvSpPr>
          <p:cNvPr id="564" name="Google Shape;564;p74"/>
          <p:cNvSpPr txBox="1">
            <a:spLocks noGrp="1"/>
          </p:cNvSpPr>
          <p:nvPr>
            <p:ph type="body" idx="4294967295"/>
          </p:nvPr>
        </p:nvSpPr>
        <p:spPr>
          <a:xfrm>
            <a:off x="234725" y="3087175"/>
            <a:ext cx="2663400" cy="279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3200"/>
              <a:buNone/>
            </a:pPr>
            <a:r>
              <a:rPr lang="en-US" sz="2400" b="1" dirty="0">
                <a:solidFill>
                  <a:srgbClr val="0979F3"/>
                </a:solidFill>
              </a:rPr>
              <a:t>✓ </a:t>
            </a:r>
            <a:r>
              <a:rPr lang="en-US" sz="1700" b="1" dirty="0">
                <a:solidFill>
                  <a:schemeClr val="lt1"/>
                </a:solidFill>
              </a:rPr>
              <a:t>Point 1</a:t>
            </a:r>
            <a:br>
              <a:rPr lang="en-US" sz="1700" b="1" dirty="0">
                <a:solidFill>
                  <a:schemeClr val="lt1"/>
                </a:solidFill>
              </a:rPr>
            </a:br>
            <a:endParaRPr sz="1700" b="1" dirty="0">
              <a:solidFill>
                <a:schemeClr val="lt1"/>
              </a:solidFill>
            </a:endParaRPr>
          </a:p>
          <a:p>
            <a:pPr marL="0" lvl="0" indent="0" algn="l" rtl="0">
              <a:lnSpc>
                <a:spcPct val="100000"/>
              </a:lnSpc>
              <a:spcBef>
                <a:spcPts val="0"/>
              </a:spcBef>
              <a:spcAft>
                <a:spcPts val="0"/>
              </a:spcAft>
              <a:buClr>
                <a:schemeClr val="dk1"/>
              </a:buClr>
              <a:buSzPts val="3200"/>
              <a:buNone/>
            </a:pPr>
            <a:r>
              <a:rPr lang="en-US" sz="2400" b="1" dirty="0">
                <a:solidFill>
                  <a:srgbClr val="0979F3"/>
                </a:solidFill>
              </a:rPr>
              <a:t>✓ </a:t>
            </a:r>
            <a:r>
              <a:rPr lang="en-US" sz="1700" b="1" dirty="0">
                <a:solidFill>
                  <a:schemeClr val="lt1"/>
                </a:solidFill>
              </a:rPr>
              <a:t>Point 2</a:t>
            </a:r>
            <a:endParaRPr sz="1700" b="1" dirty="0">
              <a:solidFill>
                <a:schemeClr val="lt1"/>
              </a:solidFill>
            </a:endParaRPr>
          </a:p>
          <a:p>
            <a:pPr marL="0" lvl="0" indent="0" algn="l" rtl="0">
              <a:lnSpc>
                <a:spcPct val="100000"/>
              </a:lnSpc>
              <a:spcBef>
                <a:spcPts val="0"/>
              </a:spcBef>
              <a:spcAft>
                <a:spcPts val="0"/>
              </a:spcAft>
              <a:buClr>
                <a:schemeClr val="dk1"/>
              </a:buClr>
              <a:buSzPts val="3200"/>
              <a:buNone/>
            </a:pPr>
            <a:br>
              <a:rPr lang="en-US" sz="1700" b="1" dirty="0">
                <a:solidFill>
                  <a:schemeClr val="lt1"/>
                </a:solidFill>
              </a:rPr>
            </a:br>
            <a:r>
              <a:rPr lang="en-US" sz="2400" b="1" dirty="0">
                <a:solidFill>
                  <a:srgbClr val="0979F3"/>
                </a:solidFill>
              </a:rPr>
              <a:t>✓ </a:t>
            </a:r>
            <a:r>
              <a:rPr lang="en-US" sz="1700" b="1" dirty="0">
                <a:solidFill>
                  <a:schemeClr val="lt1"/>
                </a:solidFill>
              </a:rPr>
              <a:t>Point 3</a:t>
            </a:r>
            <a:endParaRPr sz="1700" b="1" dirty="0">
              <a:solidFill>
                <a:schemeClr val="lt1"/>
              </a:solidFill>
            </a:endParaRPr>
          </a:p>
          <a:p>
            <a:pPr marL="0" lvl="0" indent="0" algn="l" rtl="0">
              <a:lnSpc>
                <a:spcPct val="100000"/>
              </a:lnSpc>
              <a:spcBef>
                <a:spcPts val="0"/>
              </a:spcBef>
              <a:spcAft>
                <a:spcPts val="0"/>
              </a:spcAft>
              <a:buClr>
                <a:schemeClr val="dk1"/>
              </a:buClr>
              <a:buSzPts val="3200"/>
              <a:buNone/>
            </a:pPr>
            <a:endParaRPr sz="1700" b="1" dirty="0">
              <a:solidFill>
                <a:schemeClr val="lt1"/>
              </a:solidFill>
            </a:endParaRPr>
          </a:p>
          <a:p>
            <a:pPr marL="0" lvl="0" indent="0" algn="l" rtl="0">
              <a:lnSpc>
                <a:spcPct val="100000"/>
              </a:lnSpc>
              <a:spcBef>
                <a:spcPts val="0"/>
              </a:spcBef>
              <a:spcAft>
                <a:spcPts val="0"/>
              </a:spcAft>
              <a:buClr>
                <a:schemeClr val="dk1"/>
              </a:buClr>
              <a:buSzPts val="3200"/>
              <a:buNone/>
            </a:pPr>
            <a:r>
              <a:rPr lang="en-US" sz="2400" b="1" dirty="0">
                <a:solidFill>
                  <a:srgbClr val="0979F3"/>
                </a:solidFill>
              </a:rPr>
              <a:t>✓ </a:t>
            </a:r>
            <a:r>
              <a:rPr lang="en-US" sz="1700" b="1" dirty="0">
                <a:solidFill>
                  <a:schemeClr val="lt1"/>
                </a:solidFill>
              </a:rPr>
              <a:t>Point 4</a:t>
            </a:r>
            <a:endParaRPr sz="1700" b="1" dirty="0">
              <a:solidFill>
                <a:schemeClr val="lt1"/>
              </a:solidFill>
            </a:endParaRPr>
          </a:p>
          <a:p>
            <a:pPr marL="0" lvl="0" indent="0" algn="l" rtl="0">
              <a:lnSpc>
                <a:spcPct val="100000"/>
              </a:lnSpc>
              <a:spcBef>
                <a:spcPts val="0"/>
              </a:spcBef>
              <a:spcAft>
                <a:spcPts val="0"/>
              </a:spcAft>
              <a:buClr>
                <a:schemeClr val="dk1"/>
              </a:buClr>
              <a:buSzPts val="3200"/>
              <a:buNone/>
            </a:pPr>
            <a:br>
              <a:rPr lang="en-US" sz="1700" b="1" dirty="0">
                <a:solidFill>
                  <a:schemeClr val="lt1"/>
                </a:solidFill>
              </a:rPr>
            </a:br>
            <a:endParaRPr sz="2100" b="1" dirty="0">
              <a:solidFill>
                <a:schemeClr val="lt1"/>
              </a:solidFill>
            </a:endParaRPr>
          </a:p>
        </p:txBody>
      </p:sp>
      <p:sp>
        <p:nvSpPr>
          <p:cNvPr id="565" name="Google Shape;565;p74"/>
          <p:cNvSpPr txBox="1"/>
          <p:nvPr/>
        </p:nvSpPr>
        <p:spPr>
          <a:xfrm>
            <a:off x="4840594" y="1186150"/>
            <a:ext cx="65790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979F3"/>
                </a:solidFill>
                <a:latin typeface="Montserrat"/>
                <a:ea typeface="Montserrat"/>
                <a:cs typeface="Montserrat"/>
                <a:sym typeface="Montserrat"/>
              </a:rPr>
              <a:t>Informative Title Example</a:t>
            </a:r>
            <a:endParaRPr sz="2400" b="1">
              <a:solidFill>
                <a:srgbClr val="0979F3"/>
              </a:solidFill>
              <a:latin typeface="Montserrat"/>
              <a:ea typeface="Montserrat"/>
              <a:cs typeface="Montserrat"/>
              <a:sym typeface="Montserrat"/>
            </a:endParaRPr>
          </a:p>
        </p:txBody>
      </p:sp>
      <p:sp>
        <p:nvSpPr>
          <p:cNvPr id="566" name="Google Shape;566;p74"/>
          <p:cNvSpPr txBox="1"/>
          <p:nvPr/>
        </p:nvSpPr>
        <p:spPr>
          <a:xfrm>
            <a:off x="4935925" y="1934550"/>
            <a:ext cx="7086000" cy="14031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15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Point 1</a:t>
            </a:r>
            <a:endParaRPr>
              <a:solidFill>
                <a:schemeClr val="lt1"/>
              </a:solidFill>
              <a:latin typeface="Open Sans"/>
              <a:ea typeface="Open Sans"/>
              <a:cs typeface="Open Sans"/>
              <a:sym typeface="Open Sans"/>
            </a:endParaRPr>
          </a:p>
          <a:p>
            <a:pPr marL="457200" marR="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Point 2</a:t>
            </a:r>
            <a:endParaRPr>
              <a:solidFill>
                <a:schemeClr val="lt1"/>
              </a:solidFill>
              <a:latin typeface="Open Sans"/>
              <a:ea typeface="Open Sans"/>
              <a:cs typeface="Open Sans"/>
              <a:sym typeface="Open Sans"/>
            </a:endParaRPr>
          </a:p>
          <a:p>
            <a:pPr marL="457200" marR="0" lvl="0" indent="-317500" algn="l" rtl="0">
              <a:spcBef>
                <a:spcPts val="100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Point 3</a:t>
            </a:r>
            <a:endParaRPr>
              <a:solidFill>
                <a:schemeClr val="lt1"/>
              </a:solidFill>
              <a:latin typeface="Open Sans"/>
              <a:ea typeface="Open Sans"/>
              <a:cs typeface="Open Sans"/>
              <a:sym typeface="Open Sans"/>
            </a:endParaRPr>
          </a:p>
          <a:p>
            <a:pPr marL="457200" marR="0" lvl="0" indent="-317500" algn="l" rtl="0">
              <a:spcBef>
                <a:spcPts val="1500"/>
              </a:spcBef>
              <a:spcAft>
                <a:spcPts val="1000"/>
              </a:spcAft>
              <a:buClr>
                <a:schemeClr val="lt1"/>
              </a:buClr>
              <a:buSzPts val="1400"/>
              <a:buFont typeface="Open Sans"/>
              <a:buChar char="●"/>
            </a:pPr>
            <a:r>
              <a:rPr lang="en-US">
                <a:solidFill>
                  <a:schemeClr val="lt1"/>
                </a:solidFill>
                <a:latin typeface="Open Sans"/>
                <a:ea typeface="Open Sans"/>
                <a:cs typeface="Open Sans"/>
                <a:sym typeface="Open Sans"/>
              </a:rPr>
              <a:t>Point 4</a:t>
            </a:r>
            <a:endParaRPr>
              <a:solidFill>
                <a:schemeClr val="lt1"/>
              </a:solidFill>
              <a:latin typeface="Open Sans"/>
              <a:ea typeface="Open Sans"/>
              <a:cs typeface="Open Sans"/>
              <a:sym typeface="Open Sans"/>
            </a:endParaRPr>
          </a:p>
        </p:txBody>
      </p:sp>
      <p:sp>
        <p:nvSpPr>
          <p:cNvPr id="567" name="Google Shape;567;p74"/>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Open Sans"/>
                <a:ea typeface="Open Sans"/>
                <a:cs typeface="Open Sans"/>
                <a:sym typeface="Open Sans"/>
              </a:rPr>
              <a:t>31</a:t>
            </a:fld>
            <a:endParaRPr sz="800">
              <a:solidFill>
                <a:schemeClr val="lt1"/>
              </a:solidFill>
              <a:latin typeface="Open Sans"/>
              <a:ea typeface="Open Sans"/>
              <a:cs typeface="Open Sans"/>
              <a:sym typeface="Open Sans"/>
            </a:endParaRPr>
          </a:p>
        </p:txBody>
      </p:sp>
      <p:sp>
        <p:nvSpPr>
          <p:cNvPr id="568" name="Google Shape;568;p74"/>
          <p:cNvSpPr txBox="1"/>
          <p:nvPr/>
        </p:nvSpPr>
        <p:spPr>
          <a:xfrm>
            <a:off x="124155" y="6510796"/>
            <a:ext cx="58167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u="none">
                <a:solidFill>
                  <a:schemeClr val="lt1"/>
                </a:solidFill>
                <a:latin typeface="Open Sans"/>
                <a:ea typeface="Open Sans"/>
                <a:cs typeface="Open Sans"/>
                <a:sym typeface="Open Sans"/>
              </a:rPr>
              <a:t>Copyright © Nomis Solutions, Inc. All rights reserved.</a:t>
            </a:r>
            <a:endParaRPr>
              <a:solidFill>
                <a:schemeClr val="lt1"/>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75"/>
          <p:cNvSpPr/>
          <p:nvPr/>
        </p:nvSpPr>
        <p:spPr>
          <a:xfrm>
            <a:off x="4709740" y="1682425"/>
            <a:ext cx="6598500" cy="11811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75" name="Google Shape;575;p75"/>
          <p:cNvSpPr/>
          <p:nvPr/>
        </p:nvSpPr>
        <p:spPr>
          <a:xfrm>
            <a:off x="4709740" y="3296050"/>
            <a:ext cx="6598500" cy="11811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76" name="Google Shape;576;p75"/>
          <p:cNvSpPr/>
          <p:nvPr/>
        </p:nvSpPr>
        <p:spPr>
          <a:xfrm>
            <a:off x="4709740" y="4909675"/>
            <a:ext cx="6598500" cy="11811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77" name="Google Shape;577;p75"/>
          <p:cNvSpPr txBox="1"/>
          <p:nvPr/>
        </p:nvSpPr>
        <p:spPr>
          <a:xfrm>
            <a:off x="354899" y="489744"/>
            <a:ext cx="11256600" cy="769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dirty="0">
                <a:solidFill>
                  <a:schemeClr val="lt1"/>
                </a:solidFill>
                <a:latin typeface="Montserrat"/>
                <a:ea typeface="Montserrat"/>
                <a:cs typeface="Montserrat"/>
                <a:sym typeface="Montserrat"/>
              </a:rPr>
              <a:t>TITLE</a:t>
            </a:r>
            <a:endParaRPr sz="2000" dirty="0">
              <a:solidFill>
                <a:schemeClr val="dk1"/>
              </a:solidFill>
              <a:latin typeface="Montserrat"/>
              <a:ea typeface="Montserrat"/>
              <a:cs typeface="Montserrat"/>
              <a:sym typeface="Montserrat"/>
            </a:endParaRPr>
          </a:p>
        </p:txBody>
      </p:sp>
      <p:grpSp>
        <p:nvGrpSpPr>
          <p:cNvPr id="578" name="Google Shape;578;p75"/>
          <p:cNvGrpSpPr/>
          <p:nvPr/>
        </p:nvGrpSpPr>
        <p:grpSpPr>
          <a:xfrm>
            <a:off x="1261538" y="1682425"/>
            <a:ext cx="2979000" cy="1181100"/>
            <a:chOff x="537500" y="1642950"/>
            <a:chExt cx="2979000" cy="1181100"/>
          </a:xfrm>
        </p:grpSpPr>
        <p:sp>
          <p:nvSpPr>
            <p:cNvPr id="579" name="Google Shape;579;p75"/>
            <p:cNvSpPr/>
            <p:nvPr/>
          </p:nvSpPr>
          <p:spPr>
            <a:xfrm>
              <a:off x="537500" y="1642950"/>
              <a:ext cx="2979000" cy="1181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80" name="Google Shape;580;p75"/>
            <p:cNvSpPr txBox="1"/>
            <p:nvPr/>
          </p:nvSpPr>
          <p:spPr>
            <a:xfrm>
              <a:off x="537500" y="2046900"/>
              <a:ext cx="2979000" cy="373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accent1"/>
                  </a:solidFill>
                  <a:latin typeface="Montserrat"/>
                  <a:ea typeface="Montserrat"/>
                  <a:cs typeface="Montserrat"/>
                  <a:sym typeface="Montserrat"/>
                </a:rPr>
                <a:t>ITEM 1</a:t>
              </a:r>
              <a:endParaRPr>
                <a:solidFill>
                  <a:schemeClr val="accent1"/>
                </a:solidFill>
                <a:latin typeface="Montserrat"/>
                <a:ea typeface="Montserrat"/>
                <a:cs typeface="Montserrat"/>
                <a:sym typeface="Montserrat"/>
              </a:endParaRPr>
            </a:p>
            <a:p>
              <a:pPr marL="114300" marR="0" lvl="0" indent="0" algn="l" rtl="0">
                <a:spcBef>
                  <a:spcPts val="0"/>
                </a:spcBef>
                <a:spcAft>
                  <a:spcPts val="0"/>
                </a:spcAft>
                <a:buNone/>
              </a:pPr>
              <a:endParaRPr sz="200" b="1">
                <a:solidFill>
                  <a:schemeClr val="accent1"/>
                </a:solidFill>
                <a:latin typeface="Montserrat"/>
                <a:ea typeface="Montserrat"/>
                <a:cs typeface="Montserrat"/>
                <a:sym typeface="Montserrat"/>
              </a:endParaRPr>
            </a:p>
          </p:txBody>
        </p:sp>
      </p:grpSp>
      <p:grpSp>
        <p:nvGrpSpPr>
          <p:cNvPr id="581" name="Google Shape;581;p75"/>
          <p:cNvGrpSpPr/>
          <p:nvPr/>
        </p:nvGrpSpPr>
        <p:grpSpPr>
          <a:xfrm>
            <a:off x="1261538" y="3296050"/>
            <a:ext cx="2979000" cy="1181100"/>
            <a:chOff x="537500" y="3166950"/>
            <a:chExt cx="2979000" cy="1181100"/>
          </a:xfrm>
        </p:grpSpPr>
        <p:sp>
          <p:nvSpPr>
            <p:cNvPr id="582" name="Google Shape;582;p75"/>
            <p:cNvSpPr/>
            <p:nvPr/>
          </p:nvSpPr>
          <p:spPr>
            <a:xfrm>
              <a:off x="537500" y="3166950"/>
              <a:ext cx="2979000" cy="1181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83" name="Google Shape;583;p75"/>
            <p:cNvSpPr txBox="1"/>
            <p:nvPr/>
          </p:nvSpPr>
          <p:spPr>
            <a:xfrm>
              <a:off x="537500" y="3570900"/>
              <a:ext cx="2979000" cy="373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US" sz="1600" b="1">
                  <a:solidFill>
                    <a:schemeClr val="accent1"/>
                  </a:solidFill>
                  <a:latin typeface="Montserrat"/>
                  <a:ea typeface="Montserrat"/>
                  <a:cs typeface="Montserrat"/>
                  <a:sym typeface="Montserrat"/>
                </a:rPr>
                <a:t>ITEM 2</a:t>
              </a:r>
              <a:endParaRPr>
                <a:solidFill>
                  <a:schemeClr val="accent1"/>
                </a:solidFill>
                <a:latin typeface="Montserrat"/>
                <a:ea typeface="Montserrat"/>
                <a:cs typeface="Montserrat"/>
                <a:sym typeface="Montserrat"/>
              </a:endParaRPr>
            </a:p>
            <a:p>
              <a:pPr marL="114300" marR="0" lvl="0" indent="0" algn="l" rtl="0">
                <a:spcBef>
                  <a:spcPts val="0"/>
                </a:spcBef>
                <a:spcAft>
                  <a:spcPts val="0"/>
                </a:spcAft>
                <a:buNone/>
              </a:pPr>
              <a:endParaRPr sz="200" b="1">
                <a:solidFill>
                  <a:schemeClr val="accent1"/>
                </a:solidFill>
                <a:latin typeface="Montserrat"/>
                <a:ea typeface="Montserrat"/>
                <a:cs typeface="Montserrat"/>
                <a:sym typeface="Montserrat"/>
              </a:endParaRPr>
            </a:p>
          </p:txBody>
        </p:sp>
      </p:grpSp>
      <p:grpSp>
        <p:nvGrpSpPr>
          <p:cNvPr id="584" name="Google Shape;584;p75"/>
          <p:cNvGrpSpPr/>
          <p:nvPr/>
        </p:nvGrpSpPr>
        <p:grpSpPr>
          <a:xfrm>
            <a:off x="1261538" y="4909675"/>
            <a:ext cx="2979000" cy="1181100"/>
            <a:chOff x="537500" y="4870200"/>
            <a:chExt cx="2979000" cy="1181100"/>
          </a:xfrm>
        </p:grpSpPr>
        <p:sp>
          <p:nvSpPr>
            <p:cNvPr id="585" name="Google Shape;585;p75"/>
            <p:cNvSpPr/>
            <p:nvPr/>
          </p:nvSpPr>
          <p:spPr>
            <a:xfrm>
              <a:off x="537500" y="4870200"/>
              <a:ext cx="2979000" cy="11811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86" name="Google Shape;586;p75"/>
            <p:cNvSpPr txBox="1"/>
            <p:nvPr/>
          </p:nvSpPr>
          <p:spPr>
            <a:xfrm>
              <a:off x="537500" y="5274150"/>
              <a:ext cx="2979000" cy="373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US" sz="1600" b="1">
                  <a:solidFill>
                    <a:schemeClr val="accent1"/>
                  </a:solidFill>
                  <a:latin typeface="Montserrat"/>
                  <a:ea typeface="Montserrat"/>
                  <a:cs typeface="Montserrat"/>
                  <a:sym typeface="Montserrat"/>
                </a:rPr>
                <a:t>ITEM 3</a:t>
              </a:r>
              <a:endParaRPr sz="1600">
                <a:solidFill>
                  <a:schemeClr val="accent1"/>
                </a:solidFill>
                <a:latin typeface="Montserrat"/>
                <a:ea typeface="Montserrat"/>
                <a:cs typeface="Montserrat"/>
                <a:sym typeface="Montserrat"/>
              </a:endParaRPr>
            </a:p>
            <a:p>
              <a:pPr marL="114300" marR="0" lvl="0" indent="0" algn="l" rtl="0">
                <a:spcBef>
                  <a:spcPts val="0"/>
                </a:spcBef>
                <a:spcAft>
                  <a:spcPts val="0"/>
                </a:spcAft>
                <a:buNone/>
              </a:pPr>
              <a:endParaRPr sz="200" b="1">
                <a:solidFill>
                  <a:schemeClr val="accent1"/>
                </a:solidFill>
                <a:latin typeface="Montserrat"/>
                <a:ea typeface="Montserrat"/>
                <a:cs typeface="Montserrat"/>
                <a:sym typeface="Montserrat"/>
              </a:endParaRPr>
            </a:p>
          </p:txBody>
        </p:sp>
      </p:grpSp>
      <p:sp>
        <p:nvSpPr>
          <p:cNvPr id="587" name="Google Shape;587;p75"/>
          <p:cNvSpPr txBox="1"/>
          <p:nvPr/>
        </p:nvSpPr>
        <p:spPr>
          <a:xfrm>
            <a:off x="4938340" y="1785200"/>
            <a:ext cx="2979000" cy="9543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1</a:t>
            </a:r>
            <a:endParaRPr>
              <a:solidFill>
                <a:schemeClr val="lt1"/>
              </a:solidFill>
              <a:latin typeface="Open Sans"/>
              <a:ea typeface="Open Sans"/>
              <a:cs typeface="Open Sans"/>
              <a:sym typeface="Open Sans"/>
            </a:endParaRPr>
          </a:p>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2</a:t>
            </a:r>
            <a:endParaRPr>
              <a:solidFill>
                <a:schemeClr val="lt1"/>
              </a:solidFill>
              <a:latin typeface="Open Sans"/>
              <a:ea typeface="Open Sans"/>
              <a:cs typeface="Open Sans"/>
              <a:sym typeface="Open Sans"/>
            </a:endParaRPr>
          </a:p>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3</a:t>
            </a:r>
            <a:endParaRPr>
              <a:solidFill>
                <a:schemeClr val="lt1"/>
              </a:solidFill>
              <a:latin typeface="Open Sans"/>
              <a:ea typeface="Open Sans"/>
              <a:cs typeface="Open Sans"/>
              <a:sym typeface="Open Sans"/>
            </a:endParaRPr>
          </a:p>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4</a:t>
            </a:r>
            <a:endParaRPr>
              <a:solidFill>
                <a:schemeClr val="lt1"/>
              </a:solidFill>
              <a:latin typeface="Open Sans"/>
              <a:ea typeface="Open Sans"/>
              <a:cs typeface="Open Sans"/>
              <a:sym typeface="Open Sans"/>
            </a:endParaRPr>
          </a:p>
        </p:txBody>
      </p:sp>
      <p:sp>
        <p:nvSpPr>
          <p:cNvPr id="588" name="Google Shape;588;p75"/>
          <p:cNvSpPr txBox="1"/>
          <p:nvPr/>
        </p:nvSpPr>
        <p:spPr>
          <a:xfrm>
            <a:off x="4938340" y="3395938"/>
            <a:ext cx="2979000" cy="9543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1</a:t>
            </a:r>
            <a:endParaRPr>
              <a:solidFill>
                <a:schemeClr val="lt1"/>
              </a:solidFill>
              <a:latin typeface="Open Sans"/>
              <a:ea typeface="Open Sans"/>
              <a:cs typeface="Open Sans"/>
              <a:sym typeface="Open Sans"/>
            </a:endParaRPr>
          </a:p>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2</a:t>
            </a:r>
            <a:endParaRPr>
              <a:solidFill>
                <a:schemeClr val="lt1"/>
              </a:solidFill>
              <a:latin typeface="Open Sans"/>
              <a:ea typeface="Open Sans"/>
              <a:cs typeface="Open Sans"/>
              <a:sym typeface="Open Sans"/>
            </a:endParaRPr>
          </a:p>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3</a:t>
            </a:r>
            <a:endParaRPr>
              <a:solidFill>
                <a:schemeClr val="lt1"/>
              </a:solidFill>
              <a:latin typeface="Open Sans"/>
              <a:ea typeface="Open Sans"/>
              <a:cs typeface="Open Sans"/>
              <a:sym typeface="Open Sans"/>
            </a:endParaRPr>
          </a:p>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4</a:t>
            </a:r>
            <a:endParaRPr>
              <a:solidFill>
                <a:schemeClr val="lt1"/>
              </a:solidFill>
              <a:latin typeface="Open Sans"/>
              <a:ea typeface="Open Sans"/>
              <a:cs typeface="Open Sans"/>
              <a:sym typeface="Open Sans"/>
            </a:endParaRPr>
          </a:p>
        </p:txBody>
      </p:sp>
      <p:sp>
        <p:nvSpPr>
          <p:cNvPr id="589" name="Google Shape;589;p75"/>
          <p:cNvSpPr txBox="1"/>
          <p:nvPr/>
        </p:nvSpPr>
        <p:spPr>
          <a:xfrm>
            <a:off x="4938340" y="5033688"/>
            <a:ext cx="2979000" cy="9543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1</a:t>
            </a:r>
            <a:endParaRPr>
              <a:solidFill>
                <a:schemeClr val="lt1"/>
              </a:solidFill>
              <a:latin typeface="Open Sans"/>
              <a:ea typeface="Open Sans"/>
              <a:cs typeface="Open Sans"/>
              <a:sym typeface="Open Sans"/>
            </a:endParaRPr>
          </a:p>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2</a:t>
            </a:r>
            <a:endParaRPr>
              <a:solidFill>
                <a:schemeClr val="lt1"/>
              </a:solidFill>
              <a:latin typeface="Open Sans"/>
              <a:ea typeface="Open Sans"/>
              <a:cs typeface="Open Sans"/>
              <a:sym typeface="Open Sans"/>
            </a:endParaRPr>
          </a:p>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3</a:t>
            </a:r>
            <a:endParaRPr>
              <a:solidFill>
                <a:schemeClr val="lt1"/>
              </a:solidFill>
              <a:latin typeface="Open Sans"/>
              <a:ea typeface="Open Sans"/>
              <a:cs typeface="Open Sans"/>
              <a:sym typeface="Open Sans"/>
            </a:endParaRPr>
          </a:p>
          <a:p>
            <a:pPr marL="457200" lvl="0" indent="-317500" algn="l" rtl="0">
              <a:spcBef>
                <a:spcPts val="0"/>
              </a:spcBef>
              <a:spcAft>
                <a:spcPts val="0"/>
              </a:spcAft>
              <a:buClr>
                <a:schemeClr val="lt1"/>
              </a:buClr>
              <a:buSzPts val="1400"/>
              <a:buFont typeface="Open Sans"/>
              <a:buChar char="●"/>
            </a:pPr>
            <a:r>
              <a:rPr lang="en-US">
                <a:solidFill>
                  <a:schemeClr val="lt1"/>
                </a:solidFill>
                <a:latin typeface="Open Sans"/>
                <a:ea typeface="Open Sans"/>
                <a:cs typeface="Open Sans"/>
                <a:sym typeface="Open Sans"/>
              </a:rPr>
              <a:t>Item 4</a:t>
            </a:r>
            <a:endParaRPr>
              <a:solidFill>
                <a:schemeClr val="lt1"/>
              </a:solidFill>
              <a:latin typeface="Open Sans"/>
              <a:ea typeface="Open Sans"/>
              <a:cs typeface="Open Sans"/>
              <a:sym typeface="Open Sans"/>
            </a:endParaRPr>
          </a:p>
        </p:txBody>
      </p:sp>
      <p:sp>
        <p:nvSpPr>
          <p:cNvPr id="590" name="Google Shape;590;p75"/>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32</a:t>
            </a:fld>
            <a:endParaRPr sz="800">
              <a:solidFill>
                <a:schemeClr val="lt1"/>
              </a:solidFill>
              <a:latin typeface="Avenir"/>
              <a:ea typeface="Avenir"/>
              <a:cs typeface="Avenir"/>
              <a:sym typeface="Aveni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76"/>
          <p:cNvSpPr txBox="1"/>
          <p:nvPr/>
        </p:nvSpPr>
        <p:spPr>
          <a:xfrm>
            <a:off x="354899" y="489744"/>
            <a:ext cx="11256600" cy="769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dirty="0">
                <a:solidFill>
                  <a:schemeClr val="lt1"/>
                </a:solidFill>
                <a:latin typeface="Montserrat"/>
                <a:ea typeface="Montserrat"/>
                <a:cs typeface="Montserrat"/>
                <a:sym typeface="Montserrat"/>
              </a:rPr>
              <a:t>TITLE</a:t>
            </a:r>
            <a:endParaRPr sz="2000" dirty="0">
              <a:solidFill>
                <a:schemeClr val="dk1"/>
              </a:solidFill>
              <a:latin typeface="Avenir"/>
              <a:ea typeface="Avenir"/>
              <a:cs typeface="Avenir"/>
              <a:sym typeface="Avenir"/>
            </a:endParaRPr>
          </a:p>
        </p:txBody>
      </p:sp>
      <p:sp>
        <p:nvSpPr>
          <p:cNvPr id="597" name="Google Shape;597;p76"/>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33</a:t>
            </a:fld>
            <a:endParaRPr sz="800">
              <a:solidFill>
                <a:schemeClr val="lt1"/>
              </a:solidFill>
              <a:latin typeface="Avenir"/>
              <a:ea typeface="Avenir"/>
              <a:cs typeface="Avenir"/>
              <a:sym typeface="Avenir"/>
            </a:endParaRPr>
          </a:p>
        </p:txBody>
      </p:sp>
      <p:grpSp>
        <p:nvGrpSpPr>
          <p:cNvPr id="598" name="Google Shape;598;p76"/>
          <p:cNvGrpSpPr/>
          <p:nvPr/>
        </p:nvGrpSpPr>
        <p:grpSpPr>
          <a:xfrm>
            <a:off x="5735274" y="4062894"/>
            <a:ext cx="347155" cy="347155"/>
            <a:chOff x="3157188" y="909150"/>
            <a:chExt cx="470400" cy="470400"/>
          </a:xfrm>
        </p:grpSpPr>
        <p:sp>
          <p:nvSpPr>
            <p:cNvPr id="599" name="Google Shape;599;p76"/>
            <p:cNvSpPr/>
            <p:nvPr/>
          </p:nvSpPr>
          <p:spPr>
            <a:xfrm>
              <a:off x="3157188" y="909150"/>
              <a:ext cx="470400" cy="470400"/>
            </a:xfrm>
            <a:prstGeom prst="ellipse">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latin typeface="Open Sans"/>
                <a:ea typeface="Open Sans"/>
                <a:cs typeface="Open Sans"/>
                <a:sym typeface="Open Sans"/>
              </a:endParaRPr>
            </a:p>
          </p:txBody>
        </p:sp>
        <p:sp>
          <p:nvSpPr>
            <p:cNvPr id="600" name="Google Shape;600;p76"/>
            <p:cNvSpPr/>
            <p:nvPr/>
          </p:nvSpPr>
          <p:spPr>
            <a:xfrm>
              <a:off x="3243138" y="995100"/>
              <a:ext cx="298500" cy="298500"/>
            </a:xfrm>
            <a:prstGeom prst="mathPlus">
              <a:avLst>
                <a:gd name="adj1" fmla="val 9900"/>
              </a:avLst>
            </a:prstGeom>
            <a:solidFill>
              <a:srgbClr val="307A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latin typeface="Open Sans"/>
                <a:ea typeface="Open Sans"/>
                <a:cs typeface="Open Sans"/>
                <a:sym typeface="Open Sans"/>
              </a:endParaRPr>
            </a:p>
          </p:txBody>
        </p:sp>
      </p:grpSp>
      <p:sp>
        <p:nvSpPr>
          <p:cNvPr id="601" name="Google Shape;601;p76"/>
          <p:cNvSpPr/>
          <p:nvPr/>
        </p:nvSpPr>
        <p:spPr>
          <a:xfrm flipH="1">
            <a:off x="6092958" y="1795779"/>
            <a:ext cx="2592600" cy="2092800"/>
          </a:xfrm>
          <a:prstGeom prst="round2DiagRect">
            <a:avLst>
              <a:gd name="adj1" fmla="val 0"/>
              <a:gd name="adj2" fmla="val 17764"/>
            </a:avLst>
          </a:prstGeom>
          <a:solidFill>
            <a:srgbClr val="0D5CD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latin typeface="Open Sans"/>
              <a:ea typeface="Open Sans"/>
              <a:cs typeface="Open Sans"/>
              <a:sym typeface="Open Sans"/>
            </a:endParaRPr>
          </a:p>
        </p:txBody>
      </p:sp>
      <p:sp>
        <p:nvSpPr>
          <p:cNvPr id="602" name="Google Shape;602;p76"/>
          <p:cNvSpPr txBox="1"/>
          <p:nvPr/>
        </p:nvSpPr>
        <p:spPr>
          <a:xfrm>
            <a:off x="6419006" y="2119118"/>
            <a:ext cx="1935600" cy="6132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500" b="1">
                <a:solidFill>
                  <a:schemeClr val="lt1"/>
                </a:solidFill>
                <a:latin typeface="Montserrat"/>
                <a:ea typeface="Montserrat"/>
                <a:cs typeface="Montserrat"/>
                <a:sym typeface="Montserrat"/>
              </a:rPr>
              <a:t>TITLE</a:t>
            </a:r>
            <a:endParaRPr sz="1500">
              <a:solidFill>
                <a:srgbClr val="FFFFFF"/>
              </a:solidFill>
              <a:latin typeface="Montserrat"/>
              <a:ea typeface="Montserrat"/>
              <a:cs typeface="Montserrat"/>
              <a:sym typeface="Montserrat"/>
            </a:endParaRPr>
          </a:p>
        </p:txBody>
      </p:sp>
      <p:sp>
        <p:nvSpPr>
          <p:cNvPr id="603" name="Google Shape;603;p76"/>
          <p:cNvSpPr txBox="1"/>
          <p:nvPr/>
        </p:nvSpPr>
        <p:spPr>
          <a:xfrm>
            <a:off x="6419006" y="2732392"/>
            <a:ext cx="1935600" cy="6831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2100"/>
              </a:spcAft>
              <a:buNone/>
            </a:pPr>
            <a:r>
              <a:rPr lang="en-US" sz="1100">
                <a:solidFill>
                  <a:srgbClr val="FFFFFF"/>
                </a:solidFill>
                <a:latin typeface="Open Sans"/>
                <a:ea typeface="Open Sans"/>
                <a:cs typeface="Open Sans"/>
                <a:sym typeface="Open Sans"/>
              </a:rPr>
              <a:t>Lorem ipsum dolor sit amet, consectetur adipiscing elit, sed do eiusmod tempor.</a:t>
            </a:r>
            <a:endParaRPr sz="1100">
              <a:solidFill>
                <a:srgbClr val="FFFFFF"/>
              </a:solidFill>
              <a:latin typeface="Open Sans"/>
              <a:ea typeface="Open Sans"/>
              <a:cs typeface="Open Sans"/>
              <a:sym typeface="Open Sans"/>
            </a:endParaRPr>
          </a:p>
        </p:txBody>
      </p:sp>
      <p:sp>
        <p:nvSpPr>
          <p:cNvPr id="604" name="Google Shape;604;p76"/>
          <p:cNvSpPr/>
          <p:nvPr/>
        </p:nvSpPr>
        <p:spPr>
          <a:xfrm rot="10800000">
            <a:off x="3506580" y="1795727"/>
            <a:ext cx="2592600" cy="2092800"/>
          </a:xfrm>
          <a:prstGeom prst="round2DiagRect">
            <a:avLst>
              <a:gd name="adj1" fmla="val 0"/>
              <a:gd name="adj2" fmla="val 17764"/>
            </a:avLst>
          </a:prstGeom>
          <a:solidFill>
            <a:srgbClr val="307A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latin typeface="Open Sans"/>
              <a:ea typeface="Open Sans"/>
              <a:cs typeface="Open Sans"/>
              <a:sym typeface="Open Sans"/>
            </a:endParaRPr>
          </a:p>
        </p:txBody>
      </p:sp>
      <p:sp>
        <p:nvSpPr>
          <p:cNvPr id="605" name="Google Shape;605;p76"/>
          <p:cNvSpPr txBox="1"/>
          <p:nvPr/>
        </p:nvSpPr>
        <p:spPr>
          <a:xfrm>
            <a:off x="3806121" y="2119118"/>
            <a:ext cx="1935600" cy="6132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500" b="1">
                <a:solidFill>
                  <a:srgbClr val="FFFFFF"/>
                </a:solidFill>
                <a:latin typeface="Montserrat"/>
                <a:ea typeface="Montserrat"/>
                <a:cs typeface="Montserrat"/>
                <a:sym typeface="Montserrat"/>
              </a:rPr>
              <a:t>TITLE</a:t>
            </a:r>
            <a:endParaRPr sz="1500">
              <a:solidFill>
                <a:srgbClr val="FFFFFF"/>
              </a:solidFill>
              <a:latin typeface="Montserrat"/>
              <a:ea typeface="Montserrat"/>
              <a:cs typeface="Montserrat"/>
              <a:sym typeface="Montserrat"/>
            </a:endParaRPr>
          </a:p>
        </p:txBody>
      </p:sp>
      <p:sp>
        <p:nvSpPr>
          <p:cNvPr id="606" name="Google Shape;606;p76"/>
          <p:cNvSpPr txBox="1"/>
          <p:nvPr/>
        </p:nvSpPr>
        <p:spPr>
          <a:xfrm>
            <a:off x="3806121" y="2732392"/>
            <a:ext cx="1935600" cy="6831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2100"/>
              </a:spcAft>
              <a:buNone/>
            </a:pPr>
            <a:r>
              <a:rPr lang="en-US" sz="1100">
                <a:solidFill>
                  <a:srgbClr val="FFFFFF"/>
                </a:solidFill>
                <a:latin typeface="Open Sans"/>
                <a:ea typeface="Open Sans"/>
                <a:cs typeface="Open Sans"/>
                <a:sym typeface="Open Sans"/>
              </a:rPr>
              <a:t>Lorem ipsum dolor sit amet, consectetur adipiscing elit, sed do eiusmod tempor.</a:t>
            </a:r>
            <a:endParaRPr sz="1100">
              <a:solidFill>
                <a:srgbClr val="FFFFFF"/>
              </a:solidFill>
              <a:latin typeface="Open Sans"/>
              <a:ea typeface="Open Sans"/>
              <a:cs typeface="Open Sans"/>
              <a:sym typeface="Open Sans"/>
            </a:endParaRPr>
          </a:p>
        </p:txBody>
      </p:sp>
      <p:grpSp>
        <p:nvGrpSpPr>
          <p:cNvPr id="607" name="Google Shape;607;p76"/>
          <p:cNvGrpSpPr/>
          <p:nvPr/>
        </p:nvGrpSpPr>
        <p:grpSpPr>
          <a:xfrm>
            <a:off x="3506445" y="3883764"/>
            <a:ext cx="2592735" cy="2092748"/>
            <a:chOff x="1271925" y="2571750"/>
            <a:chExt cx="1944600" cy="1569600"/>
          </a:xfrm>
        </p:grpSpPr>
        <p:sp>
          <p:nvSpPr>
            <p:cNvPr id="608" name="Google Shape;608;p76"/>
            <p:cNvSpPr/>
            <p:nvPr/>
          </p:nvSpPr>
          <p:spPr>
            <a:xfrm flipH="1">
              <a:off x="1271925" y="2571750"/>
              <a:ext cx="1944600" cy="1569600"/>
            </a:xfrm>
            <a:prstGeom prst="round2DiagRect">
              <a:avLst>
                <a:gd name="adj1" fmla="val 0"/>
                <a:gd name="adj2" fmla="val 17764"/>
              </a:avLst>
            </a:prstGeom>
            <a:solidFill>
              <a:srgbClr val="0D5CD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latin typeface="Open Sans"/>
                <a:ea typeface="Open Sans"/>
                <a:cs typeface="Open Sans"/>
                <a:sym typeface="Open Sans"/>
              </a:endParaRPr>
            </a:p>
          </p:txBody>
        </p:sp>
        <p:sp>
          <p:nvSpPr>
            <p:cNvPr id="609" name="Google Shape;609;p76"/>
            <p:cNvSpPr txBox="1"/>
            <p:nvPr/>
          </p:nvSpPr>
          <p:spPr>
            <a:xfrm>
              <a:off x="1496688" y="2814260"/>
              <a:ext cx="1451700" cy="4599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500" b="1">
                  <a:solidFill>
                    <a:schemeClr val="lt1"/>
                  </a:solidFill>
                  <a:latin typeface="Montserrat"/>
                  <a:ea typeface="Montserrat"/>
                  <a:cs typeface="Montserrat"/>
                  <a:sym typeface="Montserrat"/>
                </a:rPr>
                <a:t>TITLE</a:t>
              </a:r>
              <a:endParaRPr sz="1500">
                <a:solidFill>
                  <a:srgbClr val="FFFFFF"/>
                </a:solidFill>
                <a:latin typeface="Montserrat"/>
                <a:ea typeface="Montserrat"/>
                <a:cs typeface="Montserrat"/>
                <a:sym typeface="Montserrat"/>
              </a:endParaRPr>
            </a:p>
          </p:txBody>
        </p:sp>
        <p:sp>
          <p:nvSpPr>
            <p:cNvPr id="610" name="Google Shape;610;p76"/>
            <p:cNvSpPr txBox="1"/>
            <p:nvPr/>
          </p:nvSpPr>
          <p:spPr>
            <a:xfrm>
              <a:off x="1496688" y="3274227"/>
              <a:ext cx="1451700" cy="5124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2100"/>
                </a:spcAft>
                <a:buNone/>
              </a:pPr>
              <a:r>
                <a:rPr lang="en-US" sz="1100">
                  <a:solidFill>
                    <a:srgbClr val="FFFFFF"/>
                  </a:solidFill>
                  <a:latin typeface="Open Sans"/>
                  <a:ea typeface="Open Sans"/>
                  <a:cs typeface="Open Sans"/>
                  <a:sym typeface="Open Sans"/>
                </a:rPr>
                <a:t>Lorem ipsum dolor sit amet, consectetur adipiscing elit, sed do eiusmod tempor.</a:t>
              </a:r>
              <a:endParaRPr sz="1100">
                <a:solidFill>
                  <a:srgbClr val="FFFFFF"/>
                </a:solidFill>
                <a:latin typeface="Open Sans"/>
                <a:ea typeface="Open Sans"/>
                <a:cs typeface="Open Sans"/>
                <a:sym typeface="Open Sans"/>
              </a:endParaRPr>
            </a:p>
          </p:txBody>
        </p:sp>
      </p:grpSp>
      <p:grpSp>
        <p:nvGrpSpPr>
          <p:cNvPr id="611" name="Google Shape;611;p76"/>
          <p:cNvGrpSpPr/>
          <p:nvPr/>
        </p:nvGrpSpPr>
        <p:grpSpPr>
          <a:xfrm>
            <a:off x="6092823" y="3876639"/>
            <a:ext cx="2592735" cy="2092748"/>
            <a:chOff x="3216519" y="2571750"/>
            <a:chExt cx="1944600" cy="1569600"/>
          </a:xfrm>
        </p:grpSpPr>
        <p:sp>
          <p:nvSpPr>
            <p:cNvPr id="612" name="Google Shape;612;p76"/>
            <p:cNvSpPr/>
            <p:nvPr/>
          </p:nvSpPr>
          <p:spPr>
            <a:xfrm rot="10800000">
              <a:off x="3216519" y="2571750"/>
              <a:ext cx="1944600" cy="1569600"/>
            </a:xfrm>
            <a:prstGeom prst="round2DiagRect">
              <a:avLst>
                <a:gd name="adj1" fmla="val 0"/>
                <a:gd name="adj2" fmla="val 17764"/>
              </a:avLst>
            </a:prstGeom>
            <a:solidFill>
              <a:srgbClr val="307A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latin typeface="Open Sans"/>
                <a:ea typeface="Open Sans"/>
                <a:cs typeface="Open Sans"/>
                <a:sym typeface="Open Sans"/>
              </a:endParaRPr>
            </a:p>
          </p:txBody>
        </p:sp>
        <p:sp>
          <p:nvSpPr>
            <p:cNvPr id="613" name="Google Shape;613;p76"/>
            <p:cNvSpPr txBox="1"/>
            <p:nvPr/>
          </p:nvSpPr>
          <p:spPr>
            <a:xfrm>
              <a:off x="3461163" y="2814260"/>
              <a:ext cx="1451700" cy="4599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500" b="1">
                  <a:solidFill>
                    <a:schemeClr val="lt1"/>
                  </a:solidFill>
                  <a:latin typeface="Open Sans"/>
                  <a:ea typeface="Open Sans"/>
                  <a:cs typeface="Open Sans"/>
                  <a:sym typeface="Open Sans"/>
                </a:rPr>
                <a:t>TITLE</a:t>
              </a:r>
              <a:endParaRPr sz="1500">
                <a:solidFill>
                  <a:srgbClr val="FFFFFF"/>
                </a:solidFill>
                <a:latin typeface="Open Sans"/>
                <a:ea typeface="Open Sans"/>
                <a:cs typeface="Open Sans"/>
                <a:sym typeface="Open Sans"/>
              </a:endParaRPr>
            </a:p>
          </p:txBody>
        </p:sp>
        <p:sp>
          <p:nvSpPr>
            <p:cNvPr id="614" name="Google Shape;614;p76"/>
            <p:cNvSpPr txBox="1"/>
            <p:nvPr/>
          </p:nvSpPr>
          <p:spPr>
            <a:xfrm>
              <a:off x="3461163" y="3274227"/>
              <a:ext cx="1451700" cy="5124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2100"/>
                </a:spcAft>
                <a:buNone/>
              </a:pPr>
              <a:r>
                <a:rPr lang="en-US" sz="1100">
                  <a:solidFill>
                    <a:srgbClr val="FFFFFF"/>
                  </a:solidFill>
                  <a:latin typeface="Open Sans"/>
                  <a:ea typeface="Open Sans"/>
                  <a:cs typeface="Open Sans"/>
                  <a:sym typeface="Open Sans"/>
                </a:rPr>
                <a:t>Lorem ipsum dolor sit amet, consectetur adipiscing elit, sed do eiusmod tempor.</a:t>
              </a:r>
              <a:endParaRPr sz="1100">
                <a:solidFill>
                  <a:srgbClr val="FFFFFF"/>
                </a:solidFill>
                <a:latin typeface="Open Sans"/>
                <a:ea typeface="Open Sans"/>
                <a:cs typeface="Open Sans"/>
                <a:sym typeface="Open Sans"/>
              </a:endParaRPr>
            </a:p>
          </p:txBody>
        </p:sp>
      </p:grpSp>
      <p:grpSp>
        <p:nvGrpSpPr>
          <p:cNvPr id="615" name="Google Shape;615;p76"/>
          <p:cNvGrpSpPr/>
          <p:nvPr/>
        </p:nvGrpSpPr>
        <p:grpSpPr>
          <a:xfrm>
            <a:off x="5875634" y="3668764"/>
            <a:ext cx="445516" cy="445422"/>
            <a:chOff x="3157188" y="909150"/>
            <a:chExt cx="470400" cy="470400"/>
          </a:xfrm>
        </p:grpSpPr>
        <p:sp>
          <p:nvSpPr>
            <p:cNvPr id="616" name="Google Shape;616;p76"/>
            <p:cNvSpPr/>
            <p:nvPr/>
          </p:nvSpPr>
          <p:spPr>
            <a:xfrm>
              <a:off x="3157188" y="909150"/>
              <a:ext cx="470400" cy="470400"/>
            </a:xfrm>
            <a:prstGeom prst="ellipse">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latin typeface="Open Sans"/>
                <a:ea typeface="Open Sans"/>
                <a:cs typeface="Open Sans"/>
                <a:sym typeface="Open Sans"/>
              </a:endParaRPr>
            </a:p>
          </p:txBody>
        </p:sp>
        <p:sp>
          <p:nvSpPr>
            <p:cNvPr id="617" name="Google Shape;617;p76"/>
            <p:cNvSpPr/>
            <p:nvPr/>
          </p:nvSpPr>
          <p:spPr>
            <a:xfrm>
              <a:off x="3243138" y="995100"/>
              <a:ext cx="298500" cy="298500"/>
            </a:xfrm>
            <a:prstGeom prst="mathPlus">
              <a:avLst>
                <a:gd name="adj1" fmla="val 9900"/>
              </a:avLst>
            </a:prstGeom>
            <a:solidFill>
              <a:srgbClr val="0D5CD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latin typeface="Open Sans"/>
                <a:ea typeface="Open Sans"/>
                <a:cs typeface="Open Sans"/>
                <a:sym typeface="Open Sans"/>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77"/>
          <p:cNvSpPr txBox="1">
            <a:spLocks noGrp="1"/>
          </p:cNvSpPr>
          <p:nvPr>
            <p:ph type="ctrTitle"/>
          </p:nvPr>
        </p:nvSpPr>
        <p:spPr>
          <a:xfrm>
            <a:off x="467375" y="2283775"/>
            <a:ext cx="11360700" cy="22323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a:solidFill>
                  <a:schemeClr val="accent1"/>
                </a:solidFill>
                <a:latin typeface="Montserrat"/>
                <a:ea typeface="Montserrat"/>
                <a:cs typeface="Montserrat"/>
                <a:sym typeface="Montserrat"/>
              </a:rPr>
              <a:t>THANK YOU</a:t>
            </a:r>
            <a:endParaRPr>
              <a:solidFill>
                <a:schemeClr val="accent1"/>
              </a:solidFill>
              <a:latin typeface="Montserrat"/>
              <a:ea typeface="Montserrat"/>
              <a:cs typeface="Montserrat"/>
              <a:sym typeface="Montserrat"/>
            </a:endParaRPr>
          </a:p>
        </p:txBody>
      </p:sp>
      <p:pic>
        <p:nvPicPr>
          <p:cNvPr id="623" name="Google Shape;623;p77"/>
          <p:cNvPicPr preferRelativeResize="0"/>
          <p:nvPr/>
        </p:nvPicPr>
        <p:blipFill>
          <a:blip r:embed="rId3">
            <a:alphaModFix/>
          </a:blip>
          <a:stretch>
            <a:fillRect/>
          </a:stretch>
        </p:blipFill>
        <p:spPr>
          <a:xfrm>
            <a:off x="8869302" y="553902"/>
            <a:ext cx="2744980" cy="663474"/>
          </a:xfrm>
          <a:prstGeom prst="rect">
            <a:avLst/>
          </a:prstGeom>
          <a:noFill/>
          <a:ln>
            <a:noFill/>
          </a:ln>
        </p:spPr>
      </p:pic>
      <p:sp>
        <p:nvSpPr>
          <p:cNvPr id="624" name="Google Shape;624;p77"/>
          <p:cNvSpPr txBox="1"/>
          <p:nvPr/>
        </p:nvSpPr>
        <p:spPr>
          <a:xfrm>
            <a:off x="11827719" y="6538612"/>
            <a:ext cx="364200" cy="36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800">
                <a:solidFill>
                  <a:schemeClr val="lt1"/>
                </a:solidFill>
                <a:latin typeface="Avenir"/>
                <a:ea typeface="Avenir"/>
                <a:cs typeface="Avenir"/>
                <a:sym typeface="Avenir"/>
              </a:rPr>
              <a:t>34</a:t>
            </a:fld>
            <a:endParaRPr sz="800">
              <a:solidFill>
                <a:schemeClr val="lt1"/>
              </a:solidFill>
              <a:latin typeface="Avenir"/>
              <a:ea typeface="Avenir"/>
              <a:cs typeface="Avenir"/>
              <a:sym typeface="Aveni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77"/>
          <p:cNvSpPr txBox="1">
            <a:spLocks noGrp="1"/>
          </p:cNvSpPr>
          <p:nvPr>
            <p:ph type="ctrTitle"/>
          </p:nvPr>
        </p:nvSpPr>
        <p:spPr>
          <a:xfrm>
            <a:off x="467019" y="2117980"/>
            <a:ext cx="11360700" cy="22323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None/>
            </a:pPr>
            <a:r>
              <a:rPr lang="en-US" sz="4400">
                <a:solidFill>
                  <a:schemeClr val="accent1"/>
                </a:solidFill>
                <a:latin typeface="Montserrat"/>
                <a:ea typeface="Montserrat"/>
                <a:cs typeface="Montserrat"/>
                <a:sym typeface="Montserrat"/>
              </a:rPr>
              <a:t>Thank you. </a:t>
            </a:r>
            <a:endParaRPr sz="4400">
              <a:solidFill>
                <a:schemeClr val="accent1"/>
              </a:solidFill>
              <a:latin typeface="Montserrat"/>
              <a:ea typeface="Montserrat"/>
              <a:cs typeface="Montserrat"/>
              <a:sym typeface="Montserrat"/>
            </a:endParaRPr>
          </a:p>
        </p:txBody>
      </p:sp>
      <p:pic>
        <p:nvPicPr>
          <p:cNvPr id="623" name="Google Shape;623;p77"/>
          <p:cNvPicPr preferRelativeResize="0"/>
          <p:nvPr/>
        </p:nvPicPr>
        <p:blipFill>
          <a:blip r:embed="rId3">
            <a:alphaModFix/>
          </a:blip>
          <a:stretch>
            <a:fillRect/>
          </a:stretch>
        </p:blipFill>
        <p:spPr>
          <a:xfrm>
            <a:off x="594731" y="538912"/>
            <a:ext cx="2744980" cy="663474"/>
          </a:xfrm>
          <a:prstGeom prst="rect">
            <a:avLst/>
          </a:prstGeom>
          <a:noFill/>
          <a:ln>
            <a:noFill/>
          </a:ln>
        </p:spPr>
      </p:pic>
      <p:sp>
        <p:nvSpPr>
          <p:cNvPr id="2" name="Google Shape;105;p35">
            <a:extLst>
              <a:ext uri="{FF2B5EF4-FFF2-40B4-BE49-F238E27FC236}">
                <a16:creationId xmlns:a16="http://schemas.microsoft.com/office/drawing/2014/main" id="{3E849AD3-9306-D64C-761F-6BF591C04631}"/>
              </a:ext>
            </a:extLst>
          </p:cNvPr>
          <p:cNvSpPr txBox="1">
            <a:spLocks noGrp="1"/>
          </p:cNvSpPr>
          <p:nvPr>
            <p:ph type="subTitle" idx="1"/>
          </p:nvPr>
        </p:nvSpPr>
        <p:spPr>
          <a:xfrm>
            <a:off x="415650" y="3761661"/>
            <a:ext cx="11360700" cy="10569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US" sz="2200" dirty="0">
                <a:latin typeface="Open Sans"/>
                <a:ea typeface="Open Sans"/>
                <a:cs typeface="Open Sans"/>
                <a:sym typeface="Open Sans"/>
                <a:hlinkClick r:id="rId4"/>
              </a:rPr>
              <a:t>name@nomissolutions.com</a:t>
            </a:r>
            <a:r>
              <a:rPr lang="en-US" sz="2200" dirty="0">
                <a:latin typeface="Open Sans"/>
                <a:ea typeface="Open Sans"/>
                <a:cs typeface="Open Sans"/>
                <a:sym typeface="Open Sans"/>
              </a:rPr>
              <a:t> </a:t>
            </a:r>
            <a:endParaRPr sz="2200" dirty="0">
              <a:latin typeface="Open Sans"/>
              <a:ea typeface="Open Sans"/>
              <a:cs typeface="Open Sans"/>
              <a:sym typeface="Open Sans"/>
            </a:endParaRPr>
          </a:p>
        </p:txBody>
      </p:sp>
      <p:sp>
        <p:nvSpPr>
          <p:cNvPr id="3" name="Google Shape;449;p60">
            <a:extLst>
              <a:ext uri="{FF2B5EF4-FFF2-40B4-BE49-F238E27FC236}">
                <a16:creationId xmlns:a16="http://schemas.microsoft.com/office/drawing/2014/main" id="{677BE90C-E40F-1CF1-6C42-81E1FE3DBC60}"/>
              </a:ext>
            </a:extLst>
          </p:cNvPr>
          <p:cNvSpPr txBox="1"/>
          <p:nvPr/>
        </p:nvSpPr>
        <p:spPr>
          <a:xfrm>
            <a:off x="6375300" y="6573142"/>
            <a:ext cx="5816700" cy="365700"/>
          </a:xfrm>
          <a:prstGeom prst="rect">
            <a:avLst/>
          </a:prstGeom>
          <a:noFill/>
          <a:ln>
            <a:noFill/>
          </a:ln>
        </p:spPr>
        <p:txBody>
          <a:bodyPr spcFirstLastPara="1" wrap="square" lIns="91425" tIns="45700" rIns="91425" bIns="4570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FFFFFF"/>
                </a:solidFill>
                <a:effectLst/>
                <a:uLnTx/>
                <a:uFillTx/>
                <a:latin typeface="Open Sans"/>
                <a:ea typeface="Open Sans"/>
                <a:cs typeface="Open Sans"/>
                <a:sym typeface="Open Sans"/>
              </a:rPr>
              <a:t>Copyright © Nomis Solutions, Inc. All rights reserved.</a:t>
            </a:r>
            <a:endParaRPr kumimoji="0" sz="14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2002002057"/>
      </p:ext>
    </p:extLst>
  </p:cSld>
  <p:clrMapOvr>
    <a:masterClrMapping/>
  </p:clrMapOvr>
</p:sld>
</file>

<file path=ppt/theme/theme1.xml><?xml version="1.0" encoding="utf-8"?>
<a:theme xmlns:a="http://schemas.openxmlformats.org/drawingml/2006/main" name="Nomis Template">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f8ae908-9d89-4ca0-85fe-a4b3339f6b2c">
      <Terms xmlns="http://schemas.microsoft.com/office/infopath/2007/PartnerControls"/>
    </lcf76f155ced4ddcb4097134ff3c332f>
    <TaxCatchAll xmlns="1a0a5d9f-f38b-448a-95cc-38d56e3c9aaf" xsi:nil="true"/>
    <SharedWithUsers xmlns="1a0a5d9f-f38b-448a-95cc-38d56e3c9aaf">
      <UserInfo>
        <DisplayName>Dan Mercurio</DisplayName>
        <AccountId>127</AccountId>
        <AccountType/>
      </UserInfo>
      <UserInfo>
        <DisplayName>Brooke Clark</DisplayName>
        <AccountId>6</AccountId>
        <AccountType/>
      </UserInfo>
      <UserInfo>
        <DisplayName>Greg Demas</DisplayName>
        <AccountId>15</AccountId>
        <AccountType/>
      </UserInfo>
      <UserInfo>
        <DisplayName>Angela Bidos</DisplayName>
        <AccountId>64</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15F4064CB4DFB449EF56AD67C7437B2" ma:contentTypeVersion="14" ma:contentTypeDescription="Create a new document." ma:contentTypeScope="" ma:versionID="cc9d70ca8f000318a1091ac600360bb4">
  <xsd:schema xmlns:xsd="http://www.w3.org/2001/XMLSchema" xmlns:xs="http://www.w3.org/2001/XMLSchema" xmlns:p="http://schemas.microsoft.com/office/2006/metadata/properties" xmlns:ns2="1a0a5d9f-f38b-448a-95cc-38d56e3c9aaf" xmlns:ns3="9f8ae908-9d89-4ca0-85fe-a4b3339f6b2c" targetNamespace="http://schemas.microsoft.com/office/2006/metadata/properties" ma:root="true" ma:fieldsID="15ff672e4daeff6634c6541a2b7067ef" ns2:_="" ns3:_="">
    <xsd:import namespace="1a0a5d9f-f38b-448a-95cc-38d56e3c9aaf"/>
    <xsd:import namespace="9f8ae908-9d89-4ca0-85fe-a4b3339f6b2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LengthInSecond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0a5d9f-f38b-448a-95cc-38d56e3c9aa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c8c0eaa8-3ac7-4564-acaa-337206e9ab5c}" ma:internalName="TaxCatchAll" ma:showField="CatchAllData" ma:web="1a0a5d9f-f38b-448a-95cc-38d56e3c9aa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f8ae908-9d89-4ca0-85fe-a4b3339f6b2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ed80a9c-a0eb-4197-8763-d512275aed7d"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3EE1A7F-BD39-4AF4-8762-0F5B9AC3D83E}">
  <ds:schemaRefs>
    <ds:schemaRef ds:uri="http://schemas.microsoft.com/office/2006/documentManagement/types"/>
    <ds:schemaRef ds:uri="9f8ae908-9d89-4ca0-85fe-a4b3339f6b2c"/>
    <ds:schemaRef ds:uri="http://purl.org/dc/dcmitype/"/>
    <ds:schemaRef ds:uri="http://schemas.openxmlformats.org/package/2006/metadata/core-properties"/>
    <ds:schemaRef ds:uri="http://purl.org/dc/terms/"/>
    <ds:schemaRef ds:uri="http://www.w3.org/XML/1998/namespace"/>
    <ds:schemaRef ds:uri="http://purl.org/dc/elements/1.1/"/>
    <ds:schemaRef ds:uri="http://schemas.microsoft.com/office/2006/metadata/properties"/>
    <ds:schemaRef ds:uri="http://schemas.microsoft.com/office/infopath/2007/PartnerControls"/>
    <ds:schemaRef ds:uri="1a0a5d9f-f38b-448a-95cc-38d56e3c9aaf"/>
  </ds:schemaRefs>
</ds:datastoreItem>
</file>

<file path=customXml/itemProps2.xml><?xml version="1.0" encoding="utf-8"?>
<ds:datastoreItem xmlns:ds="http://schemas.openxmlformats.org/officeDocument/2006/customXml" ds:itemID="{C752A08C-2E4A-4EF8-B74B-A5CA4759C7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0a5d9f-f38b-448a-95cc-38d56e3c9aaf"/>
    <ds:schemaRef ds:uri="9f8ae908-9d89-4ca0-85fe-a4b3339f6b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720D90B-8CBD-4819-B9C7-305A4A8DDD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1986</TotalTime>
  <Words>3160</Words>
  <Application>Microsoft Macintosh PowerPoint</Application>
  <PresentationFormat>Widescreen</PresentationFormat>
  <Paragraphs>302</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Avenir</vt:lpstr>
      <vt:lpstr>Calibri</vt:lpstr>
      <vt:lpstr>Montserrat</vt:lpstr>
      <vt:lpstr>Montserrat SemiBold</vt:lpstr>
      <vt:lpstr>Open Sans</vt:lpstr>
      <vt:lpstr>Open Sans SemiBold</vt:lpstr>
      <vt:lpstr>Nomis Template</vt:lpstr>
      <vt:lpstr>PRESENTATION TITLE (MONTSERRAT BOLD 48)</vt:lpstr>
      <vt:lpstr>PRESENTATION TITLE</vt:lpstr>
      <vt:lpstr>PRESENTATION TITLE (MONTSERRAT BOLD 48)</vt:lpstr>
      <vt:lpstr>PRESENTATION TITLE</vt:lpstr>
      <vt:lpstr>PRESENTATION TITLE</vt:lpstr>
      <vt:lpstr>PRESENTATION TITLE</vt:lpstr>
      <vt:lpstr>AGENDA</vt:lpstr>
      <vt:lpstr>OUR MISSION</vt:lpstr>
      <vt:lpstr>DEMO</vt:lpstr>
      <vt:lpstr>SECTION DIVIDER</vt:lpstr>
      <vt:lpstr>TITLE</vt:lpstr>
      <vt:lpstr>TITLE</vt:lpstr>
      <vt:lpstr>TITLE</vt:lpstr>
      <vt:lpstr>TITLE</vt:lpstr>
      <vt:lpstr>TITLE</vt:lpstr>
      <vt:lpstr>ADD AN INFORMATIVE TITLE</vt:lpstr>
      <vt:lpstr>ADD AN INFORMATIVE TITLE</vt:lpstr>
      <vt:lpstr>ADD AN INFORMATIVE TITLE</vt:lpstr>
      <vt:lpstr>ADD AN INFORMATIVE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TITLE</vt:lpstr>
      <vt:lpstr>PowerPoint Presentation</vt:lpstr>
      <vt:lpstr>PowerPoint Presentation</vt:lpstr>
      <vt:lpstr>PowerPoint Presentation</vt:lpstr>
      <vt:lpstr>THANK YOU</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(MONTSERRAT BOLD 48)</dc:title>
  <cp:lastModifiedBy>Obuliraj Selvaraj</cp:lastModifiedBy>
  <cp:revision>6</cp:revision>
  <dcterms:modified xsi:type="dcterms:W3CDTF">2025-10-24T06:23:07Z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0x010100515F4064CB4DFB449EF56AD67C7437B2</vt:lpwstr>
  </property>
  <property fmtid="{D5CDD505-2E9C-101B-9397-08002B2CF9AE}" pid="3" name="MediaServiceImageTags">
    <vt:lpwstr/>
  </property>
</Properties>
</file>