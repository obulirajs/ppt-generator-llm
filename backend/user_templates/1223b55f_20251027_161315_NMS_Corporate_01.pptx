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83" r:id="rId3"/>
    <p:sldId id="33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02"/>
    <p:restoredTop sz="94703"/>
  </p:normalViewPr>
  <p:slideViewPr>
    <p:cSldViewPr snapToGrid="0">
      <p:cViewPr varScale="1">
        <p:scale>
          <a:sx n="77" d="100"/>
          <a:sy n="77" d="100"/>
        </p:scale>
        <p:origin x="192" y="1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264720-E5E6-794A-95F6-A8F14558D990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86DFB-B2D3-A24B-852E-CF5A660E9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5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f307dbfddd_0_10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f307dbfddd_0_10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f4c1079d55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f4c1079d55_0_2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g1f4c1079d55_0_2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1f307dbfddd_0_9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1f307dbfddd_0_9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4494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DD05-9FD8-8FA8-E279-D14BD3508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1CA60-36AC-2F6A-214D-852026D30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3EAE6-FB51-C25B-75EC-D4E28D87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4B909-BE88-FA23-D6AE-2022CB69C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FD766-E77B-3BF9-4C6C-73E4D31B7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76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01D70-CC4C-616D-71F0-147AE885D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EEC06-1759-C323-ED74-FBD0B4D3E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8305F-491B-260C-3312-CCF4386B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4E825-EB33-AFC1-E506-BCCD2A242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68BC4-3CA1-E2EF-73AF-0F61FA51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DD82-3765-9A88-0C05-2B734BDE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4B21D-FF37-009B-3F7F-EF34C1D6D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6D966-7B61-C4AE-85CF-951E53BB5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C5789-351C-ECAC-35A5-0F3CB8CD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3AAE5-9F17-CF1E-D091-EA290ACE2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3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30B53-3463-A68E-BF44-2DCF23434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4594C-CE3C-DE8E-CDA7-61F77C881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278E2-EF96-91B2-B441-D9E7D210F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20BCA-9997-228F-9865-7A8465474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49B20-9D45-C38F-5F90-37A6AB87F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C2170-7B0B-7A1A-58B1-2AD5C622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90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2E450-0CCB-70DE-C3A7-9C31B51DB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982E7-335B-1C3F-C1E1-CEDC7FF65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4885A-A108-09B0-FEF0-9261CDE94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44FA7A-1A3E-9027-677A-34E064B78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660787-2BE6-E2DC-E747-CFC679334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90B847-A188-08B2-9B1C-D4DBA1A9F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237CDF-2764-316F-2A48-9E9B83D84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6FEDB-DE05-FE5F-AC1E-522003B8E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14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EDB5-B21F-3FB6-FC5F-314DD952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037ECE-6A51-50ED-9B40-FC5A69675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F79474-0A18-2AF8-1F75-7FABF193D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B3FA1-DF52-7594-EB26-F144C3C7A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25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205D3-AC75-7A14-F3E9-F4700BEA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857535-BC11-4C95-9399-5AC8A3814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77A57-74DF-DB4B-88C8-6F55FCC2B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25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BC9C-F492-CE04-ED22-A4D7A93F6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276E5-BF89-760E-ADD2-B139EAD82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298124-4D6B-2A20-D82E-4F28D67FE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24050-1B0D-8D4F-0009-C32456F4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15CCD-1EC5-5F1B-5588-CDDAA5B99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E429F-2233-DC90-448F-847BBFE6D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3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5EB12-A002-0E6C-1F56-36903318F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9ACB0-BEFE-7605-F98F-C0B140724B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6F643-6D87-89C9-218F-B4AB609E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EDBF5-C562-D7A6-A07A-58DFE80C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A197C-00B7-CF8A-A72B-62530C332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1B7E5-4080-3D31-EA6B-CFEF0D6BB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1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4055F-3886-3D67-3153-FC7F21606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BFDA9-21C0-83CB-0EC6-669394AD3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0B640-0691-6046-5CDB-52C6399F3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18D5E-CD4F-F9F7-00C4-3A21291D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82C9E-A716-1FDF-251C-8E70AB2E5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01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62A75A-D3A6-8555-B6E5-84E892BEE4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69FF8-BCBE-D0EB-C191-B2C80CC4E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FFD60-283E-7511-B2C8-6F0594EF3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8D49E-56E8-5D28-0C34-8E3005701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87959-3F4B-BF0A-1FBD-2C9C54B0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68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 1">
  <p:cSld name="Title slide 1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415600" y="2480500"/>
            <a:ext cx="11360700" cy="22323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A7AF5"/>
              </a:buClr>
              <a:buSzPts val="4800"/>
              <a:buNone/>
              <a:defRPr sz="4800" b="1">
                <a:solidFill>
                  <a:srgbClr val="0A7AF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A7AF5"/>
              </a:buClr>
              <a:buSzPts val="4800"/>
              <a:buNone/>
              <a:defRPr sz="4800" b="1">
                <a:solidFill>
                  <a:srgbClr val="0A7AF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A7AF5"/>
              </a:buClr>
              <a:buSzPts val="4800"/>
              <a:buNone/>
              <a:defRPr sz="4800" b="1">
                <a:solidFill>
                  <a:srgbClr val="0A7AF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A7AF5"/>
              </a:buClr>
              <a:buSzPts val="4800"/>
              <a:buNone/>
              <a:defRPr sz="4800" b="1">
                <a:solidFill>
                  <a:srgbClr val="0A7AF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A7AF5"/>
              </a:buClr>
              <a:buSzPts val="4800"/>
              <a:buNone/>
              <a:defRPr sz="4800" b="1">
                <a:solidFill>
                  <a:srgbClr val="0A7AF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A7AF5"/>
              </a:buClr>
              <a:buSzPts val="4800"/>
              <a:buNone/>
              <a:defRPr sz="4800" b="1">
                <a:solidFill>
                  <a:srgbClr val="0A7AF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A7AF5"/>
              </a:buClr>
              <a:buSzPts val="4800"/>
              <a:buNone/>
              <a:defRPr sz="4800" b="1">
                <a:solidFill>
                  <a:srgbClr val="0A7AF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A7AF5"/>
              </a:buClr>
              <a:buSzPts val="4800"/>
              <a:buNone/>
              <a:defRPr sz="4800" b="1">
                <a:solidFill>
                  <a:srgbClr val="0A7AF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A7AF5"/>
              </a:buClr>
              <a:buSzPts val="4800"/>
              <a:buNone/>
              <a:defRPr sz="4800" b="1">
                <a:solidFill>
                  <a:srgbClr val="0A7AF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415600" y="4762267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070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 slide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415600" y="2480500"/>
            <a:ext cx="11360700" cy="22323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0"/>
              <a:buNone/>
              <a:defRPr sz="69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415600" y="4762267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 sz="3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3130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5">
  <p:cSld name="Background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625" y="6233985"/>
            <a:ext cx="1769975" cy="427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265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3D7490-E08F-AE73-5466-6976534A8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41BF0-06A4-7694-51BF-F7B29A8FD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DAE82-ED01-F161-6772-CA7E921D5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DF8B04-A395-7E49-908D-CABFB78912D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FA207-413D-CF72-1FAA-997A13C22F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8B39E-21DF-E25B-8FD8-31DBF24C3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60C22B-5ABB-A048-AEA6-BF219F23D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741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hyperlink" Target="mailto:name@nomissolution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5"/>
          <p:cNvSpPr txBox="1">
            <a:spLocks noGrp="1"/>
          </p:cNvSpPr>
          <p:nvPr>
            <p:ph type="ctrTitle"/>
          </p:nvPr>
        </p:nvSpPr>
        <p:spPr>
          <a:xfrm>
            <a:off x="415600" y="2480500"/>
            <a:ext cx="11360700" cy="22323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PRESENTATION TITLE (MONTSERRAT BOLD 48)</a:t>
            </a:r>
            <a:endParaRPr dirty="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35"/>
          <p:cNvSpPr txBox="1">
            <a:spLocks noGrp="1"/>
          </p:cNvSpPr>
          <p:nvPr>
            <p:ph type="subTitle" idx="1"/>
          </p:nvPr>
        </p:nvSpPr>
        <p:spPr>
          <a:xfrm>
            <a:off x="415600" y="4762267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Open Sans"/>
                <a:ea typeface="Open Sans"/>
                <a:cs typeface="Open Sans"/>
                <a:sym typeface="Open Sans"/>
              </a:rPr>
              <a:t>Month XX, 202X (Open Sans 24)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" name="Picture 2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B983A266-3D6C-934F-FA9B-0694761B8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913" y="1318479"/>
            <a:ext cx="2744175" cy="658602"/>
          </a:xfrm>
          <a:prstGeom prst="rect">
            <a:avLst/>
          </a:prstGeom>
        </p:spPr>
      </p:pic>
      <p:pic>
        <p:nvPicPr>
          <p:cNvPr id="5" name="Google Shape;623;p77">
            <a:extLst>
              <a:ext uri="{FF2B5EF4-FFF2-40B4-BE49-F238E27FC236}">
                <a16:creationId xmlns:a16="http://schemas.microsoft.com/office/drawing/2014/main" id="{0C1B8987-27EF-DC86-1C1D-832A3854D620}"/>
              </a:ext>
            </a:extLst>
          </p:cNvPr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723913" y="1301302"/>
            <a:ext cx="2744980" cy="6634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2"/>
          <p:cNvSpPr txBox="1">
            <a:spLocks noGrp="1"/>
          </p:cNvSpPr>
          <p:nvPr>
            <p:ph type="body" idx="4294967295"/>
          </p:nvPr>
        </p:nvSpPr>
        <p:spPr>
          <a:xfrm>
            <a:off x="501700" y="249900"/>
            <a:ext cx="115929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4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ADD AN INFORMATIVE TITLE</a:t>
            </a:r>
            <a:endParaRPr lang="en-US"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62"/>
          <p:cNvSpPr txBox="1"/>
          <p:nvPr/>
        </p:nvSpPr>
        <p:spPr>
          <a:xfrm>
            <a:off x="11827719" y="6538612"/>
            <a:ext cx="364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fld>
            <a:endParaRPr sz="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64" name="Google Shape;464;p62"/>
          <p:cNvSpPr txBox="1"/>
          <p:nvPr/>
        </p:nvSpPr>
        <p:spPr>
          <a:xfrm>
            <a:off x="734700" y="1447698"/>
            <a:ext cx="10722600" cy="2805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1"/>
                </a:solidFill>
                <a:latin typeface="Montserrat"/>
                <a:sym typeface="Montserrat SemiBold"/>
              </a:rPr>
              <a:t>KEY</a:t>
            </a:r>
            <a:r>
              <a:rPr lang="en-US" dirty="0">
                <a:solidFill>
                  <a:srgbClr val="0979F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Montserrat"/>
                <a:sym typeface="Montserrat SemiBold"/>
              </a:rPr>
              <a:t>POINT</a:t>
            </a:r>
            <a:r>
              <a:rPr lang="en-US" dirty="0">
                <a:solidFill>
                  <a:srgbClr val="0979F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dirty="0">
              <a:solidFill>
                <a:srgbClr val="3F3F3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marR="0" lvl="0" indent="-241300" algn="l" rtl="0"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"/>
              <a:buFont typeface="Open Sans"/>
              <a:buChar char="●"/>
            </a:pPr>
            <a:endParaRPr sz="200" b="1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</a:pP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sed do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457200" marR="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</a:pP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Lorem ipsum dolor sit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sed do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.</a:t>
            </a:r>
          </a:p>
          <a:p>
            <a:pPr marL="457200" marR="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</a:pP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labore et dolore magna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aliqua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 Ut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enim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ad minim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veniam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quis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nostrud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exercitation. Lorem.</a:t>
            </a:r>
          </a:p>
          <a:p>
            <a:pPr marL="457200" marR="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</a:pP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ipsum dolor sit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sed do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labore .</a:t>
            </a:r>
          </a:p>
          <a:p>
            <a:pPr marL="457200" marR="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</a:pP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et dolore magna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aliqua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 Ut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enim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ad minim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veniam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quis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nostrud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exercitation. </a:t>
            </a:r>
            <a:endParaRPr sz="14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</a:pP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sed do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labore et dolore magna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aliqua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 Ut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enim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ad minim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veniam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quis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nostrud</a:t>
            </a:r>
            <a:r>
              <a:rPr lang="en-US" sz="1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exercitation. </a:t>
            </a:r>
            <a:endParaRPr sz="14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7"/>
          <p:cNvSpPr txBox="1">
            <a:spLocks noGrp="1"/>
          </p:cNvSpPr>
          <p:nvPr>
            <p:ph type="ctrTitle"/>
          </p:nvPr>
        </p:nvSpPr>
        <p:spPr>
          <a:xfrm>
            <a:off x="467019" y="2117980"/>
            <a:ext cx="11360700" cy="223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Thank you. </a:t>
            </a:r>
            <a:endParaRPr sz="4400" dirty="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3" name="Google Shape;62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731" y="538912"/>
            <a:ext cx="2744980" cy="6634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5;p35">
            <a:extLst>
              <a:ext uri="{FF2B5EF4-FFF2-40B4-BE49-F238E27FC236}">
                <a16:creationId xmlns:a16="http://schemas.microsoft.com/office/drawing/2014/main" id="{3E849AD3-9306-D64C-761F-6BF591C0463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5650" y="3761661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Open Sans"/>
                <a:ea typeface="Open Sans"/>
                <a:cs typeface="Open Sans"/>
                <a:sym typeface="Open Sans"/>
                <a:hlinkClick r:id="rId4"/>
              </a:rPr>
              <a:t>name@nomissolutions.com</a:t>
            </a:r>
            <a:r>
              <a:rPr lang="en-US" sz="22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22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449;p60">
            <a:extLst>
              <a:ext uri="{FF2B5EF4-FFF2-40B4-BE49-F238E27FC236}">
                <a16:creationId xmlns:a16="http://schemas.microsoft.com/office/drawing/2014/main" id="{677BE90C-E40F-1CF1-6C42-81E1FE3DBC60}"/>
              </a:ext>
            </a:extLst>
          </p:cNvPr>
          <p:cNvSpPr txBox="1"/>
          <p:nvPr/>
        </p:nvSpPr>
        <p:spPr>
          <a:xfrm>
            <a:off x="6375300" y="6573142"/>
            <a:ext cx="5816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Copyright © Nomis Solutions, Inc. All rights reserved.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02002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160</Words>
  <Application>Microsoft Macintosh PowerPoint</Application>
  <PresentationFormat>Widescreen</PresentationFormat>
  <Paragraphs>16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Avenir</vt:lpstr>
      <vt:lpstr>Montserrat</vt:lpstr>
      <vt:lpstr>Montserrat SemiBold</vt:lpstr>
      <vt:lpstr>Open Sans</vt:lpstr>
      <vt:lpstr>Office Theme</vt:lpstr>
      <vt:lpstr>PRESENTATION TITLE (MONTSERRAT BOLD 48)</vt:lpstr>
      <vt:lpstr>PowerPoint Presentation</vt:lpstr>
      <vt:lpstr>Thank you.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Obuliraj Selvaraj</dc:creator>
  <cp:lastModifiedBy>Obuliraj Selvaraj</cp:lastModifiedBy>
  <cp:revision>4</cp:revision>
  <dcterms:created xsi:type="dcterms:W3CDTF">2025-10-27T08:21:30Z</dcterms:created>
  <dcterms:modified xsi:type="dcterms:W3CDTF">2025-10-27T09:30:31Z</dcterms:modified>
</cp:coreProperties>
</file>