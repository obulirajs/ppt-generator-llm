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Nomis Incident Response and Breach Management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A Comprehensive Approach to Security and Risk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Establishes a framework for managing security incidents and breaches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Ensures compliance with relevant laws and regulations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Provides a structured approach to incident response and breach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II. Incident Response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Reporting of incidents to CISO or Senior Vice President of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Initial assessment and classification of the incident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Notification of affected parties and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III. Breach Response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Notification of breach to impacted parties and law enforcement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Drafting of breach notification letters and releases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Coordination with legal counsel for compliance and risk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IV. Testing and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Annual testing of incident response process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Bi-annual testing of breach response process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Review and revision of plan to ensure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V. 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CISO and Senior Vice President of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Security Team and Support, Communications/Marketing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Sales/Marketing and Operations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