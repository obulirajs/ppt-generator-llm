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Nomis Data Classification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Understanding Data Types and Security Protocols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Data Classification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Nomis classifies data into four categories based on sensitivity and usage.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Each category has specific handling rules and access controls.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Understanding these categories is essential for maintaining data integrity and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Confidential-Restricted Access (CRA)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Includes highly sensitive personal and proprietary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Examples: Personal data (ID, names, addresses), HR-specific data, legal documents, and technical designs.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Strict protection measures required; only HR and Legal teams may access without proper authorization.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Confidential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Data that, if disclosed, could harm Nomis or its customers.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Examples: Strategies, product plans, customer/supplier data, financial details.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Intended for internal use; unauthorized disclosure is prohibited.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Confidential - Internal Use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Proprietary information exclusive to Nomis employees.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Examples: Policies, procedures, training materials, company templates.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Access limited to employees; not to be shared externally or disseminated without authorization.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Public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Non-sensitive data that can be freely shared.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Examples: Marketing materials, website content, general company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No special handling required; can be accessed by anyone.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Data Handling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Refer to Appendices A in Data Management and User Management Plans for detailed guidelines.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Includes specific rules for data usage, access, and retention.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Adherence is mandatory for all employees.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Data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 unique passwords for each account with data access.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Verify data accuracy before taking action or sharing.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Only share data if necessary; question requests for sensitive data.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Ensure encryption when building or using systems.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Confirm recipient's identity and role before sharing data.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 secure methods for data destruction.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Data Don'ts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Never send CRA data via email, text, or messaging apps.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 not share Confidential data on websites or social media.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 not copy data to external devices without manager approval.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 not dispose of data before the retention period ends.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Never share passwords with anyone, including IT support.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 not provide data to third parties without manager's permission.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