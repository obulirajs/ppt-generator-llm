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NPO 6.6 Release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Introducing AI-Powered Insights for Analytics Dashboards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Release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Release Number: NPO 6.6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Release Date: September 30, 2025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Key Feature: AI-powered insight modules in analytics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AI-Enabled Insights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Seamless integration with analytics dashboards for actionable insights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Compatible with all reports in NPO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Infrastructure built to support AI modules across all sections of NPO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New Feature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 insights with a single click via 'Generate Insights' button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Opt-in module; existing report filters remain unchanged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User feedback via like/dislike buttons to rate insights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Feature flagged for controlled rollout by admins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Issues Remediated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Session timeout configuration aligned with SSM parameters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Fixed incorrect error display in NPO optimization when terminated by profit calculator error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