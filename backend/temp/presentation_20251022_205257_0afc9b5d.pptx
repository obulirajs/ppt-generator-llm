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Classifying and Managing Data at Nomis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A guide for employees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Confidential-Restricted Access (CRA)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Personal information such as ID numbers, passwords/codes, names, addresses, phone numbers, and health care data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Information only available to HR or the Nomis Legal team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Highly detailed technical design documents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Confidential Information Harmful to Nomis or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Strategy and sales and marketing plans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Product development (including product roadmaps and engineering designs)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Customer and supplier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Confidential - Internal Use Only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Policies, procedures, templates, and company training materials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Public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Marketing material and the Nomis web site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Data Management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Use different passwords on each account with data access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Verify accuracy of any data before acting on it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Ask yourself if someone truly needs data before you send it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Check encryption requirements when building new systems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Verify a person’s identity and role before giving them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Data Don'ts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Don't send CRA data via email, text message, or Slack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Don't post Confidential data on the web and social media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Don't copy onto a USB drive without a manager’s permission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Don't destroy data before its retention period has been met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Don't provide your password to anyone, including Nomis I.T.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