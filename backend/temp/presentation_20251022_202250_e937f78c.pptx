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1F4E79"/>
                </a:solidFill>
                <a:latin typeface="Calibri"/>
              </a:defRPr>
            </a:pPr>
            <a:r>
              <a:t>Title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595959"/>
                </a:solidFill>
                <a:latin typeface="Calibri"/>
              </a:defRPr>
            </a:pPr>
            <a:r>
              <a:t>Maximizing profitability in BFSI through data-driven pricing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The Challenge of BFSI Pricing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Interest rates must balance multiple objectives: customer attraction, risk management, regulatory compliance, and profitability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Complexity intensifies with diverse customer segments and market volatility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Static pricing strategies quickly become obsolete in a dynamic environment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The Price Optimization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Predictive analytics forecast customer behavior across different pricing scenarios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Advanced algorithms consider demand elasticity, competitive positioning, and customer lifetime value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Optimized prices align with strategic objectives, risk management policies, and regulatory requirements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Key Components of Effective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Comprehensive data integration from core banking systems and external economic indicators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Sophisticated modeling techniques using logistic regression and machine learning algorithms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Business rules ensure optimized prices meet strategic objectives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Practical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Retail banking: interest rates on deposit products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Lending: loan rates balancing volume growth with credit risk and profitability targets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Insurance: pricing policies reflecting actuarial risk and competitiveness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Measurable 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Revenue increases of 5-15% through optimized pricing opportunities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Profitability improvements often exceed revenue gains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Customer retention improves with aligned pricing and competitive alternatives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The Path Forward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Real-time pricing adjustments and personalized offers using AI and machine learning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Dynamic rate optimization enabling instant market response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Organizations positioning themselves for sustained competitive advantage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