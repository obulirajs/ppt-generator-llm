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Key Features and Improvements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with analytics dashboards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Powered by detailed prompt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Generates actionable insights with a single click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Insights Module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report being viewed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Opt-in module available to NPO users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flagged for testing and internal approvals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updated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issue resolved with profit calculator error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Enhanced stability and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Opt-in Module Availability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Opt-in Module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Users can indicate if generated insights are relevant or not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Like/dislike buttons for enhanced feedback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Admins can opt-in to the functionality separately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