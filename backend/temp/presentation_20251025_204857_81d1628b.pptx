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NPO Release #6.6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Features of NPO 6.6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Introduces AI-powered insight modules to analytics reports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Seamless integration with analytics dashboards for actionable insights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Opt-in module available to NPO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AI-Enabled Insights Module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relevant to the report being perused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Option to indicate if generated insights are relevant or not using like/dislike buttons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 flagged for opt-in by admins, with separate functionality toggle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Remediated in NPO 6.6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Resolved session timeout configuration issues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Fixed incorrect error on UI when NPO optimization was terminated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Benefits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Enhanced Business Insights and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Improved Analytics and Reporting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More accurate and relevant insights for business users and portfolio managers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Enhanced flexibility with report filters and slicers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