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1F4E79"/>
                </a:solidFill>
                <a:latin typeface="Calibri"/>
              </a:defRPr>
            </a:pPr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595959"/>
                </a:solidFill>
                <a:latin typeface="Calibri"/>
              </a:defRPr>
            </a:pPr>
            <a:r>
              <a:t>Unlocking Efficiency in Inventory 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The Problem with Current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Inefficient inventory management costing SMBs $75 billion annually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Manual processes lead to 23% overstock and 18% stockouts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Current solutions are either too expensive or too basic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Our Solution: SmartInventory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Predicts demand with 94% accuracy using machine learning algorithms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Integrates with existing POS systems in under 2 hours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Automated reordering reduces stockouts by 75%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Market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Total Addressable Market (TAM): $12 billion globally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Serviceable Addressable Market (SAM): $3.2 billion in North America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Growing at 18% CAGR with acceleration due to post-pandemic digitalization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SaaS subscription model with three tiers: Starter, Professional, and Enterprise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Average Customer Lifetime Value: $45,000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Gross Margins: 78%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Traction and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150 paying customers with $2.1M ARR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Month-over-month growth: 22%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Net Revenue Retention: 125%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The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CEO Jane Smith: 15 years experience, former VP at Amazon Supply Chain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CTO John Doe: Stanford PhD in AI, 8 patents in predictive analytics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VP Sales Mike Johnson: Built sales teams at 3 unicorns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Funding Ask and Use of Funds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Raising $10M Series A to accelerate growth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40% for Sales and Marketing expansion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30% for Product development and AI enhancement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Expected ROI and Path to 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Projected to reach $50M ARR in 3 years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Potential exit opportunities to major ERP players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Path to $100M valuation by Year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