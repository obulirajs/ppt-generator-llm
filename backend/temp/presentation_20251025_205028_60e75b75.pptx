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  <a:latin typeface="Calibri"/>
              </a:defRPr>
            </a:pPr>
            <a:r>
              <a:t>Release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95959"/>
                </a:solidFill>
                <a:latin typeface="Calibri"/>
              </a:defRPr>
            </a:pPr>
            <a:r>
              <a:t>NPO Release 6.6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New AI-Powered Insights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Introduces AI-powered insight modules to analytics reports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Compatible with all NPO reports and infrastructure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Sets up rails for deploying AI-modules across NPO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AI-Enabled Insights Module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Surfaces actionable insights with a single click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Powered by detailed prompt engineering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Generate insights relevant to report being viewed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Features and 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Opt-in module available to NPO users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Like/dislike buttons for indicating insight relevance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Feature flagged for customer testing and approvals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Issues Remediated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Resolved session timeout configuration issues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Fixed incorrect error on UI with NPO optimization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