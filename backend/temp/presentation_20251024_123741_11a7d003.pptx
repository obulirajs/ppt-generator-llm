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Key Highlights of Q4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Revenue Growth and Customer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Revenue increased by 23% year-over-year to $4.2M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450 new customers acquired, exceeding target by 15%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Customer Retention Rate: 92%, industry average: 85%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Market Analysis and Competitive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Favorable market conditions with increased demand for digital transformation solutions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Competitive positioning strengthened by AI-powered features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35% growth potential in SMB segment for next year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Product Performance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Product A: $2.1M revenue, 50% of total revenue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Product B: $1.3M revenue with 89% customer satisfaction score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Product C: New launch exceeded targets by 40%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Supply chain delays impacted delivery times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Recommendations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Invest $500K in infrastructure upgrades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Hire 10 additional support staff to improve response times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Establish secondary supplier relationships to mitigate supply chain risks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Develop automated onboarding to improve customer experience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Action Plan for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Key Milestones and Deadlines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Q1 2025 Budget Allocation and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Finalize Q1 2025 budget allocation by January 15th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Launch customer success program by February 1st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Complete infrastructure upgrade by end of Q1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