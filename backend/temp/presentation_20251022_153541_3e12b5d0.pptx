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Main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Transforming Businesses with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Automation through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Enables automation of repetitive tasks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Improves process efficiency and productivity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Reduces manual errors and increases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Power of Natural Language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Powers chatbots and virtual assistants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Enables text analysis and sentiment detection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Improves customer service and engagement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Computer Vision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Analyzes images and videos for insights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Detects objects, patterns, and anomalies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Enhances surveillance and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Deep Learning Drives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Enables complex pattern recognition and prediction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Improves accuracy and reduces errors in AI models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Drives breakthroughs in areas like healthcare and finance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AI Improves 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Provides data-driven insights for better decisions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Reduces bias and improves objectivity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Enhances strategic planning and risk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Companies Adopt AI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Seeks to improve operational efficiency and productivity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Enhances customer experience and engagement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Stays competitive in the market with innovative solutions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A Promising Future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Transforms industries and revolutionizes business processes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Increases productivity, efficiency, and innovation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Offers new opportunities for growth and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