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Topic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1 Data Sheet: Nomis Price Optimizer™ for Deposits Nomis Price Optimizer™ for Deposits is a decision-support solution for deposits executives who want to use next-generation price optimization techn...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Price Optimizer is the only banking-specific optimization technology that leverages the world’s most deployed price optimization technology along with streamlined processes for model creation and g...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Nomis has invested over $100 million in this software solution to turn bank pricing from an art into a science.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The solution creates a single pricing source of truth and delivers rapidly repeatable results.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Nomis Price Optimizer™ for DepositsDATA SHEET: NOMIS PRICE OPTIMIZER™ FOR DEPOSITS Unique Capabilities Nomis Price Optimizer for Deposits will help you build world-class pricing capability in your 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Topic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3 Data Sheet: Nomis Price Optimizer™ for Deposits Silicon Valley 8000 Marina Boulevard Brisbane, CA 94005 +1 650 588-9800Toronto 22 Adelaide Street West Toronto, ON M5C 1X3 +1 416 583 1565Melbourne...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If you are responsible for the deposits portfolio in a retail bank, and think that NPO for Deposits can help you and your bank reach your goals, please contact Nomis at (650) 588- 9800 or request a...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nomissolutions.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com/get-a-demo About Nomis Nomis is a fast-growing FinTech focused on ensuring on-going value creation for the world’s smartest financial institutions through optimized, end-to-end, customer-centri...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Institutions of all sizes leverage Nomis’ unparalleled domain expertise and their market-leading Nomis Platform™ to operationalize cutting-edge Big Data and AI to understand and anticipate customer...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