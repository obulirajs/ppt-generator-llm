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1F4E79"/>
                </a:solidFill>
                <a:latin typeface="Calibri"/>
              </a:defRPr>
            </a:pPr>
            <a:r>
              <a:t>Release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595959"/>
                </a:solidFill>
                <a:latin typeface="Calibri"/>
              </a:defRPr>
            </a:pPr>
            <a:r>
              <a:t>Overview of Nomis NPO Release 6.6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C3E50"/>
                </a:solidFill>
                <a:latin typeface="Calibri"/>
              </a:defRPr>
            </a:pPr>
            <a:r>
              <a:t>New AI-Powered Insights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Introduces AI-powered insight modules to analytics reports in NPO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Compatible with all reports in NPO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Sets up infrastructure for deploying AI-modules across all sections of NPO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C3E50"/>
                </a:solidFill>
                <a:latin typeface="Calibri"/>
              </a:defRPr>
            </a:pPr>
            <a:r>
              <a:t>AI-Enabled Insights Module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Seamless integration with analytics dashboards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Generate insights relevant to the report being viewed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Feature-flagged for opt-in by customers and internal AI approvals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C3E50"/>
                </a:solidFill>
                <a:latin typeface="Calibri"/>
              </a:defRPr>
            </a:pPr>
            <a:r>
              <a:t>Issues Remeded in Release 6.6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Resolved session timeout configuration issue with SSM parameter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Fixed incorrect error on UI when NPO optimization was terminated by profit calculator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