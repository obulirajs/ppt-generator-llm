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Artificial Intelligence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Transforming Industries with AI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Applications of AI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Automation of repetitive tasks and processes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Enhanced customer service through chatbots and virtual assistants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Data analysis and insights for informed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Machine Learning and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Predicting customer behavior and preferences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Identifying trends and patterns in large datasets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Optimizing business processes with data-driven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Natural Language Processing (NLP)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Enabling chatbots and virtual assistants to understand human language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Analyzing sentiment and emotions in customer feedback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Improving content generation and optimization with AI-powered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Computer Vision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Analyzing images and videos to extract insights and patterns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Facial recognition and object detection for security and authentication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Automating image processing and editing with AI-powered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Future of Business: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Increased efficiency and productivity through automation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Enhanced customer experience through personalized services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Data-driven decision-making for business growth and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