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Main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Driving Profitability in BFSI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Unique Pricing Challenges in BFSI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Attracting and retaining customers while managing risk exposure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Maintaining regulatory compliance and ensuring profitability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Balancing diverse customer segments and market volatility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Modern Price Optimization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Predictive analytics to forecast customer behavior across pricing scenarios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Advanced algorithms consider elasticity of demand, competitive positioning, and customer lifetime value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Data-driven pricing recommendations for revenue, profit margin, or market share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Foundational Elements of Successful Price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Comprehensive data integration from core banking systems and external economic indicators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Sophisticated modeling techniques including logistic regression and machine learning algorithms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Business rules and constraints ensure strategic objectives, risk management policies, and regulatory requirements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Applications of Price Optimization in BFSI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Retail banking: interest rates on deposits and loans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Lending: loan rates balancing volume growth with credit risk and profitability targets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Insurance: pricing policies reflecting actuarial risk while remaining competitive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Benefits of Price Optimization in BFSI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Revenue increases of five to fifteen percent through identified pricing opportunities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Profitability improvements exceeding revenue gains focusing on high-value customer segments and products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Customer retention improves with pricing aligned to perceived value and competitive alternatives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Future of Price Optimization in BFSI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Real-time pricing adjustments and personalized offers through artificial intelligence and machine learning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Dynamic rate optimization enabling instant response to market changes and individual customer behaviors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Positioning for sustained competitive advantage in an increasingly data-driven industry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