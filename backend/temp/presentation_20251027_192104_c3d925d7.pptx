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F4E79"/>
                </a:solidFill>
                <a:latin typeface="Calibri"/>
              </a:defRPr>
            </a:pPr>
            <a:r>
              <a:t>NPO 6.6 Release: AI-Powered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595959"/>
                </a:solidFill>
                <a:latin typeface="Calibri"/>
              </a:defRPr>
            </a:pPr>
            <a:r>
              <a:t>Enhancing Analytics with Artificial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Release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Release #6.6 on September 30, 2025.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Introduces AI-powered insight modules to analytics reports in NPO.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Compatible with all existing reports and enables deployment across all NPO sections, including optimizations.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AI-Enabled Insights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NPO 6.6 allows seamless integration of AI modules with analytics dashboards.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Click the 'Generate Insights' button to surface actionable insights.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Insights are generated through detailed prompt engineering based on Nomis' pricing analytics experience.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Users can rate insights with like/dislike buttons to provide feedback.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Functionality is feature-flagged for customer control and internal testing.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Additional Feature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Generate insights relevant to the current report with one click.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Existing report filters and slicers remain unchanged; AI module is an opt-in addition.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Users can indicate relevance of generated insights using like/dislike buttons.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AI features are enabled separately by admin approval for each customer.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Issues Remediated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Session timeout configuration now uses SSM parameter store.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Optimization UI error fixed when terminated by profit calculator.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Key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Enhanced user experience with AI-driven insights.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Improved system stability with session timeout configuration fixed.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Resolved UI errors in optimization processes.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