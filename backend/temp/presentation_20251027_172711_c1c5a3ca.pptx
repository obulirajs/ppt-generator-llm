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What is Nomis Price Optimizer for Deposits?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Decision-Support Solution for Deposit Executives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Unique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Builds world-class pricing capability in your organization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Ingests and normalizes pricing, portfolio, and competitor data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Models customer behavior to define optimal 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Benefits of Nomis Price Optimizer for Deposits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Helps your smart team get smarter with a big data meets pricing science solution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Executes faster by leveraging fresh information and models from a single source of truth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Drives better results with a proven pricing approach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Key Features and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Generates better results with high-definition pricing models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Visualizes growth and profitability trade-offs with Efficient Frontier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Projects balance movement between product portfolios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Benefits of Using Nomis Price Optimizer for Deposits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Evaluates the impact of market shifts with automated weekly updates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Adapts to evolving customer behaviors using models tuned monthly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Accelerates insights and decisions by unifying pricing and market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Expert Support and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Augments your pricing capabilities with a proven implementation methodology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Leverages in-house expertise through model governance requirements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Ensures compliance with regulatory requirements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About Nomis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A Fast-Growing FinTech Leader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Ensures ongoing value creation for the world's smartest financial institutions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Operationalizes cutting-edge Big Data and AI to understand customer demands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Increases customer and stockholder value, returning nearly $800 million annually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Get in Touch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Request a Demo or Learn More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