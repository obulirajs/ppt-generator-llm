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Inefficient Inventory Management Costs SMBs $75 Billion Annually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Current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Manual processes lead to human errors and stockouts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Spreadsheets are basic and expensive solutions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60% of SMBs still use manual processes for inventory tracking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Our Solution - SmartInventory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Predict demand with 94% accuracy using machine learning algorithms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Automated reordering reduces stockouts by 75%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Integrates with existing POS systems in under 2 hours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Total Addressable Market (TAM): $12 billion globally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Serviceable Obtainable Market (SOM): $320 million in next 5 years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Growing at 18% CAGR with acceleration due to post-pandemic digitalization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SaaS subscription model with three tiers: Starter, Professional, and Enterprise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Average Customer Lifetime Value: $45,000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Gross Margins: 78%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Traction and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150 paying customers with $2.1M ARR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Month-over-month growth: 22%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Net Revenue Retention: 125%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The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CEO: Jane Smith, former VP at Amazon Supply Chain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CTO: John Doe, Stanford PhD in AI and 8 patents in predictive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Funding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Raising $10M Series A to accelerate growth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Use of funds: Sales and Marketing expansion, Product development, Operations, and working capital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Expected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Projected to reach $50M ARR in 3 years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Path to $100M valuation by Year 5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Potential exit opportunities to major ERP players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