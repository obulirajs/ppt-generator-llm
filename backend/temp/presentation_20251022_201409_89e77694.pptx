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Technical design and implementation approach for BYOM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Current State: Monolithic model integration with tight coupling to application codebase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Limitations: Inflexible model selection, limited scalability, and inability to leverage alternative modeling approaches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Business Objective: Enable NPO users to integrate multiple models, select preferred models, and utilize different models for different baseline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Proposed Architecture: Service-Oriented Architecture with Model Service Integration Layer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Design Principles: Decoupling model execution from core application logic, API-First Design, and Loose Coupling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Model Service Architecture: Model Service Interface, Model Registry, and Model Selection Interface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Integration Approach: Phase 1 - Service Externalization, Phase 2 - Multi-Model Support, and Phase 3 - Extension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API Contract: POST /api/v1/models/{model_id}/predict with JSON payload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Data Flow: User selects model during baseline creation, NPO validates model availability and compatibility, REST API call to selected model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Implementation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Technology Stack: Model Services in Python/Java, API Gateway in Spring Cloud Gateway/Kong, and Model Registry in Database-backed service catalog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