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NPO 6.6: AI-Powered Insights and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AI-powered insight modules integrated with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for actionable insights with a single click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Detailed prompt engineering for relevant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report being viewed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Option-in feature for users to opt-in or opt-out of AI features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Feature-flags allow customers to test and approve AI functionality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Resolved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corrected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error resolved in profit calculator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Corrected UI error when NPO optimization is terminated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Release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Date: September 30, 2025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Number: NPO 6.6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reports in NPO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