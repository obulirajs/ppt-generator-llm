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A Nomista’s Guide to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Classification and Management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Classification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Confidential-Restricted Access (CRA) information: protected personal data, HR, or Nomis Legal team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Confidential information: strategy, sales plans, product development, customer info, and financial data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Confidential - Internal Use Only: proprietary worker data, policies, procedures, and training materials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Data Handling Rules (Data Dos)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different passwords on each account with data access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Verify the accuracy of any data before acting on it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Ask yourself if someone truly needs data before sending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Best Practices for Data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Check encryption requirements when building new systems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Verify a person’s identity and role before giving them data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 secure methods when destroying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Common Mistakes to Avoid (Data Don'ts)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Don’t send CRA data via email or text message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Don’t post Confidential data on the web or social media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Don’t destroy data before its retention period has been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Additional Guidelines for Data Sharing and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Don’t provide your password to anyone, including Nomis I.T.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Don’t provide data to others without a manager’s permission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This includes law enforcement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