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NPO Release 6.6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Introducing AI-Enabled Insights for Analytics Dashboards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Release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Release # NPO 6.6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Release Date: September 30, 2025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Key Feature: AI-Powered Insight Modules in Analytics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AI-Enabled Insights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Seamlessly integrates AI modules with analytics dashboards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Generates actionable insights with a single click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Insights are tailored to business users and portfolio managers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Compatible with all existing reports in NPO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Click the 'Generate Insights' button to receive relevant insights for the current report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Existing report filters and slicers remain unchanged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The AI module is an optional, opt-in feature for NPO users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Users can provide feedback on insights using like/dislike buttons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AI features are feature-flagged for controlled rollout by administrators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Additional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AI modules are based on detailed prompt engineering from Nomis' pricing analytics experience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Infrastructure supports deployment of AI modules across all sections of NPO, including optimizations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Each customer can opt into the upgrade and conduct internal AI approvals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The rollout is flexible, allowing admins to turn on features separately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This enhances user experience by providing personalized insights without disrupting existing workflows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Issues Remediated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Session timeout configuration now aligned with SSM parameters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Optimization UI error corrected when terminated by profit calculator error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