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Overview of the SWOT analysis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Strong technical foundation with addressed technical debt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Deep institutional knowledge and comprehensive understanding of NPO application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Established client relationships with 100% retention 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Weaknesses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Knowledge concentration risk due to dependency on senior resources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Skills gap in emerging technologies such as AI/ML and cloud-native technologies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Process and planning challenges with reactive planning and disruption of deliveries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AI/ML integration potential for seamless integration with AI technologies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Architecture modernization through API-first approach, microservices migration, and dynamic model switching capability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Performance optimization and team capability enhancement through allocated training time and cross-training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Market competition from large tech companies with cloud-native solutions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Business growth stagnation due to no new clients added in the past two years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Resource constraints and potential for further team reductions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Description of the analysis methodology used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SWOT Analysis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Assessment of current team capabilities and resources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Evaluation of 2-year tenure managing the application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Analysis of client demands and market trends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Review of planned organizational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