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Release Date: September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Feature: AI-Powered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Introduces AI-powered insight modules 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reports in NPO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Sets up infrastructure for deploying AI-modules across NPO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Benefits of AI-Enabled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Surfaces actionable insights with a single click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Powered by detailed prompt engineering based on pricing analytics experience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Generates insights relevant to business users and portfolio managers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report being viewed with 'Generate Insights' button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Flexibility of reports remains unchanged (filters, slicers)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 module is opt-in and feature flagged for customer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corrected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error fixed by profit calculator error resolution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