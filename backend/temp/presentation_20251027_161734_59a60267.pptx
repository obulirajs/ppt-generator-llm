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6.6 Release Date: September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AI-powered insights modules integrated into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dashboards for actionable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Detailed prompt engineering for relevant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with a single click using the "Generate Insights" button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Unchanged current flexibility of reports with added opt-in module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customer testing and internal AI approvals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corrected using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error fixed by profit calculator error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Version 6.6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