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F4E79"/>
                </a:solidFill>
                <a:latin typeface="Calibri"/>
              </a:defRPr>
            </a:pPr>
            <a:r>
              <a:t>Nomis NPO Release 6.6: AI-Powered Insights and Pricing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595959"/>
                </a:solidFill>
                <a:latin typeface="Calibri"/>
              </a:defRPr>
            </a:pPr>
            <a:r>
              <a:t>Unlocking Actionable Insights with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Release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NPO 6.6 introduces AI-powered insight modules to analytics reports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Insight module compatible with all NPO reports and infrastructure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Sets up rails for deploying AI-modules across NPO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AI-Enabled Insights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Seamless integration of AI modules with analytics dashboards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Surfaces actionable insights with a single click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Powered by detailed prompt engineering and pricing analytics expertise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New Feature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Generate insights relevant to the report with a single click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Users can indicate if generated insights are relevant or not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Feature flagging for customer testing and internal AI approvals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C3E50"/>
                </a:solidFill>
                <a:latin typeface="Calibri"/>
              </a:defRPr>
            </a:pPr>
            <a:r>
              <a:t>Issues Remediated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Session timeout configuration improved with SSM parameter</a:t>
            </a:r>
          </a:p>
          <a:p>
            <a:pPr>
              <a:spcAft>
                <a:spcPts val="1200"/>
              </a:spcAft>
              <a:defRPr sz="2000">
                <a:solidFill>
                  <a:srgbClr val="444444"/>
                </a:solidFill>
                <a:latin typeface="Calibri"/>
              </a:defRPr>
            </a:pPr>
            <a:r>
              <a:t>NPO optimization issue resolved with correct error message on UI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