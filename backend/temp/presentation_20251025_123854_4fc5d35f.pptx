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Key Highlights of Q4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Revenue Growth and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Revenue increased by 23% to $4.2M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450 new customers acquired (15% above target)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Customer retention rate improved to 92%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Market Analysis and Competitive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Favorable market conditions with increased demand for digital transformation solutions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Competitive positioning strengthened due to AI-powered features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Market research indicates 35% growth potential in SMB segment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Product Performance and Sales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Product A generated $2.1M in revenue (50% of total)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Product B achieved 89% customer satisfaction score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New launch Product C exceeded targets by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Challenges and Areas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Supply chain delays impacted delivery times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Technical support ticket resolution time increased to 48 hours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Need to scale infrastructure to support growing customer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Recommendations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Invest additional $500K in infrastructure upgrades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Hire 10 additional support staff to improve response times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Establish secondary supplier relationships to mitigate supply chain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Conclusion and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Action Required for Future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