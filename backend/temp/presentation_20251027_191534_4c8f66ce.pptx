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Release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Overview of NPO 6.6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New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AI-powered insight modules integrated into analytics reports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Seamless integration with analytics dashboards for actionable insights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 insights with a single click using the 'Generate Insights' button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Relevant business insights generated by detailed prompt engineering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Flexibility to choose filters and slicers unchanged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Feature flagged for customer testing and internal AI approvals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Issues Remeded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Session timeout configuration fixed with SSM parameter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NPO optimization error resolved when terminated by profit calculator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Performance improvements made to overall system stability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Release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Release #6.6 Date: 30 Sep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