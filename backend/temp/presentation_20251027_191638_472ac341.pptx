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F4E79"/>
                </a:solidFill>
                <a:latin typeface="Calibri"/>
              </a:defRPr>
            </a:pPr>
            <a:r>
              <a:t>Release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595959"/>
                </a:solidFill>
                <a:latin typeface="Calibri"/>
              </a:defRPr>
            </a:pPr>
            <a:r>
              <a:t>NPO Release 6.6 Highlights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New Features and Functionality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AI-powered insight modules integrated into analytics reports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Single-click access to actionable insights with AI-modules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Opt-in module available to NPO users for testing and internal approvals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Key Insights Module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Generate insights relevant to the report being viewed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Indicate relevance using like/dislike buttons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Feature-flagged for individual customer testing and approval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Resolved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Session timeout configuration resolved with SSM parameter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NPO optimization error on UI resolved when terminated by profit calculator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