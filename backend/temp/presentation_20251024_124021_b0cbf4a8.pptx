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Strongest Performance in Company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Record-Breaking Revenue and Expansion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Revenue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Exceeded revenue targets by 12%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$3.92M vs. $3.5M target, 28% YoY growth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72% of total recurring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Sales pipeline: $12M (3.5x coverage ratio)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Win rate: 34% (up from 28%)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CSAT Score: 4.6/5.0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Major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Closed largest deal in company history ($450K)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Launched new product line generating $200K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Achieved ISO 27001 certification and won 'Best Innovation' award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Challenges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Higher than expected customer churn in SMB segment (15%)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Launched customer success program with dedicated CSMs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Allocated 30% of engineering capacity to refactoring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Market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Enterprise segment growth: 45% QoQ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International expansion potential in APAC region ($5M)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New partnership opportunities with system integrators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Q1 2025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Launch enterprise tier product by end of January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Expand sales team by 8 additional AEs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Implement new CRM system and begin APAC market entry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