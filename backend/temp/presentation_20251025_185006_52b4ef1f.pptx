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Release 6.6 Highlights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Feature: 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NPO reports, enabling seamless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Sets up infrastructure for future AI-module deployments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Key Functionality of the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with a single click using the 'Generate Insights' button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indicate relevance using like/dislike buttons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Feature- flagged for customer testing and internal approvals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Resolved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resolved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issue corrected with profit calculator error 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