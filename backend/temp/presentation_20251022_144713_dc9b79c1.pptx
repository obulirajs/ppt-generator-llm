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AI in Modern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Transforming Organizations Through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Automation of repetitive tasks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Enhanced decision-making capabilities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Improved customer experience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Cost reduction and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Start with pilot projects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Invest in training and development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Monitor and measure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